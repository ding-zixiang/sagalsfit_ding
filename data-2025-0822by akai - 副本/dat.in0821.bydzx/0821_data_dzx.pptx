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08B56C5-8BD1-47EC-81A1-6DECE937B256}" v="2" dt="2025-09-08T04:10:51.37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72" y="2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咨翔 丁" userId="879b47ae8c6d12b3" providerId="LiveId" clId="{D4627C4C-96E9-41AE-B2E4-DD4464E70A10}"/>
    <pc:docChg chg="custSel addSld modSld">
      <pc:chgData name="咨翔 丁" userId="879b47ae8c6d12b3" providerId="LiveId" clId="{D4627C4C-96E9-41AE-B2E4-DD4464E70A10}" dt="2025-09-08T04:11:17.628" v="45" actId="478"/>
      <pc:docMkLst>
        <pc:docMk/>
      </pc:docMkLst>
      <pc:sldChg chg="modSp new mod">
        <pc:chgData name="咨翔 丁" userId="879b47ae8c6d12b3" providerId="LiveId" clId="{D4627C4C-96E9-41AE-B2E4-DD4464E70A10}" dt="2025-09-08T03:50:29.415" v="34" actId="20577"/>
        <pc:sldMkLst>
          <pc:docMk/>
          <pc:sldMk cId="680875565" sldId="256"/>
        </pc:sldMkLst>
        <pc:spChg chg="mod">
          <ac:chgData name="咨翔 丁" userId="879b47ae8c6d12b3" providerId="LiveId" clId="{D4627C4C-96E9-41AE-B2E4-DD4464E70A10}" dt="2025-09-08T03:50:09.037" v="13" actId="20577"/>
          <ac:spMkLst>
            <pc:docMk/>
            <pc:sldMk cId="680875565" sldId="256"/>
            <ac:spMk id="2" creationId="{E0D086E2-6C8B-D18A-29A6-A4E933881584}"/>
          </ac:spMkLst>
        </pc:spChg>
        <pc:spChg chg="mod">
          <ac:chgData name="咨翔 丁" userId="879b47ae8c6d12b3" providerId="LiveId" clId="{D4627C4C-96E9-41AE-B2E4-DD4464E70A10}" dt="2025-09-08T03:50:29.415" v="34" actId="20577"/>
          <ac:spMkLst>
            <pc:docMk/>
            <pc:sldMk cId="680875565" sldId="256"/>
            <ac:spMk id="3" creationId="{CE039A59-E653-6DB8-4453-AF471DB66EB4}"/>
          </ac:spMkLst>
        </pc:spChg>
      </pc:sldChg>
      <pc:sldChg chg="addSp delSp modSp new mod">
        <pc:chgData name="咨翔 丁" userId="879b47ae8c6d12b3" providerId="LiveId" clId="{D4627C4C-96E9-41AE-B2E4-DD4464E70A10}" dt="2025-09-08T04:11:17.628" v="45" actId="478"/>
        <pc:sldMkLst>
          <pc:docMk/>
          <pc:sldMk cId="2996664508" sldId="257"/>
        </pc:sldMkLst>
        <pc:spChg chg="del">
          <ac:chgData name="咨翔 丁" userId="879b47ae8c6d12b3" providerId="LiveId" clId="{D4627C4C-96E9-41AE-B2E4-DD4464E70A10}" dt="2025-09-08T04:11:17.628" v="45" actId="478"/>
          <ac:spMkLst>
            <pc:docMk/>
            <pc:sldMk cId="2996664508" sldId="257"/>
            <ac:spMk id="2" creationId="{70675CEB-D510-BCC4-A632-8A4C564E8240}"/>
          </ac:spMkLst>
        </pc:spChg>
        <pc:spChg chg="del">
          <ac:chgData name="咨翔 丁" userId="879b47ae8c6d12b3" providerId="LiveId" clId="{D4627C4C-96E9-41AE-B2E4-DD4464E70A10}" dt="2025-09-08T04:10:23.518" v="38" actId="22"/>
          <ac:spMkLst>
            <pc:docMk/>
            <pc:sldMk cId="2996664508" sldId="257"/>
            <ac:spMk id="3" creationId="{B65DEDD7-5B7E-60DF-FBD1-108D7289C3A0}"/>
          </ac:spMkLst>
        </pc:spChg>
        <pc:graphicFrameChg chg="add del mod">
          <ac:chgData name="咨翔 丁" userId="879b47ae8c6d12b3" providerId="LiveId" clId="{D4627C4C-96E9-41AE-B2E4-DD4464E70A10}" dt="2025-09-08T04:09:45.979" v="37" actId="478"/>
          <ac:graphicFrameMkLst>
            <pc:docMk/>
            <pc:sldMk cId="2996664508" sldId="257"/>
            <ac:graphicFrameMk id="4" creationId="{812C633E-7F90-BC84-8F6B-BCB19FCA9794}"/>
          </ac:graphicFrameMkLst>
        </pc:graphicFrameChg>
        <pc:picChg chg="add mod ord">
          <ac:chgData name="咨翔 丁" userId="879b47ae8c6d12b3" providerId="LiveId" clId="{D4627C4C-96E9-41AE-B2E4-DD4464E70A10}" dt="2025-09-08T04:11:00.939" v="43" actId="1076"/>
          <ac:picMkLst>
            <pc:docMk/>
            <pc:sldMk cId="2996664508" sldId="257"/>
            <ac:picMk id="6" creationId="{E0C5EFE0-7296-6AF0-70FE-D058798CC211}"/>
          </ac:picMkLst>
        </pc:picChg>
      </pc:sldChg>
      <pc:sldChg chg="new">
        <pc:chgData name="咨翔 丁" userId="879b47ae8c6d12b3" providerId="LiveId" clId="{D4627C4C-96E9-41AE-B2E4-DD4464E70A10}" dt="2025-09-08T04:11:03.466" v="44" actId="680"/>
        <pc:sldMkLst>
          <pc:docMk/>
          <pc:sldMk cId="4179680782" sldId="258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AF5E34-E8B8-E1BB-5190-AD23468E3F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6E2C677-874F-CBCA-7688-D87974E6A6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0221DF6-73A1-CB29-E87D-8592C55DD8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966A3-9824-4B7D-85A5-2FD3AF76ADA8}" type="datetimeFigureOut">
              <a:rPr lang="zh-CN" altLang="en-US" smtClean="0"/>
              <a:t>2025/9/8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0CC915C-F843-2EE1-F367-D15ECEE280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D3D40A2-4CD2-0977-0FD7-28AF9C6EC2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ECD7A-3CC4-488E-8AEA-BBB026F4AD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92394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90EE324-358D-04D6-BE1A-C5E0BE6A96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6DA82CD-D94D-A289-4C2B-987B3D64AE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12AB0C9-1135-6314-A70A-EDE837AE57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966A3-9824-4B7D-85A5-2FD3AF76ADA8}" type="datetimeFigureOut">
              <a:rPr lang="zh-CN" altLang="en-US" smtClean="0"/>
              <a:t>2025/9/8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4B78239-1584-3D11-400C-3A83DDAA23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F00D2B6-B9DC-141B-964B-033495A22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ECD7A-3CC4-488E-8AEA-BBB026F4AD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97113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626AAB-BD0E-C76B-0110-7DBDD3AC0B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6E1A7C5-BC89-BE7A-30A7-BA81FCE8AF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1C77D65-14F4-CD9B-06BA-57F5FB731E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966A3-9824-4B7D-85A5-2FD3AF76ADA8}" type="datetimeFigureOut">
              <a:rPr lang="zh-CN" altLang="en-US" smtClean="0"/>
              <a:t>2025/9/8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DF11118-025D-87A6-AFC5-1C6EA7CAB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CEBEC69-1287-66A6-69DF-3AE1155473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ECD7A-3CC4-488E-8AEA-BBB026F4AD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29457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D7956F3-0224-8590-8FC8-63AAFA9772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8C57CC-2DA6-CB81-788B-C559B73F09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85ED22E-D6CD-1396-D947-92CB38F82F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76E449D-F057-A1A6-F5A9-0B250E027D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966A3-9824-4B7D-85A5-2FD3AF76ADA8}" type="datetimeFigureOut">
              <a:rPr lang="zh-CN" altLang="en-US" smtClean="0"/>
              <a:t>2025/9/8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EACFEF6-448C-BBE8-D234-AA91847189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9757C9A-BF7D-83BE-67A1-B7085505EC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ECD7A-3CC4-488E-8AEA-BBB026F4AD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0795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E01D4AE-30FC-680D-14FD-AD2F1ACD00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6A6B0FC-7BE2-40AB-C486-6357F9F353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509876D-7F0E-35A5-878B-403FC2EC45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957D986-A112-AB15-F5E4-246596B7100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44309D0-FBC5-884B-3CCD-FD8CE762D87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0D938D2-C7D4-2889-124F-8EF498277F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966A3-9824-4B7D-85A5-2FD3AF76ADA8}" type="datetimeFigureOut">
              <a:rPr lang="zh-CN" altLang="en-US" smtClean="0"/>
              <a:t>2025/9/8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4E0D3DE7-DBCA-AB22-2875-7C4F08261A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50E155D9-8844-6312-3AA8-D81686E0B0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ECD7A-3CC4-488E-8AEA-BBB026F4AD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19056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D3C05F-59E0-3B5C-EFB6-2EBC62A2B8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33DDF95-D62D-7111-5A76-2444761519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966A3-9824-4B7D-85A5-2FD3AF76ADA8}" type="datetimeFigureOut">
              <a:rPr lang="zh-CN" altLang="en-US" smtClean="0"/>
              <a:t>2025/9/8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BAA5A05-AF35-B694-272D-DC73432A80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73DBE7B-96D0-7E05-80F6-8A5A03F452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ECD7A-3CC4-488E-8AEA-BBB026F4AD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29171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6492A79-8753-455A-D21B-011977318E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966A3-9824-4B7D-85A5-2FD3AF76ADA8}" type="datetimeFigureOut">
              <a:rPr lang="zh-CN" altLang="en-US" smtClean="0"/>
              <a:t>2025/9/8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767A7F8-680C-1B58-0587-C4954EB568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1A72D27-A713-5D1F-8BCA-7E86F59340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ECD7A-3CC4-488E-8AEA-BBB026F4AD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857553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72C870A-F838-BC36-E0C0-8CB80BDF9F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0B33BAA-7E0C-EBE6-7C9E-74CBB84637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D646BA0-1129-5F3D-823F-57F4825551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6A93C7C-42B0-9BF3-D69D-9A433C0DC1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966A3-9824-4B7D-85A5-2FD3AF76ADA8}" type="datetimeFigureOut">
              <a:rPr lang="zh-CN" altLang="en-US" smtClean="0"/>
              <a:t>2025/9/8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B3504E1-A80F-A329-B2A6-FFE6768AC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904073C-DA4E-52D3-4731-11E2D5DAB8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ECD7A-3CC4-488E-8AEA-BBB026F4AD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97304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B33E9FF-26ED-7488-2EA0-16AC83AAE1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62CEC9E4-B22C-B31A-C0BA-B5779F3FC6A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21FDF07-03D5-E3A3-3938-39D2144D19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51C9A9E-4F98-33A3-1DA6-E87AD710A9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966A3-9824-4B7D-85A5-2FD3AF76ADA8}" type="datetimeFigureOut">
              <a:rPr lang="zh-CN" altLang="en-US" smtClean="0"/>
              <a:t>2025/9/8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85DDF8-E86A-4139-C445-33957CA009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DC9712E-8AA1-0A43-5F14-0B2318A9D5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ECD7A-3CC4-488E-8AEA-BBB026F4AD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18043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4A343D4-8D54-052B-E275-C96A08A465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D6BCEEE-A85F-FC0B-EEFC-B39AB2E043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9CDE1C1-0C4D-37FF-1549-9AD9C65871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966A3-9824-4B7D-85A5-2FD3AF76ADA8}" type="datetimeFigureOut">
              <a:rPr lang="zh-CN" altLang="en-US" smtClean="0"/>
              <a:t>2025/9/8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A6D4480-C4AA-0423-05C8-623294D829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A13ED18-142D-830C-7408-8D82B7F5C8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ECD7A-3CC4-488E-8AEA-BBB026F4AD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75427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A687C046-29C7-9B39-9C43-98E33EDED22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5FB71D0-1599-C88C-E92E-36B9313212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B7A1FA3-7233-CFCF-19CB-B53147CD5B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966A3-9824-4B7D-85A5-2FD3AF76ADA8}" type="datetimeFigureOut">
              <a:rPr lang="zh-CN" altLang="en-US" smtClean="0"/>
              <a:t>2025/9/8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1094CCA-8EC8-0CDB-BB35-635EE9993A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AD16EFE-255B-2EC2-36E9-2A96946E0F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ECD7A-3CC4-488E-8AEA-BBB026F4AD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44049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A96DBCA-C9EB-ADF3-BD00-839C266A0C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96C9464-3211-FE4C-57E6-AC485392F4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9BAFE93-A64C-CBF5-C3AC-5A40D386B0F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3966A3-9824-4B7D-85A5-2FD3AF76ADA8}" type="datetimeFigureOut">
              <a:rPr lang="zh-CN" altLang="en-US" smtClean="0"/>
              <a:t>2025/9/8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32EDB1A-E561-F160-BAD4-F8723096A2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51BCAB7-B024-5E0E-927B-F06DDA3DA0C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4EECD7A-3CC4-488E-8AEA-BBB026F4AD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01179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0D086E2-6C8B-D18A-29A6-A4E93388158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ja-JP" altLang="en-US" dirty="0"/>
              <a:t>データ解析</a:t>
            </a:r>
            <a:endParaRPr lang="zh-CN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E039A59-E653-6DB8-4453-AF471DB66EB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ja-JP" dirty="0"/>
              <a:t>2025.08.21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808755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E0C5EFE0-7296-6AF0-70FE-D058798CC21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0" y="156136"/>
            <a:ext cx="9326264" cy="6662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66645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2B523B7-1CF0-0419-AD45-D93B163AF2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F57E6C4-10C1-85CE-CAE3-FE37A49268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96807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3</Words>
  <Application>Microsoft Office PowerPoint</Application>
  <PresentationFormat>宽屏</PresentationFormat>
  <Paragraphs>2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7" baseType="lpstr">
      <vt:lpstr>等线</vt:lpstr>
      <vt:lpstr>等线 Light</vt:lpstr>
      <vt:lpstr>Arial</vt:lpstr>
      <vt:lpstr>Office 主题​​</vt:lpstr>
      <vt:lpstr>データ解析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咨翔 丁</dc:creator>
  <cp:lastModifiedBy>咨翔 丁</cp:lastModifiedBy>
  <cp:revision>1</cp:revision>
  <dcterms:created xsi:type="dcterms:W3CDTF">2025-09-08T03:43:22Z</dcterms:created>
  <dcterms:modified xsi:type="dcterms:W3CDTF">2025-09-08T04:11:18Z</dcterms:modified>
</cp:coreProperties>
</file>