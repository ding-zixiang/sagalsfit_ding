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59" r:id="rId5"/>
    <p:sldId id="258" r:id="rId6"/>
    <p:sldId id="260" r:id="rId7"/>
    <p:sldId id="261" r:id="rId8"/>
    <p:sldId id="262" r:id="rId9"/>
    <p:sldId id="264" r:id="rId10"/>
    <p:sldId id="263" r:id="rId11"/>
    <p:sldId id="265" r:id="rId12"/>
    <p:sldId id="267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8B56C5-8BD1-47EC-81A1-6DECE937B256}" v="335" dt="2025-09-15T06:00:35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36" y="1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咨翔 丁" userId="879b47ae8c6d12b3" providerId="LiveId" clId="{CB535006-4627-4E69-BBD2-15FE1AFE5B05}"/>
    <pc:docChg chg="undo custSel addSld modSld">
      <pc:chgData name="咨翔 丁" userId="879b47ae8c6d12b3" providerId="LiveId" clId="{CB535006-4627-4E69-BBD2-15FE1AFE5B05}" dt="2025-09-08T16:45:52.759" v="944" actId="1076"/>
      <pc:docMkLst>
        <pc:docMk/>
      </pc:docMkLst>
      <pc:sldChg chg="addSp delSp modSp new mod">
        <pc:chgData name="咨翔 丁" userId="879b47ae8c6d12b3" providerId="LiveId" clId="{CB535006-4627-4E69-BBD2-15FE1AFE5B05}" dt="2025-09-08T16:45:52.759" v="944" actId="1076"/>
        <pc:sldMkLst>
          <pc:docMk/>
          <pc:sldMk cId="74438465" sldId="266"/>
        </pc:sldMkLst>
        <pc:spChg chg="add mod topLvl">
          <ac:chgData name="咨翔 丁" userId="879b47ae8c6d12b3" providerId="LiveId" clId="{CB535006-4627-4E69-BBD2-15FE1AFE5B05}" dt="2025-09-08T16:19:21.412" v="783" actId="338"/>
          <ac:spMkLst>
            <pc:docMk/>
            <pc:sldMk cId="74438465" sldId="266"/>
            <ac:spMk id="5" creationId="{B5026487-6CFA-A67B-136F-E9DFAE9DA3E4}"/>
          </ac:spMkLst>
        </pc:spChg>
        <pc:spChg chg="add mod topLvl">
          <ac:chgData name="咨翔 丁" userId="879b47ae8c6d12b3" providerId="LiveId" clId="{CB535006-4627-4E69-BBD2-15FE1AFE5B05}" dt="2025-09-08T16:19:21.412" v="783" actId="338"/>
          <ac:spMkLst>
            <pc:docMk/>
            <pc:sldMk cId="74438465" sldId="266"/>
            <ac:spMk id="6" creationId="{AD2482D3-D9A8-6EC6-82BE-8DEA53C75C0A}"/>
          </ac:spMkLst>
        </pc:spChg>
        <pc:spChg chg="add mod ord topLvl">
          <ac:chgData name="咨翔 丁" userId="879b47ae8c6d12b3" providerId="LiveId" clId="{CB535006-4627-4E69-BBD2-15FE1AFE5B05}" dt="2025-09-08T16:17:25.667" v="772" actId="165"/>
          <ac:spMkLst>
            <pc:docMk/>
            <pc:sldMk cId="74438465" sldId="266"/>
            <ac:spMk id="11" creationId="{9C75C0D3-8004-EE8D-8A4C-BE0F7C8A6E75}"/>
          </ac:spMkLst>
        </pc:spChg>
        <pc:spChg chg="add mod">
          <ac:chgData name="咨翔 丁" userId="879b47ae8c6d12b3" providerId="LiveId" clId="{CB535006-4627-4E69-BBD2-15FE1AFE5B05}" dt="2025-09-08T15:58:05.222" v="356" actId="207"/>
          <ac:spMkLst>
            <pc:docMk/>
            <pc:sldMk cId="74438465" sldId="266"/>
            <ac:spMk id="18" creationId="{FB53E9EB-D669-2B6F-197C-9470F694F712}"/>
          </ac:spMkLst>
        </pc:spChg>
        <pc:spChg chg="add mod ord">
          <ac:chgData name="咨翔 丁" userId="879b47ae8c6d12b3" providerId="LiveId" clId="{CB535006-4627-4E69-BBD2-15FE1AFE5B05}" dt="2025-09-08T16:02:41.938" v="533" actId="14100"/>
          <ac:spMkLst>
            <pc:docMk/>
            <pc:sldMk cId="74438465" sldId="266"/>
            <ac:spMk id="22" creationId="{89C42BE8-9F75-7C8B-5E51-8E870383C043}"/>
          </ac:spMkLst>
        </pc:spChg>
        <pc:spChg chg="add mod">
          <ac:chgData name="咨翔 丁" userId="879b47ae8c6d12b3" providerId="LiveId" clId="{CB535006-4627-4E69-BBD2-15FE1AFE5B05}" dt="2025-09-08T15:53:17.859" v="284" actId="207"/>
          <ac:spMkLst>
            <pc:docMk/>
            <pc:sldMk cId="74438465" sldId="266"/>
            <ac:spMk id="26" creationId="{2995EDE9-CB6D-B6DF-3071-952E821F80B4}"/>
          </ac:spMkLst>
        </pc:spChg>
        <pc:spChg chg="add mod">
          <ac:chgData name="咨翔 丁" userId="879b47ae8c6d12b3" providerId="LiveId" clId="{CB535006-4627-4E69-BBD2-15FE1AFE5B05}" dt="2025-09-08T15:58:18.280" v="362" actId="207"/>
          <ac:spMkLst>
            <pc:docMk/>
            <pc:sldMk cId="74438465" sldId="266"/>
            <ac:spMk id="27" creationId="{F2261BDD-A314-EEC2-4366-DD025D632E2A}"/>
          </ac:spMkLst>
        </pc:spChg>
        <pc:spChg chg="add mod">
          <ac:chgData name="咨翔 丁" userId="879b47ae8c6d12b3" providerId="LiveId" clId="{CB535006-4627-4E69-BBD2-15FE1AFE5B05}" dt="2025-09-08T16:07:21.925" v="714" actId="207"/>
          <ac:spMkLst>
            <pc:docMk/>
            <pc:sldMk cId="74438465" sldId="266"/>
            <ac:spMk id="28" creationId="{3848B283-27E3-C08E-2C95-897043A7CE56}"/>
          </ac:spMkLst>
        </pc:spChg>
        <pc:spChg chg="add mod">
          <ac:chgData name="咨翔 丁" userId="879b47ae8c6d12b3" providerId="LiveId" clId="{CB535006-4627-4E69-BBD2-15FE1AFE5B05}" dt="2025-09-08T15:56:45.369" v="333" actId="1076"/>
          <ac:spMkLst>
            <pc:docMk/>
            <pc:sldMk cId="74438465" sldId="266"/>
            <ac:spMk id="29" creationId="{61456D1B-05E1-D773-B9AC-539481602328}"/>
          </ac:spMkLst>
        </pc:spChg>
        <pc:spChg chg="add mod ord">
          <ac:chgData name="咨翔 丁" userId="879b47ae8c6d12b3" providerId="LiveId" clId="{CB535006-4627-4E69-BBD2-15FE1AFE5B05}" dt="2025-09-08T16:08:35.980" v="715" actId="14100"/>
          <ac:spMkLst>
            <pc:docMk/>
            <pc:sldMk cId="74438465" sldId="266"/>
            <ac:spMk id="35" creationId="{23D13D61-69FB-065B-914F-E488DBFDD914}"/>
          </ac:spMkLst>
        </pc:spChg>
        <pc:spChg chg="add mod">
          <ac:chgData name="咨翔 丁" userId="879b47ae8c6d12b3" providerId="LiveId" clId="{CB535006-4627-4E69-BBD2-15FE1AFE5B05}" dt="2025-09-08T16:44:19.296" v="870" actId="688"/>
          <ac:spMkLst>
            <pc:docMk/>
            <pc:sldMk cId="74438465" sldId="266"/>
            <ac:spMk id="37" creationId="{31051368-F333-E49E-D8FA-771D94471002}"/>
          </ac:spMkLst>
        </pc:spChg>
        <pc:spChg chg="add mod">
          <ac:chgData name="咨翔 丁" userId="879b47ae8c6d12b3" providerId="LiveId" clId="{CB535006-4627-4E69-BBD2-15FE1AFE5B05}" dt="2025-09-08T16:05:41.740" v="693" actId="1076"/>
          <ac:spMkLst>
            <pc:docMk/>
            <pc:sldMk cId="74438465" sldId="266"/>
            <ac:spMk id="38" creationId="{B0836F6E-8BA8-34DD-AC00-61C242ACD4D9}"/>
          </ac:spMkLst>
        </pc:spChg>
        <pc:spChg chg="add mod">
          <ac:chgData name="咨翔 丁" userId="879b47ae8c6d12b3" providerId="LiveId" clId="{CB535006-4627-4E69-BBD2-15FE1AFE5B05}" dt="2025-09-08T16:07:00.927" v="704" actId="1076"/>
          <ac:spMkLst>
            <pc:docMk/>
            <pc:sldMk cId="74438465" sldId="266"/>
            <ac:spMk id="39" creationId="{20D73C6C-FA98-5819-8E01-64967BEEDCC9}"/>
          </ac:spMkLst>
        </pc:spChg>
        <pc:spChg chg="add mod">
          <ac:chgData name="咨翔 丁" userId="879b47ae8c6d12b3" providerId="LiveId" clId="{CB535006-4627-4E69-BBD2-15FE1AFE5B05}" dt="2025-09-08T16:16:36.338" v="769" actId="692"/>
          <ac:spMkLst>
            <pc:docMk/>
            <pc:sldMk cId="74438465" sldId="266"/>
            <ac:spMk id="51" creationId="{5FF81298-147D-4F03-BB0C-1BEDEFD7D6E7}"/>
          </ac:spMkLst>
        </pc:spChg>
        <pc:spChg chg="add mod">
          <ac:chgData name="咨翔 丁" userId="879b47ae8c6d12b3" providerId="LiveId" clId="{CB535006-4627-4E69-BBD2-15FE1AFE5B05}" dt="2025-09-08T16:20:57.331" v="800" actId="1076"/>
          <ac:spMkLst>
            <pc:docMk/>
            <pc:sldMk cId="74438465" sldId="266"/>
            <ac:spMk id="52" creationId="{3A02A605-8762-B66A-1401-474856324156}"/>
          </ac:spMkLst>
        </pc:spChg>
        <pc:spChg chg="add mod">
          <ac:chgData name="咨翔 丁" userId="879b47ae8c6d12b3" providerId="LiveId" clId="{CB535006-4627-4E69-BBD2-15FE1AFE5B05}" dt="2025-09-08T16:37:52.885" v="841" actId="14100"/>
          <ac:spMkLst>
            <pc:docMk/>
            <pc:sldMk cId="74438465" sldId="266"/>
            <ac:spMk id="58" creationId="{39C02C16-7BB7-A5AA-5D29-58DD7C58EDAC}"/>
          </ac:spMkLst>
        </pc:spChg>
        <pc:spChg chg="add mod">
          <ac:chgData name="咨翔 丁" userId="879b47ae8c6d12b3" providerId="LiveId" clId="{CB535006-4627-4E69-BBD2-15FE1AFE5B05}" dt="2025-09-08T16:37:54.865" v="842" actId="1076"/>
          <ac:spMkLst>
            <pc:docMk/>
            <pc:sldMk cId="74438465" sldId="266"/>
            <ac:spMk id="59" creationId="{0743DF4E-F3B3-CD3B-57B5-95799A11E50E}"/>
          </ac:spMkLst>
        </pc:spChg>
        <pc:spChg chg="add mod">
          <ac:chgData name="咨翔 丁" userId="879b47ae8c6d12b3" providerId="LiveId" clId="{CB535006-4627-4E69-BBD2-15FE1AFE5B05}" dt="2025-09-08T16:45:29.008" v="940" actId="1076"/>
          <ac:spMkLst>
            <pc:docMk/>
            <pc:sldMk cId="74438465" sldId="266"/>
            <ac:spMk id="60" creationId="{0C012165-C60D-BDFA-55BA-CC625DD60B36}"/>
          </ac:spMkLst>
        </pc:spChg>
        <pc:spChg chg="add mod">
          <ac:chgData name="咨翔 丁" userId="879b47ae8c6d12b3" providerId="LiveId" clId="{CB535006-4627-4E69-BBD2-15FE1AFE5B05}" dt="2025-09-08T16:45:52.759" v="944" actId="1076"/>
          <ac:spMkLst>
            <pc:docMk/>
            <pc:sldMk cId="74438465" sldId="266"/>
            <ac:spMk id="61" creationId="{C6EFE3E2-7326-A1C9-78D2-357A168F8A65}"/>
          </ac:spMkLst>
        </pc:spChg>
        <pc:spChg chg="add mod">
          <ac:chgData name="咨翔 丁" userId="879b47ae8c6d12b3" providerId="LiveId" clId="{CB535006-4627-4E69-BBD2-15FE1AFE5B05}" dt="2025-09-08T16:45:49.369" v="943" actId="1076"/>
          <ac:spMkLst>
            <pc:docMk/>
            <pc:sldMk cId="74438465" sldId="266"/>
            <ac:spMk id="62" creationId="{E587F322-7A84-7339-8529-83316D0F5A9F}"/>
          </ac:spMkLst>
        </pc:spChg>
        <pc:grpChg chg="add mod ord">
          <ac:chgData name="咨翔 丁" userId="879b47ae8c6d12b3" providerId="LiveId" clId="{CB535006-4627-4E69-BBD2-15FE1AFE5B05}" dt="2025-09-08T16:20:29.127" v="796" actId="167"/>
          <ac:grpSpMkLst>
            <pc:docMk/>
            <pc:sldMk cId="74438465" sldId="266"/>
            <ac:grpSpMk id="56" creationId="{20E221F5-C8DD-E98F-0B3F-42DD2B82B3E9}"/>
          </ac:grpSpMkLst>
        </pc:grpChg>
        <pc:grpChg chg="add mod ord">
          <ac:chgData name="咨翔 丁" userId="879b47ae8c6d12b3" providerId="LiveId" clId="{CB535006-4627-4E69-BBD2-15FE1AFE5B05}" dt="2025-09-08T16:20:32.841" v="797" actId="167"/>
          <ac:grpSpMkLst>
            <pc:docMk/>
            <pc:sldMk cId="74438465" sldId="266"/>
            <ac:grpSpMk id="57" creationId="{5086AD28-E030-DFDA-7F56-C25AC6C6D491}"/>
          </ac:grpSpMkLst>
        </pc:grpChg>
        <pc:cxnChg chg="add mod topLvl">
          <ac:chgData name="咨翔 丁" userId="879b47ae8c6d12b3" providerId="LiveId" clId="{CB535006-4627-4E69-BBD2-15FE1AFE5B05}" dt="2025-09-08T16:17:25.667" v="772" actId="165"/>
          <ac:cxnSpMkLst>
            <pc:docMk/>
            <pc:sldMk cId="74438465" sldId="266"/>
            <ac:cxnSpMk id="8" creationId="{637CDF5A-467D-5DC4-5DFC-E42DCD1BC144}"/>
          </ac:cxnSpMkLst>
        </pc:cxnChg>
        <pc:cxnChg chg="add mod ord topLvl">
          <ac:chgData name="咨翔 丁" userId="879b47ae8c6d12b3" providerId="LiveId" clId="{CB535006-4627-4E69-BBD2-15FE1AFE5B05}" dt="2025-09-08T16:19:21.412" v="783" actId="338"/>
          <ac:cxnSpMkLst>
            <pc:docMk/>
            <pc:sldMk cId="74438465" sldId="266"/>
            <ac:cxnSpMk id="10" creationId="{F7C8AEFF-225A-CA98-A1E9-D3BB0DF97187}"/>
          </ac:cxnSpMkLst>
        </pc:cxnChg>
        <pc:cxnChg chg="add mod">
          <ac:chgData name="咨翔 丁" userId="879b47ae8c6d12b3" providerId="LiveId" clId="{CB535006-4627-4E69-BBD2-15FE1AFE5B05}" dt="2025-09-08T15:54:22.961" v="299" actId="692"/>
          <ac:cxnSpMkLst>
            <pc:docMk/>
            <pc:sldMk cId="74438465" sldId="266"/>
            <ac:cxnSpMk id="12" creationId="{E7E44E49-F797-EAF3-4988-FC67D3A7F259}"/>
          </ac:cxnSpMkLst>
        </pc:cxnChg>
        <pc:cxnChg chg="add mod">
          <ac:chgData name="咨翔 丁" userId="879b47ae8c6d12b3" providerId="LiveId" clId="{CB535006-4627-4E69-BBD2-15FE1AFE5B05}" dt="2025-09-08T15:53:45.632" v="287" actId="14861"/>
          <ac:cxnSpMkLst>
            <pc:docMk/>
            <pc:sldMk cId="74438465" sldId="266"/>
            <ac:cxnSpMk id="19" creationId="{274780E0-DA2C-5E32-32A1-9136A60BA771}"/>
          </ac:cxnSpMkLst>
        </pc:cxnChg>
        <pc:cxnChg chg="add mod ord">
          <ac:chgData name="咨翔 丁" userId="879b47ae8c6d12b3" providerId="LiveId" clId="{CB535006-4627-4E69-BBD2-15FE1AFE5B05}" dt="2025-09-08T16:02:47.082" v="534" actId="14100"/>
          <ac:cxnSpMkLst>
            <pc:docMk/>
            <pc:sldMk cId="74438465" sldId="266"/>
            <ac:cxnSpMk id="23" creationId="{2CE47B50-6F21-FF3C-EAC2-B11463B6998B}"/>
          </ac:cxnSpMkLst>
        </pc:cxnChg>
        <pc:cxnChg chg="add mod">
          <ac:chgData name="咨翔 丁" userId="879b47ae8c6d12b3" providerId="LiveId" clId="{CB535006-4627-4E69-BBD2-15FE1AFE5B05}" dt="2025-09-08T15:57:17.752" v="338" actId="14100"/>
          <ac:cxnSpMkLst>
            <pc:docMk/>
            <pc:sldMk cId="74438465" sldId="266"/>
            <ac:cxnSpMk id="30" creationId="{EE9E1758-7602-605B-26E4-785F152B2A05}"/>
          </ac:cxnSpMkLst>
        </pc:cxnChg>
        <pc:cxnChg chg="add mod topLvl">
          <ac:chgData name="咨翔 丁" userId="879b47ae8c6d12b3" providerId="LiveId" clId="{CB535006-4627-4E69-BBD2-15FE1AFE5B05}" dt="2025-09-08T16:19:21.412" v="783" actId="338"/>
          <ac:cxnSpMkLst>
            <pc:docMk/>
            <pc:sldMk cId="74438465" sldId="266"/>
            <ac:cxnSpMk id="32" creationId="{21B2AB84-A6D5-71D3-FEA2-08418E5178A4}"/>
          </ac:cxnSpMkLst>
        </pc:cxnChg>
        <pc:cxnChg chg="add mod">
          <ac:chgData name="咨翔 丁" userId="879b47ae8c6d12b3" providerId="LiveId" clId="{CB535006-4627-4E69-BBD2-15FE1AFE5B05}" dt="2025-09-08T16:09:44.918" v="725" actId="14100"/>
          <ac:cxnSpMkLst>
            <pc:docMk/>
            <pc:sldMk cId="74438465" sldId="266"/>
            <ac:cxnSpMk id="42" creationId="{CCDA6029-B023-0488-C7BC-BE14AB10D365}"/>
          </ac:cxnSpMkLst>
        </pc:cxnChg>
      </pc:sldChg>
    </pc:docChg>
  </pc:docChgLst>
  <pc:docChgLst>
    <pc:chgData name="咨翔 丁" userId="879b47ae8c6d12b3" providerId="LiveId" clId="{483FFD24-8D84-46FD-93B6-3A4D7DCC12F3}"/>
    <pc:docChg chg="undo custSel addSld delSld modSld">
      <pc:chgData name="咨翔 丁" userId="879b47ae8c6d12b3" providerId="LiveId" clId="{483FFD24-8D84-46FD-93B6-3A4D7DCC12F3}" dt="2025-09-09T16:24:00.081" v="869" actId="47"/>
      <pc:docMkLst>
        <pc:docMk/>
      </pc:docMkLst>
      <pc:sldChg chg="modSp mod">
        <pc:chgData name="咨翔 丁" userId="879b47ae8c6d12b3" providerId="LiveId" clId="{483FFD24-8D84-46FD-93B6-3A4D7DCC12F3}" dt="2025-09-09T13:29:43.895" v="15" actId="20577"/>
        <pc:sldMkLst>
          <pc:docMk/>
          <pc:sldMk cId="680875565" sldId="256"/>
        </pc:sldMkLst>
        <pc:spChg chg="mod">
          <ac:chgData name="咨翔 丁" userId="879b47ae8c6d12b3" providerId="LiveId" clId="{483FFD24-8D84-46FD-93B6-3A4D7DCC12F3}" dt="2025-09-09T13:29:37.047" v="5" actId="20578"/>
          <ac:spMkLst>
            <pc:docMk/>
            <pc:sldMk cId="680875565" sldId="256"/>
            <ac:spMk id="2" creationId="{E0D086E2-6C8B-D18A-29A6-A4E933881584}"/>
          </ac:spMkLst>
        </pc:spChg>
        <pc:spChg chg="mod">
          <ac:chgData name="咨翔 丁" userId="879b47ae8c6d12b3" providerId="LiveId" clId="{483FFD24-8D84-46FD-93B6-3A4D7DCC12F3}" dt="2025-09-09T13:29:43.895" v="15" actId="20577"/>
          <ac:spMkLst>
            <pc:docMk/>
            <pc:sldMk cId="680875565" sldId="256"/>
            <ac:spMk id="3" creationId="{CE039A59-E653-6DB8-4453-AF471DB66EB4}"/>
          </ac:spMkLst>
        </pc:spChg>
      </pc:sldChg>
      <pc:sldChg chg="addSp delSp modSp mod">
        <pc:chgData name="咨翔 丁" userId="879b47ae8c6d12b3" providerId="LiveId" clId="{483FFD24-8D84-46FD-93B6-3A4D7DCC12F3}" dt="2025-09-09T14:05:07.945" v="134" actId="20577"/>
        <pc:sldMkLst>
          <pc:docMk/>
          <pc:sldMk cId="1875110758" sldId="263"/>
        </pc:sldMkLst>
        <pc:spChg chg="mod">
          <ac:chgData name="咨翔 丁" userId="879b47ae8c6d12b3" providerId="LiveId" clId="{483FFD24-8D84-46FD-93B6-3A4D7DCC12F3}" dt="2025-09-09T13:58:37.064" v="88" actId="14100"/>
          <ac:spMkLst>
            <pc:docMk/>
            <pc:sldMk cId="1875110758" sldId="263"/>
            <ac:spMk id="2" creationId="{88D464D5-186F-AF17-CD62-51BB4C661451}"/>
          </ac:spMkLst>
        </pc:spChg>
        <pc:spChg chg="add mod">
          <ac:chgData name="咨翔 丁" userId="879b47ae8c6d12b3" providerId="LiveId" clId="{483FFD24-8D84-46FD-93B6-3A4D7DCC12F3}" dt="2025-09-09T14:05:07.945" v="134" actId="20577"/>
          <ac:spMkLst>
            <pc:docMk/>
            <pc:sldMk cId="1875110758" sldId="263"/>
            <ac:spMk id="6" creationId="{DA2E3AB4-43DA-1140-A3FD-71218E645DCA}"/>
          </ac:spMkLst>
        </pc:spChg>
        <pc:graphicFrameChg chg="mod">
          <ac:chgData name="咨翔 丁" userId="879b47ae8c6d12b3" providerId="LiveId" clId="{483FFD24-8D84-46FD-93B6-3A4D7DCC12F3}" dt="2025-09-09T14:00:31.259" v="101"/>
          <ac:graphicFrameMkLst>
            <pc:docMk/>
            <pc:sldMk cId="1875110758" sldId="263"/>
            <ac:graphicFrameMk id="4" creationId="{FDACB0A0-49DC-42D4-9C87-2F03C52BF0FD}"/>
          </ac:graphicFrameMkLst>
        </pc:graphicFrameChg>
        <pc:graphicFrameChg chg="mod">
          <ac:chgData name="咨翔 丁" userId="879b47ae8c6d12b3" providerId="LiveId" clId="{483FFD24-8D84-46FD-93B6-3A4D7DCC12F3}" dt="2025-09-09T14:00:28.926" v="100"/>
          <ac:graphicFrameMkLst>
            <pc:docMk/>
            <pc:sldMk cId="1875110758" sldId="263"/>
            <ac:graphicFrameMk id="5" creationId="{73C54CD7-650B-4B0E-BB22-F6A7F8DC2AAD}"/>
          </ac:graphicFrameMkLst>
        </pc:graphicFrameChg>
        <pc:picChg chg="add del mod">
          <ac:chgData name="咨翔 丁" userId="879b47ae8c6d12b3" providerId="LiveId" clId="{483FFD24-8D84-46FD-93B6-3A4D7DCC12F3}" dt="2025-09-09T14:01:24.276" v="111" actId="1076"/>
          <ac:picMkLst>
            <pc:docMk/>
            <pc:sldMk cId="1875110758" sldId="263"/>
            <ac:picMk id="7" creationId="{906A25F3-7532-7EEC-520E-B260F97B9B77}"/>
          </ac:picMkLst>
        </pc:picChg>
      </pc:sldChg>
      <pc:sldChg chg="addSp modSp mod">
        <pc:chgData name="咨翔 丁" userId="879b47ae8c6d12b3" providerId="LiveId" clId="{483FFD24-8D84-46FD-93B6-3A4D7DCC12F3}" dt="2025-09-09T14:20:20.233" v="180" actId="20577"/>
        <pc:sldMkLst>
          <pc:docMk/>
          <pc:sldMk cId="4290265079" sldId="265"/>
        </pc:sldMkLst>
        <pc:spChg chg="mod">
          <ac:chgData name="咨翔 丁" userId="879b47ae8c6d12b3" providerId="LiveId" clId="{483FFD24-8D84-46FD-93B6-3A4D7DCC12F3}" dt="2025-09-09T14:05:28.617" v="136" actId="27636"/>
          <ac:spMkLst>
            <pc:docMk/>
            <pc:sldMk cId="4290265079" sldId="265"/>
            <ac:spMk id="2" creationId="{74074BBB-D384-08F3-81DD-180A6FBB9273}"/>
          </ac:spMkLst>
        </pc:spChg>
        <pc:spChg chg="add mod">
          <ac:chgData name="咨翔 丁" userId="879b47ae8c6d12b3" providerId="LiveId" clId="{483FFD24-8D84-46FD-93B6-3A4D7DCC12F3}" dt="2025-09-09T14:20:20.233" v="180" actId="20577"/>
          <ac:spMkLst>
            <pc:docMk/>
            <pc:sldMk cId="4290265079" sldId="265"/>
            <ac:spMk id="4" creationId="{0AF0D45A-3987-DD2A-D3E6-C02B94AF112F}"/>
          </ac:spMkLst>
        </pc:spChg>
        <pc:graphicFrameChg chg="mod">
          <ac:chgData name="咨翔 丁" userId="879b47ae8c6d12b3" providerId="LiveId" clId="{483FFD24-8D84-46FD-93B6-3A4D7DCC12F3}" dt="2025-09-09T14:07:16.336" v="160"/>
          <ac:graphicFrameMkLst>
            <pc:docMk/>
            <pc:sldMk cId="4290265079" sldId="265"/>
            <ac:graphicFrameMk id="6" creationId="{CF362E67-1B4C-4FAA-9B7F-2C378B921B85}"/>
          </ac:graphicFrameMkLst>
        </pc:graphicFrameChg>
        <pc:graphicFrameChg chg="mod">
          <ac:chgData name="咨翔 丁" userId="879b47ae8c6d12b3" providerId="LiveId" clId="{483FFD24-8D84-46FD-93B6-3A4D7DCC12F3}" dt="2025-09-09T14:06:10.543" v="154"/>
          <ac:graphicFrameMkLst>
            <pc:docMk/>
            <pc:sldMk cId="4290265079" sldId="265"/>
            <ac:graphicFrameMk id="7" creationId="{C26F3170-D7AE-4E25-B214-DF199BB274AB}"/>
          </ac:graphicFrameMkLst>
        </pc:graphicFrameChg>
        <pc:picChg chg="mod">
          <ac:chgData name="咨翔 丁" userId="879b47ae8c6d12b3" providerId="LiveId" clId="{483FFD24-8D84-46FD-93B6-3A4D7DCC12F3}" dt="2025-09-09T14:06:33.036" v="159" actId="1076"/>
          <ac:picMkLst>
            <pc:docMk/>
            <pc:sldMk cId="4290265079" sldId="265"/>
            <ac:picMk id="5" creationId="{AD9C3C41-CC3C-8D15-E659-281411EF6853}"/>
          </ac:picMkLst>
        </pc:picChg>
      </pc:sldChg>
      <pc:sldChg chg="addSp modSp mod">
        <pc:chgData name="咨翔 丁" userId="879b47ae8c6d12b3" providerId="LiveId" clId="{483FFD24-8D84-46FD-93B6-3A4D7DCC12F3}" dt="2025-09-09T13:32:56.523" v="87" actId="1076"/>
        <pc:sldMkLst>
          <pc:docMk/>
          <pc:sldMk cId="74438465" sldId="266"/>
        </pc:sldMkLst>
        <pc:spChg chg="add mod">
          <ac:chgData name="咨翔 丁" userId="879b47ae8c6d12b3" providerId="LiveId" clId="{483FFD24-8D84-46FD-93B6-3A4D7DCC12F3}" dt="2025-09-09T13:32:15.412" v="53" actId="1076"/>
          <ac:spMkLst>
            <pc:docMk/>
            <pc:sldMk cId="74438465" sldId="266"/>
            <ac:spMk id="3" creationId="{A93AF673-2D3F-077E-70A8-72BF1B1BF05B}"/>
          </ac:spMkLst>
        </pc:spChg>
        <pc:spChg chg="add mod">
          <ac:chgData name="咨翔 丁" userId="879b47ae8c6d12b3" providerId="LiveId" clId="{483FFD24-8D84-46FD-93B6-3A4D7DCC12F3}" dt="2025-09-09T13:32:27.346" v="54"/>
          <ac:spMkLst>
            <pc:docMk/>
            <pc:sldMk cId="74438465" sldId="266"/>
            <ac:spMk id="4" creationId="{A7149162-60FF-C9FB-1544-1E5AA724F3D4}"/>
          </ac:spMkLst>
        </pc:spChg>
        <pc:spChg chg="mod">
          <ac:chgData name="咨翔 丁" userId="879b47ae8c6d12b3" providerId="LiveId" clId="{483FFD24-8D84-46FD-93B6-3A4D7DCC12F3}" dt="2025-09-09T13:30:06.751" v="22" actId="20577"/>
          <ac:spMkLst>
            <pc:docMk/>
            <pc:sldMk cId="74438465" sldId="266"/>
            <ac:spMk id="20" creationId="{D2375BE9-38BC-FD0E-6A62-9A537296F960}"/>
          </ac:spMkLst>
        </pc:spChg>
        <pc:spChg chg="mod">
          <ac:chgData name="咨翔 丁" userId="879b47ae8c6d12b3" providerId="LiveId" clId="{483FFD24-8D84-46FD-93B6-3A4D7DCC12F3}" dt="2025-09-09T13:32:56.523" v="87" actId="1076"/>
          <ac:spMkLst>
            <pc:docMk/>
            <pc:sldMk cId="74438465" sldId="266"/>
            <ac:spMk id="29" creationId="{61456D1B-05E1-D773-B9AC-539481602328}"/>
          </ac:spMkLst>
        </pc:spChg>
        <pc:grpChg chg="mod">
          <ac:chgData name="咨翔 丁" userId="879b47ae8c6d12b3" providerId="LiveId" clId="{483FFD24-8D84-46FD-93B6-3A4D7DCC12F3}" dt="2025-09-09T13:30:34.647" v="26" actId="1076"/>
          <ac:grpSpMkLst>
            <pc:docMk/>
            <pc:sldMk cId="74438465" sldId="266"/>
            <ac:grpSpMk id="57" creationId="{5086AD28-E030-DFDA-7F56-C25AC6C6D491}"/>
          </ac:grpSpMkLst>
        </pc:grpChg>
      </pc:sldChg>
      <pc:sldChg chg="addSp delSp modSp new mod">
        <pc:chgData name="咨翔 丁" userId="879b47ae8c6d12b3" providerId="LiveId" clId="{483FFD24-8D84-46FD-93B6-3A4D7DCC12F3}" dt="2025-09-09T16:11:18.324" v="718" actId="14100"/>
        <pc:sldMkLst>
          <pc:docMk/>
          <pc:sldMk cId="2697889397" sldId="267"/>
        </pc:sldMkLst>
        <pc:spChg chg="mod">
          <ac:chgData name="咨翔 丁" userId="879b47ae8c6d12b3" providerId="LiveId" clId="{483FFD24-8D84-46FD-93B6-3A4D7DCC12F3}" dt="2025-09-09T15:36:36.422" v="410" actId="20577"/>
          <ac:spMkLst>
            <pc:docMk/>
            <pc:sldMk cId="2697889397" sldId="267"/>
            <ac:spMk id="2" creationId="{5B8C74D2-4CDD-455E-69D9-68C4AA5579D6}"/>
          </ac:spMkLst>
        </pc:spChg>
        <pc:spChg chg="add del mod">
          <ac:chgData name="咨翔 丁" userId="879b47ae8c6d12b3" providerId="LiveId" clId="{483FFD24-8D84-46FD-93B6-3A4D7DCC12F3}" dt="2025-09-09T16:11:18.324" v="718" actId="14100"/>
          <ac:spMkLst>
            <pc:docMk/>
            <pc:sldMk cId="2697889397" sldId="267"/>
            <ac:spMk id="3" creationId="{6A612B60-6C10-6A19-1F97-3194DA56CD43}"/>
          </ac:spMkLst>
        </pc:spChg>
        <pc:spChg chg="add mod ord">
          <ac:chgData name="咨翔 丁" userId="879b47ae8c6d12b3" providerId="LiveId" clId="{483FFD24-8D84-46FD-93B6-3A4D7DCC12F3}" dt="2025-09-09T15:36:00.785" v="402" actId="1076"/>
          <ac:spMkLst>
            <pc:docMk/>
            <pc:sldMk cId="2697889397" sldId="267"/>
            <ac:spMk id="8" creationId="{8A3B9335-F798-3C09-E6B0-BE976F0AB11C}"/>
          </ac:spMkLst>
        </pc:spChg>
        <pc:spChg chg="add mod">
          <ac:chgData name="咨翔 丁" userId="879b47ae8c6d12b3" providerId="LiveId" clId="{483FFD24-8D84-46FD-93B6-3A4D7DCC12F3}" dt="2025-09-09T15:57:47.920" v="591" actId="115"/>
          <ac:spMkLst>
            <pc:docMk/>
            <pc:sldMk cId="2697889397" sldId="267"/>
            <ac:spMk id="11" creationId="{82B7BD23-3799-E731-701F-573E777D0603}"/>
          </ac:spMkLst>
        </pc:spChg>
        <pc:spChg chg="add mod">
          <ac:chgData name="咨翔 丁" userId="879b47ae8c6d12b3" providerId="LiveId" clId="{483FFD24-8D84-46FD-93B6-3A4D7DCC12F3}" dt="2025-09-09T15:35:54.250" v="399" actId="1076"/>
          <ac:spMkLst>
            <pc:docMk/>
            <pc:sldMk cId="2697889397" sldId="267"/>
            <ac:spMk id="16" creationId="{65FF99C2-AB0E-B112-C01C-501EA48EB4F0}"/>
          </ac:spMkLst>
        </pc:spChg>
        <pc:spChg chg="add mod">
          <ac:chgData name="咨翔 丁" userId="879b47ae8c6d12b3" providerId="LiveId" clId="{483FFD24-8D84-46FD-93B6-3A4D7DCC12F3}" dt="2025-09-09T15:35:58.439" v="401" actId="1076"/>
          <ac:spMkLst>
            <pc:docMk/>
            <pc:sldMk cId="2697889397" sldId="267"/>
            <ac:spMk id="19" creationId="{9C259291-2F5A-EBF0-1895-2C907CB7572D}"/>
          </ac:spMkLst>
        </pc:spChg>
        <pc:picChg chg="add mod">
          <ac:chgData name="咨翔 丁" userId="879b47ae8c6d12b3" providerId="LiveId" clId="{483FFD24-8D84-46FD-93B6-3A4D7DCC12F3}" dt="2025-09-09T15:45:57.913" v="541" actId="14100"/>
          <ac:picMkLst>
            <pc:docMk/>
            <pc:sldMk cId="2697889397" sldId="267"/>
            <ac:picMk id="7" creationId="{D9053146-3526-BCF4-A146-AAC217C5A5AD}"/>
          </ac:picMkLst>
        </pc:picChg>
        <pc:picChg chg="add mod ord">
          <ac:chgData name="咨翔 丁" userId="879b47ae8c6d12b3" providerId="LiveId" clId="{483FFD24-8D84-46FD-93B6-3A4D7DCC12F3}" dt="2025-09-09T15:45:35.456" v="536" actId="1076"/>
          <ac:picMkLst>
            <pc:docMk/>
            <pc:sldMk cId="2697889397" sldId="267"/>
            <ac:picMk id="10" creationId="{AA1A076B-02FC-0E12-6994-7DB8BEAA0589}"/>
          </ac:picMkLst>
        </pc:picChg>
        <pc:picChg chg="add mod modCrop">
          <ac:chgData name="咨翔 丁" userId="879b47ae8c6d12b3" providerId="LiveId" clId="{483FFD24-8D84-46FD-93B6-3A4D7DCC12F3}" dt="2025-09-09T15:45:33.186" v="535" actId="1076"/>
          <ac:picMkLst>
            <pc:docMk/>
            <pc:sldMk cId="2697889397" sldId="267"/>
            <ac:picMk id="13" creationId="{BF2C1099-7DE5-3033-F775-2C14F5ECD2CA}"/>
          </ac:picMkLst>
        </pc:picChg>
        <pc:picChg chg="add mod">
          <ac:chgData name="咨翔 丁" userId="879b47ae8c6d12b3" providerId="LiveId" clId="{483FFD24-8D84-46FD-93B6-3A4D7DCC12F3}" dt="2025-09-09T15:45:50.026" v="539" actId="1076"/>
          <ac:picMkLst>
            <pc:docMk/>
            <pc:sldMk cId="2697889397" sldId="267"/>
            <ac:picMk id="18" creationId="{E1C2F5B2-3E91-EE0C-D5DB-282737F51781}"/>
          </ac:picMkLst>
        </pc:picChg>
      </pc:sldChg>
      <pc:sldChg chg="addSp new del mod">
        <pc:chgData name="咨翔 丁" userId="879b47ae8c6d12b3" providerId="LiveId" clId="{483FFD24-8D84-46FD-93B6-3A4D7DCC12F3}" dt="2025-09-09T16:24:00.081" v="869" actId="47"/>
        <pc:sldMkLst>
          <pc:docMk/>
          <pc:sldMk cId="1717152699" sldId="268"/>
        </pc:sldMkLst>
      </pc:sldChg>
      <pc:sldChg chg="addSp delSp modSp add mod">
        <pc:chgData name="咨翔 丁" userId="879b47ae8c6d12b3" providerId="LiveId" clId="{483FFD24-8D84-46FD-93B6-3A4D7DCC12F3}" dt="2025-09-09T16:11:51.699" v="729" actId="115"/>
        <pc:sldMkLst>
          <pc:docMk/>
          <pc:sldMk cId="3957609339" sldId="269"/>
        </pc:sldMkLst>
        <pc:spChg chg="mod">
          <ac:chgData name="咨翔 丁" userId="879b47ae8c6d12b3" providerId="LiveId" clId="{483FFD24-8D84-46FD-93B6-3A4D7DCC12F3}" dt="2025-09-09T16:11:14.895" v="717" actId="14100"/>
          <ac:spMkLst>
            <pc:docMk/>
            <pc:sldMk cId="3957609339" sldId="269"/>
            <ac:spMk id="3" creationId="{3F5CBB64-3FAA-8010-5F0E-63ACBF27CA63}"/>
          </ac:spMkLst>
        </pc:spChg>
        <pc:spChg chg="mod">
          <ac:chgData name="咨翔 丁" userId="879b47ae8c6d12b3" providerId="LiveId" clId="{483FFD24-8D84-46FD-93B6-3A4D7DCC12F3}" dt="2025-09-09T15:49:57.916" v="556" actId="1076"/>
          <ac:spMkLst>
            <pc:docMk/>
            <pc:sldMk cId="3957609339" sldId="269"/>
            <ac:spMk id="8" creationId="{27463F3A-F096-929B-7FA8-81B9B47FEEAC}"/>
          </ac:spMkLst>
        </pc:spChg>
        <pc:spChg chg="mod">
          <ac:chgData name="咨翔 丁" userId="879b47ae8c6d12b3" providerId="LiveId" clId="{483FFD24-8D84-46FD-93B6-3A4D7DCC12F3}" dt="2025-09-09T15:49:54.155" v="554" actId="1076"/>
          <ac:spMkLst>
            <pc:docMk/>
            <pc:sldMk cId="3957609339" sldId="269"/>
            <ac:spMk id="11" creationId="{C3692243-F98D-9710-055C-CAD8907A58E2}"/>
          </ac:spMkLst>
        </pc:spChg>
        <pc:spChg chg="mod">
          <ac:chgData name="咨翔 丁" userId="879b47ae8c6d12b3" providerId="LiveId" clId="{483FFD24-8D84-46FD-93B6-3A4D7DCC12F3}" dt="2025-09-09T15:49:52.234" v="553" actId="1076"/>
          <ac:spMkLst>
            <pc:docMk/>
            <pc:sldMk cId="3957609339" sldId="269"/>
            <ac:spMk id="16" creationId="{09E3FA67-9D12-A9EB-4F4F-7BAB47C064FA}"/>
          </ac:spMkLst>
        </pc:spChg>
        <pc:spChg chg="mod">
          <ac:chgData name="咨翔 丁" userId="879b47ae8c6d12b3" providerId="LiveId" clId="{483FFD24-8D84-46FD-93B6-3A4D7DCC12F3}" dt="2025-09-09T16:10:18.469" v="705" actId="1076"/>
          <ac:spMkLst>
            <pc:docMk/>
            <pc:sldMk cId="3957609339" sldId="269"/>
            <ac:spMk id="19" creationId="{1D03ABD4-6385-4076-074F-4E44E66FCE5B}"/>
          </ac:spMkLst>
        </pc:spChg>
        <pc:spChg chg="add mod">
          <ac:chgData name="咨翔 丁" userId="879b47ae8c6d12b3" providerId="LiveId" clId="{483FFD24-8D84-46FD-93B6-3A4D7DCC12F3}" dt="2025-09-09T16:11:51.699" v="729" actId="115"/>
          <ac:spMkLst>
            <pc:docMk/>
            <pc:sldMk cId="3957609339" sldId="269"/>
            <ac:spMk id="22" creationId="{56B226DF-778F-5EDE-FD06-91797E012513}"/>
          </ac:spMkLst>
        </pc:spChg>
        <pc:picChg chg="add mod ord">
          <ac:chgData name="咨翔 丁" userId="879b47ae8c6d12b3" providerId="LiveId" clId="{483FFD24-8D84-46FD-93B6-3A4D7DCC12F3}" dt="2025-09-09T15:54:44.320" v="562" actId="14100"/>
          <ac:picMkLst>
            <pc:docMk/>
            <pc:sldMk cId="3957609339" sldId="269"/>
            <ac:picMk id="5" creationId="{5F57AB41-193F-7550-C761-ADC4E1D5CBD2}"/>
          </ac:picMkLst>
        </pc:picChg>
        <pc:picChg chg="add mod ord">
          <ac:chgData name="咨翔 丁" userId="879b47ae8c6d12b3" providerId="LiveId" clId="{483FFD24-8D84-46FD-93B6-3A4D7DCC12F3}" dt="2025-09-09T15:55:19.561" v="572" actId="1076"/>
          <ac:picMkLst>
            <pc:docMk/>
            <pc:sldMk cId="3957609339" sldId="269"/>
            <ac:picMk id="9" creationId="{AC079398-7D19-88CE-D752-715BC93F2D8A}"/>
          </ac:picMkLst>
        </pc:picChg>
        <pc:picChg chg="add mod">
          <ac:chgData name="咨翔 丁" userId="879b47ae8c6d12b3" providerId="LiveId" clId="{483FFD24-8D84-46FD-93B6-3A4D7DCC12F3}" dt="2025-09-09T15:55:22.298" v="573" actId="1076"/>
          <ac:picMkLst>
            <pc:docMk/>
            <pc:sldMk cId="3957609339" sldId="269"/>
            <ac:picMk id="14" creationId="{021F4E7E-2925-255C-E549-A0E4A95D18DF}"/>
          </ac:picMkLst>
        </pc:picChg>
        <pc:picChg chg="add mod ord">
          <ac:chgData name="咨翔 丁" userId="879b47ae8c6d12b3" providerId="LiveId" clId="{483FFD24-8D84-46FD-93B6-3A4D7DCC12F3}" dt="2025-09-09T15:55:25.922" v="574" actId="1076"/>
          <ac:picMkLst>
            <pc:docMk/>
            <pc:sldMk cId="3957609339" sldId="269"/>
            <ac:picMk id="17" creationId="{9AA920FF-4A89-8414-2A9B-DD0E525C46AA}"/>
          </ac:picMkLst>
        </pc:picChg>
        <pc:picChg chg="add mod">
          <ac:chgData name="咨翔 丁" userId="879b47ae8c6d12b3" providerId="LiveId" clId="{483FFD24-8D84-46FD-93B6-3A4D7DCC12F3}" dt="2025-09-09T16:10:14.307" v="704" actId="1076"/>
          <ac:picMkLst>
            <pc:docMk/>
            <pc:sldMk cId="3957609339" sldId="269"/>
            <ac:picMk id="21" creationId="{67754CC5-07A9-FC70-25E3-A9065C1C53EA}"/>
          </ac:picMkLst>
        </pc:picChg>
      </pc:sldChg>
      <pc:sldChg chg="addSp delSp modSp add mod">
        <pc:chgData name="咨翔 丁" userId="879b47ae8c6d12b3" providerId="LiveId" clId="{483FFD24-8D84-46FD-93B6-3A4D7DCC12F3}" dt="2025-09-09T16:11:55.707" v="730" actId="115"/>
        <pc:sldMkLst>
          <pc:docMk/>
          <pc:sldMk cId="586264757" sldId="270"/>
        </pc:sldMkLst>
        <pc:spChg chg="mod">
          <ac:chgData name="咨翔 丁" userId="879b47ae8c6d12b3" providerId="LiveId" clId="{483FFD24-8D84-46FD-93B6-3A4D7DCC12F3}" dt="2025-09-09T16:02:32.586" v="606" actId="14100"/>
          <ac:spMkLst>
            <pc:docMk/>
            <pc:sldMk cId="586264757" sldId="270"/>
            <ac:spMk id="2" creationId="{358F2E19-5B31-8624-2CF9-ED9858546DE5}"/>
          </ac:spMkLst>
        </pc:spChg>
        <pc:spChg chg="mod">
          <ac:chgData name="咨翔 丁" userId="879b47ae8c6d12b3" providerId="LiveId" clId="{483FFD24-8D84-46FD-93B6-3A4D7DCC12F3}" dt="2025-09-09T16:11:10.022" v="716" actId="14100"/>
          <ac:spMkLst>
            <pc:docMk/>
            <pc:sldMk cId="586264757" sldId="270"/>
            <ac:spMk id="3" creationId="{4F080E7C-68BD-DE83-AA56-3F821C5564CC}"/>
          </ac:spMkLst>
        </pc:spChg>
        <pc:spChg chg="mod">
          <ac:chgData name="咨翔 丁" userId="879b47ae8c6d12b3" providerId="LiveId" clId="{483FFD24-8D84-46FD-93B6-3A4D7DCC12F3}" dt="2025-09-09T16:03:02.527" v="619" actId="1076"/>
          <ac:spMkLst>
            <pc:docMk/>
            <pc:sldMk cId="586264757" sldId="270"/>
            <ac:spMk id="8" creationId="{82C41980-2B64-D63A-07A2-CACD1F236C6F}"/>
          </ac:spMkLst>
        </pc:spChg>
        <pc:spChg chg="mod">
          <ac:chgData name="咨翔 丁" userId="879b47ae8c6d12b3" providerId="LiveId" clId="{483FFD24-8D84-46FD-93B6-3A4D7DCC12F3}" dt="2025-09-09T16:05:07.868" v="636" actId="20577"/>
          <ac:spMkLst>
            <pc:docMk/>
            <pc:sldMk cId="586264757" sldId="270"/>
            <ac:spMk id="11" creationId="{E361F9BF-1717-3C28-7C7D-85867C41BB09}"/>
          </ac:spMkLst>
        </pc:spChg>
        <pc:spChg chg="mod">
          <ac:chgData name="咨翔 丁" userId="879b47ae8c6d12b3" providerId="LiveId" clId="{483FFD24-8D84-46FD-93B6-3A4D7DCC12F3}" dt="2025-09-09T16:08:14.438" v="660" actId="20577"/>
          <ac:spMkLst>
            <pc:docMk/>
            <pc:sldMk cId="586264757" sldId="270"/>
            <ac:spMk id="16" creationId="{9EF3F661-10B4-5BDA-0E30-CE189995CBFB}"/>
          </ac:spMkLst>
        </pc:spChg>
        <pc:spChg chg="mod">
          <ac:chgData name="咨翔 丁" userId="879b47ae8c6d12b3" providerId="LiveId" clId="{483FFD24-8D84-46FD-93B6-3A4D7DCC12F3}" dt="2025-09-09T16:11:29.332" v="720" actId="1076"/>
          <ac:spMkLst>
            <pc:docMk/>
            <pc:sldMk cId="586264757" sldId="270"/>
            <ac:spMk id="19" creationId="{C797A3F4-1F7E-221A-40A7-06A9E83C8737}"/>
          </ac:spMkLst>
        </pc:spChg>
        <pc:spChg chg="add mod">
          <ac:chgData name="咨翔 丁" userId="879b47ae8c6d12b3" providerId="LiveId" clId="{483FFD24-8D84-46FD-93B6-3A4D7DCC12F3}" dt="2025-09-09T16:11:55.707" v="730" actId="115"/>
          <ac:spMkLst>
            <pc:docMk/>
            <pc:sldMk cId="586264757" sldId="270"/>
            <ac:spMk id="22" creationId="{E18993A6-EB5E-024A-815B-873792E37EBC}"/>
          </ac:spMkLst>
        </pc:spChg>
        <pc:picChg chg="add mod">
          <ac:chgData name="咨翔 丁" userId="879b47ae8c6d12b3" providerId="LiveId" clId="{483FFD24-8D84-46FD-93B6-3A4D7DCC12F3}" dt="2025-09-09T16:07:59.700" v="652" actId="14100"/>
          <ac:picMkLst>
            <pc:docMk/>
            <pc:sldMk cId="586264757" sldId="270"/>
            <ac:picMk id="6" creationId="{C89DDB54-01C9-8073-FA89-9031E5EA44CB}"/>
          </ac:picMkLst>
        </pc:picChg>
        <pc:picChg chg="add mod">
          <ac:chgData name="咨翔 丁" userId="879b47ae8c6d12b3" providerId="LiveId" clId="{483FFD24-8D84-46FD-93B6-3A4D7DCC12F3}" dt="2025-09-09T16:07:55.822" v="651" actId="14100"/>
          <ac:picMkLst>
            <pc:docMk/>
            <pc:sldMk cId="586264757" sldId="270"/>
            <ac:picMk id="10" creationId="{F152F20D-1291-A811-A5A4-B8A5FD802EA5}"/>
          </ac:picMkLst>
        </pc:picChg>
        <pc:picChg chg="add mod">
          <ac:chgData name="咨翔 丁" userId="879b47ae8c6d12b3" providerId="LiveId" clId="{483FFD24-8D84-46FD-93B6-3A4D7DCC12F3}" dt="2025-09-09T16:07:40.858" v="648" actId="1076"/>
          <ac:picMkLst>
            <pc:docMk/>
            <pc:sldMk cId="586264757" sldId="270"/>
            <ac:picMk id="13" creationId="{D01D153E-5BBF-603F-FAE1-7937D61F4F24}"/>
          </ac:picMkLst>
        </pc:picChg>
        <pc:picChg chg="add mod">
          <ac:chgData name="咨翔 丁" userId="879b47ae8c6d12b3" providerId="LiveId" clId="{483FFD24-8D84-46FD-93B6-3A4D7DCC12F3}" dt="2025-09-09T16:07:20.139" v="643" actId="1076"/>
          <ac:picMkLst>
            <pc:docMk/>
            <pc:sldMk cId="586264757" sldId="270"/>
            <ac:picMk id="18" creationId="{C999F031-FA57-48E4-6E58-5753B3EE8D11}"/>
          </ac:picMkLst>
        </pc:picChg>
        <pc:picChg chg="add mod">
          <ac:chgData name="咨翔 丁" userId="879b47ae8c6d12b3" providerId="LiveId" clId="{483FFD24-8D84-46FD-93B6-3A4D7DCC12F3}" dt="2025-09-09T16:11:27.365" v="719" actId="1076"/>
          <ac:picMkLst>
            <pc:docMk/>
            <pc:sldMk cId="586264757" sldId="270"/>
            <ac:picMk id="21" creationId="{9A7EE416-71B7-3AE3-2C9F-5EB900943CF5}"/>
          </ac:picMkLst>
        </pc:picChg>
      </pc:sldChg>
      <pc:sldChg chg="addSp delSp modSp add mod">
        <pc:chgData name="咨翔 丁" userId="879b47ae8c6d12b3" providerId="LiveId" clId="{483FFD24-8D84-46FD-93B6-3A4D7DCC12F3}" dt="2025-09-09T16:23:55.220" v="868" actId="14100"/>
        <pc:sldMkLst>
          <pc:docMk/>
          <pc:sldMk cId="677732830" sldId="271"/>
        </pc:sldMkLst>
        <pc:spChg chg="mod">
          <ac:chgData name="咨翔 丁" userId="879b47ae8c6d12b3" providerId="LiveId" clId="{483FFD24-8D84-46FD-93B6-3A4D7DCC12F3}" dt="2025-09-09T16:23:29.292" v="860" actId="20577"/>
          <ac:spMkLst>
            <pc:docMk/>
            <pc:sldMk cId="677732830" sldId="271"/>
            <ac:spMk id="3" creationId="{0FEE5B9B-B844-F849-02B7-B022C95970E1}"/>
          </ac:spMkLst>
        </pc:spChg>
        <pc:spChg chg="add mod">
          <ac:chgData name="咨翔 丁" userId="879b47ae8c6d12b3" providerId="LiveId" clId="{483FFD24-8D84-46FD-93B6-3A4D7DCC12F3}" dt="2025-09-09T16:18:31.950" v="811" actId="20577"/>
          <ac:spMkLst>
            <pc:docMk/>
            <pc:sldMk cId="677732830" sldId="271"/>
            <ac:spMk id="15" creationId="{55208564-67B3-0D70-181C-751CBA20C103}"/>
          </ac:spMkLst>
        </pc:spChg>
        <pc:spChg chg="mod">
          <ac:chgData name="咨翔 丁" userId="879b47ae8c6d12b3" providerId="LiveId" clId="{483FFD24-8D84-46FD-93B6-3A4D7DCC12F3}" dt="2025-09-09T16:16:25.792" v="780" actId="1076"/>
          <ac:spMkLst>
            <pc:docMk/>
            <pc:sldMk cId="677732830" sldId="271"/>
            <ac:spMk id="16" creationId="{0FF1F23F-955A-CFD6-2A65-434F942C1D07}"/>
          </ac:spMkLst>
        </pc:spChg>
        <pc:spChg chg="mod">
          <ac:chgData name="咨翔 丁" userId="879b47ae8c6d12b3" providerId="LiveId" clId="{483FFD24-8D84-46FD-93B6-3A4D7DCC12F3}" dt="2025-09-09T16:22:36.594" v="836" actId="1076"/>
          <ac:spMkLst>
            <pc:docMk/>
            <pc:sldMk cId="677732830" sldId="271"/>
            <ac:spMk id="22" creationId="{D1448C58-3DD3-3D78-554C-D5E6B2DEEA73}"/>
          </ac:spMkLst>
        </pc:spChg>
        <pc:spChg chg="add mod">
          <ac:chgData name="咨翔 丁" userId="879b47ae8c6d12b3" providerId="LiveId" clId="{483FFD24-8D84-46FD-93B6-3A4D7DCC12F3}" dt="2025-09-09T16:22:01.739" v="822" actId="1076"/>
          <ac:spMkLst>
            <pc:docMk/>
            <pc:sldMk cId="677732830" sldId="271"/>
            <ac:spMk id="23" creationId="{D2F3DFC1-DCE0-F355-E423-3F14404AE7E2}"/>
          </ac:spMkLst>
        </pc:spChg>
        <pc:picChg chg="add mod">
          <ac:chgData name="咨翔 丁" userId="879b47ae8c6d12b3" providerId="LiveId" clId="{483FFD24-8D84-46FD-93B6-3A4D7DCC12F3}" dt="2025-09-09T16:23:55.220" v="868" actId="14100"/>
          <ac:picMkLst>
            <pc:docMk/>
            <pc:sldMk cId="677732830" sldId="271"/>
            <ac:picMk id="7" creationId="{C9007786-3345-CC34-97E6-348F830BD671}"/>
          </ac:picMkLst>
        </pc:picChg>
        <pc:picChg chg="add mod">
          <ac:chgData name="咨翔 丁" userId="879b47ae8c6d12b3" providerId="LiveId" clId="{483FFD24-8D84-46FD-93B6-3A4D7DCC12F3}" dt="2025-09-09T16:23:40.136" v="861" actId="14100"/>
          <ac:picMkLst>
            <pc:docMk/>
            <pc:sldMk cId="677732830" sldId="271"/>
            <ac:picMk id="9" creationId="{421ACC7A-FC7E-3BB3-9282-5E12748B28E7}"/>
          </ac:picMkLst>
        </pc:picChg>
        <pc:picChg chg="add mod">
          <ac:chgData name="咨翔 丁" userId="879b47ae8c6d12b3" providerId="LiveId" clId="{483FFD24-8D84-46FD-93B6-3A4D7DCC12F3}" dt="2025-09-09T16:23:51.225" v="866" actId="14100"/>
          <ac:picMkLst>
            <pc:docMk/>
            <pc:sldMk cId="677732830" sldId="271"/>
            <ac:picMk id="14" creationId="{86D71770-7E3C-1B76-468B-657A73670327}"/>
          </ac:picMkLst>
        </pc:picChg>
        <pc:picChg chg="add mod">
          <ac:chgData name="咨翔 丁" userId="879b47ae8c6d12b3" providerId="LiveId" clId="{483FFD24-8D84-46FD-93B6-3A4D7DCC12F3}" dt="2025-09-09T16:23:44.228" v="863" actId="1076"/>
          <ac:picMkLst>
            <pc:docMk/>
            <pc:sldMk cId="677732830" sldId="271"/>
            <ac:picMk id="20" creationId="{1DB5FCE3-B17E-FD6D-B8B4-784B4FC68604}"/>
          </ac:picMkLst>
        </pc:picChg>
      </pc:sldChg>
    </pc:docChg>
  </pc:docChgLst>
  <pc:docChgLst>
    <pc:chgData name="咨翔 丁" userId="879b47ae8c6d12b3" providerId="LiveId" clId="{D4627C4C-96E9-41AE-B2E4-DD4464E70A10}"/>
    <pc:docChg chg="undo custSel addSld delSld modSld sldOrd">
      <pc:chgData name="咨翔 丁" userId="879b47ae8c6d12b3" providerId="LiveId" clId="{D4627C4C-96E9-41AE-B2E4-DD4464E70A10}" dt="2025-09-15T06:00:36.777" v="1069" actId="14100"/>
      <pc:docMkLst>
        <pc:docMk/>
      </pc:docMkLst>
      <pc:sldChg chg="modSp new mod">
        <pc:chgData name="咨翔 丁" userId="879b47ae8c6d12b3" providerId="LiveId" clId="{D4627C4C-96E9-41AE-B2E4-DD4464E70A10}" dt="2025-09-10T01:28:10.899" v="1057" actId="20577"/>
        <pc:sldMkLst>
          <pc:docMk/>
          <pc:sldMk cId="680875565" sldId="256"/>
        </pc:sldMkLst>
        <pc:spChg chg="mod">
          <ac:chgData name="咨翔 丁" userId="879b47ae8c6d12b3" providerId="LiveId" clId="{D4627C4C-96E9-41AE-B2E4-DD4464E70A10}" dt="2025-09-08T03:50:09.037" v="13" actId="20577"/>
          <ac:spMkLst>
            <pc:docMk/>
            <pc:sldMk cId="680875565" sldId="256"/>
            <ac:spMk id="2" creationId="{E0D086E2-6C8B-D18A-29A6-A4E933881584}"/>
          </ac:spMkLst>
        </pc:spChg>
        <pc:spChg chg="mod">
          <ac:chgData name="咨翔 丁" userId="879b47ae8c6d12b3" providerId="LiveId" clId="{D4627C4C-96E9-41AE-B2E4-DD4464E70A10}" dt="2025-09-10T01:28:10.899" v="1057" actId="20577"/>
          <ac:spMkLst>
            <pc:docMk/>
            <pc:sldMk cId="680875565" sldId="256"/>
            <ac:spMk id="3" creationId="{CE039A59-E653-6DB8-4453-AF471DB66EB4}"/>
          </ac:spMkLst>
        </pc:spChg>
      </pc:sldChg>
      <pc:sldChg chg="addSp delSp modSp new mod">
        <pc:chgData name="咨翔 丁" userId="879b47ae8c6d12b3" providerId="LiveId" clId="{D4627C4C-96E9-41AE-B2E4-DD4464E70A10}" dt="2025-09-08T06:15:41.866" v="47" actId="1076"/>
        <pc:sldMkLst>
          <pc:docMk/>
          <pc:sldMk cId="2996664508" sldId="257"/>
        </pc:sldMkLst>
        <pc:picChg chg="add mod ord">
          <ac:chgData name="咨翔 丁" userId="879b47ae8c6d12b3" providerId="LiveId" clId="{D4627C4C-96E9-41AE-B2E4-DD4464E70A10}" dt="2025-09-08T06:15:41.866" v="47" actId="1076"/>
          <ac:picMkLst>
            <pc:docMk/>
            <pc:sldMk cId="2996664508" sldId="257"/>
            <ac:picMk id="6" creationId="{E0C5EFE0-7296-6AF0-70FE-D058798CC211}"/>
          </ac:picMkLst>
        </pc:picChg>
      </pc:sldChg>
      <pc:sldChg chg="addSp delSp modSp new mod">
        <pc:chgData name="咨翔 丁" userId="879b47ae8c6d12b3" providerId="LiveId" clId="{D4627C4C-96E9-41AE-B2E4-DD4464E70A10}" dt="2025-09-09T09:33:31.973" v="801" actId="20577"/>
        <pc:sldMkLst>
          <pc:docMk/>
          <pc:sldMk cId="4179680782" sldId="258"/>
        </pc:sldMkLst>
        <pc:spChg chg="mod">
          <ac:chgData name="咨翔 丁" userId="879b47ae8c6d12b3" providerId="LiveId" clId="{D4627C4C-96E9-41AE-B2E4-DD4464E70A10}" dt="2025-09-08T08:35:39.138" v="224" actId="20577"/>
          <ac:spMkLst>
            <pc:docMk/>
            <pc:sldMk cId="4179680782" sldId="258"/>
            <ac:spMk id="2" creationId="{32B523B7-1CF0-0419-AD45-D93B163AF271}"/>
          </ac:spMkLst>
        </pc:spChg>
        <pc:spChg chg="add mod">
          <ac:chgData name="咨翔 丁" userId="879b47ae8c6d12b3" providerId="LiveId" clId="{D4627C4C-96E9-41AE-B2E4-DD4464E70A10}" dt="2025-09-09T09:28:24.125" v="753" actId="1076"/>
          <ac:spMkLst>
            <pc:docMk/>
            <pc:sldMk cId="4179680782" sldId="258"/>
            <ac:spMk id="5" creationId="{060E3B33-F881-00AC-6BDA-DB76C4D48952}"/>
          </ac:spMkLst>
        </pc:spChg>
        <pc:spChg chg="add mod">
          <ac:chgData name="咨翔 丁" userId="879b47ae8c6d12b3" providerId="LiveId" clId="{D4627C4C-96E9-41AE-B2E4-DD4464E70A10}" dt="2025-09-09T09:33:08.199" v="794" actId="1076"/>
          <ac:spMkLst>
            <pc:docMk/>
            <pc:sldMk cId="4179680782" sldId="258"/>
            <ac:spMk id="8" creationId="{E400BFF7-4150-7C05-8B9C-304CA2F103A3}"/>
          </ac:spMkLst>
        </pc:spChg>
        <pc:graphicFrameChg chg="add mod">
          <ac:chgData name="咨翔 丁" userId="879b47ae8c6d12b3" providerId="LiveId" clId="{D4627C4C-96E9-41AE-B2E4-DD4464E70A10}" dt="2025-09-09T09:33:31.973" v="801" actId="20577"/>
          <ac:graphicFrameMkLst>
            <pc:docMk/>
            <pc:sldMk cId="4179680782" sldId="258"/>
            <ac:graphicFrameMk id="4" creationId="{A08284EB-5922-4406-B4E7-EF846A8A5AF8}"/>
          </ac:graphicFrameMkLst>
        </pc:graphicFrameChg>
        <pc:picChg chg="add mod modCrop">
          <ac:chgData name="咨翔 丁" userId="879b47ae8c6d12b3" providerId="LiveId" clId="{D4627C4C-96E9-41AE-B2E4-DD4464E70A10}" dt="2025-09-08T08:55:09.348" v="348" actId="14100"/>
          <ac:picMkLst>
            <pc:docMk/>
            <pc:sldMk cId="4179680782" sldId="258"/>
            <ac:picMk id="6" creationId="{5D984731-3EF4-0B00-8986-F36CB1A171F0}"/>
          </ac:picMkLst>
        </pc:picChg>
      </pc:sldChg>
      <pc:sldChg chg="addSp delSp modSp new mod">
        <pc:chgData name="咨翔 丁" userId="879b47ae8c6d12b3" providerId="LiveId" clId="{D4627C4C-96E9-41AE-B2E4-DD4464E70A10}" dt="2025-09-15T06:00:36.777" v="1069" actId="14100"/>
        <pc:sldMkLst>
          <pc:docMk/>
          <pc:sldMk cId="3426450428" sldId="259"/>
        </pc:sldMkLst>
        <pc:spChg chg="mod">
          <ac:chgData name="咨翔 丁" userId="879b47ae8c6d12b3" providerId="LiveId" clId="{D4627C4C-96E9-41AE-B2E4-DD4464E70A10}" dt="2025-09-08T08:34:07.032" v="195" actId="20577"/>
          <ac:spMkLst>
            <pc:docMk/>
            <pc:sldMk cId="3426450428" sldId="259"/>
            <ac:spMk id="2" creationId="{2074EFAD-64D4-8467-F938-56B656F5A86B}"/>
          </ac:spMkLst>
        </pc:spChg>
        <pc:spChg chg="add mod">
          <ac:chgData name="咨翔 丁" userId="879b47ae8c6d12b3" providerId="LiveId" clId="{D4627C4C-96E9-41AE-B2E4-DD4464E70A10}" dt="2025-09-09T09:25:07.739" v="750" actId="20577"/>
          <ac:spMkLst>
            <pc:docMk/>
            <pc:sldMk cId="3426450428" sldId="259"/>
            <ac:spMk id="3" creationId="{67DC63C9-CA16-50C4-4144-182A11957AC4}"/>
          </ac:spMkLst>
        </pc:spChg>
        <pc:graphicFrameChg chg="add mod">
          <ac:chgData name="咨翔 丁" userId="879b47ae8c6d12b3" providerId="LiveId" clId="{D4627C4C-96E9-41AE-B2E4-DD4464E70A10}" dt="2025-09-15T06:00:36.777" v="1069" actId="14100"/>
          <ac:graphicFrameMkLst>
            <pc:docMk/>
            <pc:sldMk cId="3426450428" sldId="259"/>
            <ac:graphicFrameMk id="7" creationId="{CDE79439-7CB0-FF01-72A4-07BF184C2CE0}"/>
          </ac:graphicFrameMkLst>
        </pc:graphicFrameChg>
        <pc:picChg chg="add mod">
          <ac:chgData name="咨翔 丁" userId="879b47ae8c6d12b3" providerId="LiveId" clId="{D4627C4C-96E9-41AE-B2E4-DD4464E70A10}" dt="2025-09-08T08:55:14.170" v="350" actId="14100"/>
          <ac:picMkLst>
            <pc:docMk/>
            <pc:sldMk cId="3426450428" sldId="259"/>
            <ac:picMk id="5" creationId="{68F47C09-CD8F-A0F0-CE3D-8E26926CAEB6}"/>
          </ac:picMkLst>
        </pc:picChg>
      </pc:sldChg>
      <pc:sldChg chg="addSp delSp modSp new mod">
        <pc:chgData name="咨翔 丁" userId="879b47ae8c6d12b3" providerId="LiveId" clId="{D4627C4C-96E9-41AE-B2E4-DD4464E70A10}" dt="2025-09-10T01:30:48.487" v="1062" actId="20577"/>
        <pc:sldMkLst>
          <pc:docMk/>
          <pc:sldMk cId="2470037698" sldId="260"/>
        </pc:sldMkLst>
        <pc:spChg chg="mod">
          <ac:chgData name="咨翔 丁" userId="879b47ae8c6d12b3" providerId="LiveId" clId="{D4627C4C-96E9-41AE-B2E4-DD4464E70A10}" dt="2025-09-08T08:47:22.228" v="307" actId="20577"/>
          <ac:spMkLst>
            <pc:docMk/>
            <pc:sldMk cId="2470037698" sldId="260"/>
            <ac:spMk id="2" creationId="{06A929AF-5D7F-5397-ADBD-F0E55973A7C6}"/>
          </ac:spMkLst>
        </pc:spChg>
        <pc:spChg chg="add mod">
          <ac:chgData name="咨翔 丁" userId="879b47ae8c6d12b3" providerId="LiveId" clId="{D4627C4C-96E9-41AE-B2E4-DD4464E70A10}" dt="2025-09-10T01:30:48.487" v="1062" actId="20577"/>
          <ac:spMkLst>
            <pc:docMk/>
            <pc:sldMk cId="2470037698" sldId="260"/>
            <ac:spMk id="4" creationId="{9CCEE388-F60C-01B8-4ACA-E93E37ED6805}"/>
          </ac:spMkLst>
        </pc:spChg>
        <pc:graphicFrameChg chg="add mod">
          <ac:chgData name="咨翔 丁" userId="879b47ae8c6d12b3" providerId="LiveId" clId="{D4627C4C-96E9-41AE-B2E4-DD4464E70A10}" dt="2025-09-08T08:54:19.194" v="341"/>
          <ac:graphicFrameMkLst>
            <pc:docMk/>
            <pc:sldMk cId="2470037698" sldId="260"/>
            <ac:graphicFrameMk id="9" creationId="{65EF720E-FD7A-49C4-B8EB-E6C33EC8FB68}"/>
          </ac:graphicFrameMkLst>
        </pc:graphicFrameChg>
        <pc:picChg chg="add mod">
          <ac:chgData name="咨翔 丁" userId="879b47ae8c6d12b3" providerId="LiveId" clId="{D4627C4C-96E9-41AE-B2E4-DD4464E70A10}" dt="2025-09-08T08:55:04.443" v="346" actId="14100"/>
          <ac:picMkLst>
            <pc:docMk/>
            <pc:sldMk cId="2470037698" sldId="260"/>
            <ac:picMk id="5" creationId="{813CAC8D-2B54-1B4C-AA9A-0362764EBD4F}"/>
          </ac:picMkLst>
        </pc:picChg>
      </pc:sldChg>
      <pc:sldChg chg="addSp delSp modSp new mod">
        <pc:chgData name="咨翔 丁" userId="879b47ae8c6d12b3" providerId="LiveId" clId="{D4627C4C-96E9-41AE-B2E4-DD4464E70A10}" dt="2025-09-10T01:16:41.634" v="928" actId="1076"/>
        <pc:sldMkLst>
          <pc:docMk/>
          <pc:sldMk cId="1361795044" sldId="261"/>
        </pc:sldMkLst>
        <pc:spChg chg="mod">
          <ac:chgData name="咨翔 丁" userId="879b47ae8c6d12b3" providerId="LiveId" clId="{D4627C4C-96E9-41AE-B2E4-DD4464E70A10}" dt="2025-09-08T08:49:03.355" v="320" actId="20577"/>
          <ac:spMkLst>
            <pc:docMk/>
            <pc:sldMk cId="1361795044" sldId="261"/>
            <ac:spMk id="2" creationId="{050873E2-19D0-DA95-9A7A-BB751AFDD6CB}"/>
          </ac:spMkLst>
        </pc:spChg>
        <pc:spChg chg="add mod">
          <ac:chgData name="咨翔 丁" userId="879b47ae8c6d12b3" providerId="LiveId" clId="{D4627C4C-96E9-41AE-B2E4-DD4464E70A10}" dt="2025-09-09T09:48:08.751" v="851" actId="20577"/>
          <ac:spMkLst>
            <pc:docMk/>
            <pc:sldMk cId="1361795044" sldId="261"/>
            <ac:spMk id="5" creationId="{BE30CF66-3CA6-9BB5-1E22-E61C02BB22BC}"/>
          </ac:spMkLst>
        </pc:spChg>
        <pc:graphicFrameChg chg="add mod">
          <ac:chgData name="咨翔 丁" userId="879b47ae8c6d12b3" providerId="LiveId" clId="{D4627C4C-96E9-41AE-B2E4-DD4464E70A10}" dt="2025-09-10T01:16:41.634" v="928" actId="1076"/>
          <ac:graphicFrameMkLst>
            <pc:docMk/>
            <pc:sldMk cId="1361795044" sldId="261"/>
            <ac:graphicFrameMk id="8" creationId="{3936DF2A-1FCE-7840-BF57-F84EB17A22B0}"/>
          </ac:graphicFrameMkLst>
        </pc:graphicFrameChg>
        <pc:picChg chg="add mod">
          <ac:chgData name="咨翔 丁" userId="879b47ae8c6d12b3" providerId="LiveId" clId="{D4627C4C-96E9-41AE-B2E4-DD4464E70A10}" dt="2025-09-08T08:54:57.595" v="344" actId="14100"/>
          <ac:picMkLst>
            <pc:docMk/>
            <pc:sldMk cId="1361795044" sldId="261"/>
            <ac:picMk id="7" creationId="{9CD99C66-59B4-FE3D-E563-42582267AB7D}"/>
          </ac:picMkLst>
        </pc:picChg>
      </pc:sldChg>
      <pc:sldChg chg="addSp delSp modSp add mod">
        <pc:chgData name="咨翔 丁" userId="879b47ae8c6d12b3" providerId="LiveId" clId="{D4627C4C-96E9-41AE-B2E4-DD4464E70A10}" dt="2025-09-09T10:02:40.234" v="910" actId="20577"/>
        <pc:sldMkLst>
          <pc:docMk/>
          <pc:sldMk cId="4145973141" sldId="262"/>
        </pc:sldMkLst>
        <pc:spChg chg="mod">
          <ac:chgData name="咨翔 丁" userId="879b47ae8c6d12b3" providerId="LiveId" clId="{D4627C4C-96E9-41AE-B2E4-DD4464E70A10}" dt="2025-09-08T09:21:10.396" v="352"/>
          <ac:spMkLst>
            <pc:docMk/>
            <pc:sldMk cId="4145973141" sldId="262"/>
            <ac:spMk id="2" creationId="{584009CB-129A-A91F-8F82-E7E30FF62571}"/>
          </ac:spMkLst>
        </pc:spChg>
        <pc:spChg chg="add mod">
          <ac:chgData name="咨翔 丁" userId="879b47ae8c6d12b3" providerId="LiveId" clId="{D4627C4C-96E9-41AE-B2E4-DD4464E70A10}" dt="2025-09-09T10:02:40.234" v="910" actId="20577"/>
          <ac:spMkLst>
            <pc:docMk/>
            <pc:sldMk cId="4145973141" sldId="262"/>
            <ac:spMk id="5" creationId="{8BA0FA9B-05CF-82CE-B5D0-3F795ACFDD92}"/>
          </ac:spMkLst>
        </pc:spChg>
        <pc:graphicFrameChg chg="add mod">
          <ac:chgData name="咨翔 丁" userId="879b47ae8c6d12b3" providerId="LiveId" clId="{D4627C4C-96E9-41AE-B2E4-DD4464E70A10}" dt="2025-09-09T09:55:30.490" v="896" actId="20577"/>
          <ac:graphicFrameMkLst>
            <pc:docMk/>
            <pc:sldMk cId="4145973141" sldId="262"/>
            <ac:graphicFrameMk id="3" creationId="{0FBFDE4F-5FEC-7944-7891-FD96DBAC596C}"/>
          </ac:graphicFrameMkLst>
        </pc:graphicFrameChg>
        <pc:picChg chg="add mod">
          <ac:chgData name="咨翔 丁" userId="879b47ae8c6d12b3" providerId="LiveId" clId="{D4627C4C-96E9-41AE-B2E4-DD4464E70A10}" dt="2025-09-08T09:26:19.530" v="383" actId="1076"/>
          <ac:picMkLst>
            <pc:docMk/>
            <pc:sldMk cId="4145973141" sldId="262"/>
            <ac:picMk id="9" creationId="{EFB211EE-A0DD-D5D2-E84A-E0FF4A7B52B7}"/>
          </ac:picMkLst>
        </pc:picChg>
      </pc:sldChg>
      <pc:sldChg chg="addSp delSp modSp new mod">
        <pc:chgData name="咨翔 丁" userId="879b47ae8c6d12b3" providerId="LiveId" clId="{D4627C4C-96E9-41AE-B2E4-DD4464E70A10}" dt="2025-09-15T05:59:49.293" v="1066"/>
        <pc:sldMkLst>
          <pc:docMk/>
          <pc:sldMk cId="1875110758" sldId="263"/>
        </pc:sldMkLst>
        <pc:spChg chg="mod">
          <ac:chgData name="咨翔 丁" userId="879b47ae8c6d12b3" providerId="LiveId" clId="{D4627C4C-96E9-41AE-B2E4-DD4464E70A10}" dt="2025-09-08T09:53:11.727" v="458" actId="1076"/>
          <ac:spMkLst>
            <pc:docMk/>
            <pc:sldMk cId="1875110758" sldId="263"/>
            <ac:spMk id="2" creationId="{88D464D5-186F-AF17-CD62-51BB4C661451}"/>
          </ac:spMkLst>
        </pc:spChg>
        <pc:graphicFrameChg chg="add mod">
          <ac:chgData name="咨翔 丁" userId="879b47ae8c6d12b3" providerId="LiveId" clId="{D4627C4C-96E9-41AE-B2E4-DD4464E70A10}" dt="2025-09-08T09:52:40.445" v="453"/>
          <ac:graphicFrameMkLst>
            <pc:docMk/>
            <pc:sldMk cId="1875110758" sldId="263"/>
            <ac:graphicFrameMk id="4" creationId="{FDACB0A0-49DC-42D4-9C87-2F03C52BF0FD}"/>
          </ac:graphicFrameMkLst>
        </pc:graphicFrameChg>
        <pc:graphicFrameChg chg="add mod">
          <ac:chgData name="咨翔 丁" userId="879b47ae8c6d12b3" providerId="LiveId" clId="{D4627C4C-96E9-41AE-B2E4-DD4464E70A10}" dt="2025-09-15T05:59:49.293" v="1066"/>
          <ac:graphicFrameMkLst>
            <pc:docMk/>
            <pc:sldMk cId="1875110758" sldId="263"/>
            <ac:graphicFrameMk id="5" creationId="{73C54CD7-650B-4B0E-BB22-F6A7F8DC2AAD}"/>
          </ac:graphicFrameMkLst>
        </pc:graphicFrameChg>
        <pc:picChg chg="add mod">
          <ac:chgData name="咨翔 丁" userId="879b47ae8c6d12b3" providerId="LiveId" clId="{D4627C4C-96E9-41AE-B2E4-DD4464E70A10}" dt="2025-09-09T09:00:28.273" v="661" actId="1076"/>
          <ac:picMkLst>
            <pc:docMk/>
            <pc:sldMk cId="1875110758" sldId="263"/>
            <ac:picMk id="7" creationId="{906A25F3-7532-7EEC-520E-B260F97B9B77}"/>
          </ac:picMkLst>
        </pc:picChg>
      </pc:sldChg>
      <pc:sldChg chg="addSp delSp modSp add mod ord">
        <pc:chgData name="咨翔 丁" userId="879b47ae8c6d12b3" providerId="LiveId" clId="{D4627C4C-96E9-41AE-B2E4-DD4464E70A10}" dt="2025-09-09T10:04:17.436" v="919" actId="20577"/>
        <pc:sldMkLst>
          <pc:docMk/>
          <pc:sldMk cId="2805894560" sldId="264"/>
        </pc:sldMkLst>
        <pc:spChg chg="mod">
          <ac:chgData name="咨翔 丁" userId="879b47ae8c6d12b3" providerId="LiveId" clId="{D4627C4C-96E9-41AE-B2E4-DD4464E70A10}" dt="2025-09-08T09:27:14.142" v="387"/>
          <ac:spMkLst>
            <pc:docMk/>
            <pc:sldMk cId="2805894560" sldId="264"/>
            <ac:spMk id="2" creationId="{0CD96834-6216-FE92-BC1F-2C0ECA26F122}"/>
          </ac:spMkLst>
        </pc:spChg>
        <pc:spChg chg="add mod">
          <ac:chgData name="咨翔 丁" userId="879b47ae8c6d12b3" providerId="LiveId" clId="{D4627C4C-96E9-41AE-B2E4-DD4464E70A10}" dt="2025-09-09T10:04:17.436" v="919" actId="20577"/>
          <ac:spMkLst>
            <pc:docMk/>
            <pc:sldMk cId="2805894560" sldId="264"/>
            <ac:spMk id="7" creationId="{5AD2AC29-3C6E-C0A0-F347-1523FFA98221}"/>
          </ac:spMkLst>
        </pc:spChg>
        <pc:graphicFrameChg chg="add mod">
          <ac:chgData name="咨翔 丁" userId="879b47ae8c6d12b3" providerId="LiveId" clId="{D4627C4C-96E9-41AE-B2E4-DD4464E70A10}" dt="2025-09-08T09:49:33.058" v="430"/>
          <ac:graphicFrameMkLst>
            <pc:docMk/>
            <pc:sldMk cId="2805894560" sldId="264"/>
            <ac:graphicFrameMk id="8" creationId="{D2A6D4E1-82F6-1546-839A-AB08829FCC7B}"/>
          </ac:graphicFrameMkLst>
        </pc:graphicFrameChg>
        <pc:picChg chg="add mod">
          <ac:chgData name="咨翔 丁" userId="879b47ae8c6d12b3" providerId="LiveId" clId="{D4627C4C-96E9-41AE-B2E4-DD4464E70A10}" dt="2025-09-08T09:27:36.587" v="391" actId="14100"/>
          <ac:picMkLst>
            <pc:docMk/>
            <pc:sldMk cId="2805894560" sldId="264"/>
            <ac:picMk id="4" creationId="{9D663CF0-0056-CE3A-F459-D44ED49A5DE5}"/>
          </ac:picMkLst>
        </pc:picChg>
      </pc:sldChg>
      <pc:sldChg chg="addSp delSp modSp new mod">
        <pc:chgData name="咨翔 丁" userId="879b47ae8c6d12b3" providerId="LiveId" clId="{D4627C4C-96E9-41AE-B2E4-DD4464E70A10}" dt="2025-09-09T05:49:29.768" v="660"/>
        <pc:sldMkLst>
          <pc:docMk/>
          <pc:sldMk cId="4290265079" sldId="265"/>
        </pc:sldMkLst>
        <pc:spChg chg="mod">
          <ac:chgData name="咨翔 丁" userId="879b47ae8c6d12b3" providerId="LiveId" clId="{D4627C4C-96E9-41AE-B2E4-DD4464E70A10}" dt="2025-09-08T09:53:29.067" v="480" actId="20577"/>
          <ac:spMkLst>
            <pc:docMk/>
            <pc:sldMk cId="4290265079" sldId="265"/>
            <ac:spMk id="2" creationId="{74074BBB-D384-08F3-81DD-180A6FBB9273}"/>
          </ac:spMkLst>
        </pc:spChg>
        <pc:graphicFrameChg chg="add mod">
          <ac:chgData name="咨翔 丁" userId="879b47ae8c6d12b3" providerId="LiveId" clId="{D4627C4C-96E9-41AE-B2E4-DD4464E70A10}" dt="2025-09-09T05:49:29.768" v="660"/>
          <ac:graphicFrameMkLst>
            <pc:docMk/>
            <pc:sldMk cId="4290265079" sldId="265"/>
            <ac:graphicFrameMk id="6" creationId="{CF362E67-1B4C-4FAA-9B7F-2C378B921B85}"/>
          </ac:graphicFrameMkLst>
        </pc:graphicFrameChg>
        <pc:graphicFrameChg chg="add mod">
          <ac:chgData name="咨翔 丁" userId="879b47ae8c6d12b3" providerId="LiveId" clId="{D4627C4C-96E9-41AE-B2E4-DD4464E70A10}" dt="2025-09-08T10:06:34.224" v="555"/>
          <ac:graphicFrameMkLst>
            <pc:docMk/>
            <pc:sldMk cId="4290265079" sldId="265"/>
            <ac:graphicFrameMk id="7" creationId="{C26F3170-D7AE-4E25-B214-DF199BB274AB}"/>
          </ac:graphicFrameMkLst>
        </pc:graphicFrameChg>
        <pc:picChg chg="add mod">
          <ac:chgData name="咨翔 丁" userId="879b47ae8c6d12b3" providerId="LiveId" clId="{D4627C4C-96E9-41AE-B2E4-DD4464E70A10}" dt="2025-09-08T10:05:46.178" v="546" actId="1076"/>
          <ac:picMkLst>
            <pc:docMk/>
            <pc:sldMk cId="4290265079" sldId="265"/>
            <ac:picMk id="5" creationId="{AD9C3C41-CC3C-8D15-E659-281411EF6853}"/>
          </ac:picMkLst>
        </pc:picChg>
      </pc:sldChg>
      <pc:sldChg chg="addSp delSp modSp mod">
        <pc:chgData name="咨翔 丁" userId="879b47ae8c6d12b3" providerId="LiveId" clId="{D4627C4C-96E9-41AE-B2E4-DD4464E70A10}" dt="2025-09-10T00:58:07.508" v="922" actId="688"/>
        <pc:sldMkLst>
          <pc:docMk/>
          <pc:sldMk cId="74438465" sldId="266"/>
        </pc:sldMkLst>
        <pc:spChg chg="add mod ord">
          <ac:chgData name="咨翔 丁" userId="879b47ae8c6d12b3" providerId="LiveId" clId="{D4627C4C-96E9-41AE-B2E4-DD4464E70A10}" dt="2025-09-09T03:59:14.979" v="569" actId="207"/>
          <ac:spMkLst>
            <pc:docMk/>
            <pc:sldMk cId="74438465" sldId="266"/>
            <ac:spMk id="2" creationId="{7259F704-8B21-3719-C074-3E1E1BE48074}"/>
          </ac:spMkLst>
        </pc:spChg>
        <pc:spChg chg="mod">
          <ac:chgData name="咨翔 丁" userId="879b47ae8c6d12b3" providerId="LiveId" clId="{D4627C4C-96E9-41AE-B2E4-DD4464E70A10}" dt="2025-09-09T03:59:46.532" v="570" actId="1076"/>
          <ac:spMkLst>
            <pc:docMk/>
            <pc:sldMk cId="74438465" sldId="266"/>
            <ac:spMk id="11" creationId="{9C75C0D3-8004-EE8D-8A4C-BE0F7C8A6E75}"/>
          </ac:spMkLst>
        </pc:spChg>
        <pc:spChg chg="add mod">
          <ac:chgData name="咨翔 丁" userId="879b47ae8c6d12b3" providerId="LiveId" clId="{D4627C4C-96E9-41AE-B2E4-DD4464E70A10}" dt="2025-09-09T04:01:14.404" v="609" actId="207"/>
          <ac:spMkLst>
            <pc:docMk/>
            <pc:sldMk cId="74438465" sldId="266"/>
            <ac:spMk id="14" creationId="{27E41548-E3CC-3C3D-37FF-5C2B97F36239}"/>
          </ac:spMkLst>
        </pc:spChg>
        <pc:spChg chg="add mod">
          <ac:chgData name="咨翔 丁" userId="879b47ae8c6d12b3" providerId="LiveId" clId="{D4627C4C-96E9-41AE-B2E4-DD4464E70A10}" dt="2025-09-09T04:02:01.914" v="627" actId="1076"/>
          <ac:spMkLst>
            <pc:docMk/>
            <pc:sldMk cId="74438465" sldId="266"/>
            <ac:spMk id="15" creationId="{1FCA7816-7652-494E-B2FA-32ABDAE8A681}"/>
          </ac:spMkLst>
        </pc:spChg>
        <pc:spChg chg="mod">
          <ac:chgData name="咨翔 丁" userId="879b47ae8c6d12b3" providerId="LiveId" clId="{D4627C4C-96E9-41AE-B2E4-DD4464E70A10}" dt="2025-09-09T04:00:00.346" v="573" actId="1076"/>
          <ac:spMkLst>
            <pc:docMk/>
            <pc:sldMk cId="74438465" sldId="266"/>
            <ac:spMk id="18" creationId="{FB53E9EB-D669-2B6F-197C-9470F694F712}"/>
          </ac:spMkLst>
        </pc:spChg>
        <pc:spChg chg="add mod">
          <ac:chgData name="咨翔 丁" userId="879b47ae8c6d12b3" providerId="LiveId" clId="{D4627C4C-96E9-41AE-B2E4-DD4464E70A10}" dt="2025-09-10T00:57:59.914" v="920" actId="1076"/>
          <ac:spMkLst>
            <pc:docMk/>
            <pc:sldMk cId="74438465" sldId="266"/>
            <ac:spMk id="20" creationId="{D2375BE9-38BC-FD0E-6A62-9A537296F960}"/>
          </ac:spMkLst>
        </pc:spChg>
        <pc:spChg chg="mod">
          <ac:chgData name="咨翔 丁" userId="879b47ae8c6d12b3" providerId="LiveId" clId="{D4627C4C-96E9-41AE-B2E4-DD4464E70A10}" dt="2025-09-09T04:27:54.701" v="630" actId="1076"/>
          <ac:spMkLst>
            <pc:docMk/>
            <pc:sldMk cId="74438465" sldId="266"/>
            <ac:spMk id="35" creationId="{23D13D61-69FB-065B-914F-E488DBFDD914}"/>
          </ac:spMkLst>
        </pc:spChg>
        <pc:spChg chg="mod">
          <ac:chgData name="咨翔 丁" userId="879b47ae8c6d12b3" providerId="LiveId" clId="{D4627C4C-96E9-41AE-B2E4-DD4464E70A10}" dt="2025-09-09T03:47:59.211" v="557" actId="1076"/>
          <ac:spMkLst>
            <pc:docMk/>
            <pc:sldMk cId="74438465" sldId="266"/>
            <ac:spMk id="38" creationId="{B0836F6E-8BA8-34DD-AC00-61C242ACD4D9}"/>
          </ac:spMkLst>
        </pc:spChg>
        <pc:spChg chg="mod">
          <ac:chgData name="咨翔 丁" userId="879b47ae8c6d12b3" providerId="LiveId" clId="{D4627C4C-96E9-41AE-B2E4-DD4464E70A10}" dt="2025-09-09T09:01:00.904" v="673" actId="20577"/>
          <ac:spMkLst>
            <pc:docMk/>
            <pc:sldMk cId="74438465" sldId="266"/>
            <ac:spMk id="59" creationId="{0743DF4E-F3B3-CD3B-57B5-95799A11E50E}"/>
          </ac:spMkLst>
        </pc:spChg>
        <pc:grpChg chg="mod">
          <ac:chgData name="咨翔 丁" userId="879b47ae8c6d12b3" providerId="LiveId" clId="{D4627C4C-96E9-41AE-B2E4-DD4464E70A10}" dt="2025-09-10T00:58:07.508" v="922" actId="688"/>
          <ac:grpSpMkLst>
            <pc:docMk/>
            <pc:sldMk cId="74438465" sldId="266"/>
            <ac:grpSpMk id="57" creationId="{5086AD28-E030-DFDA-7F56-C25AC6C6D491}"/>
          </ac:grpSpMkLst>
        </pc:grpChg>
        <pc:cxnChg chg="mod">
          <ac:chgData name="咨翔 丁" userId="879b47ae8c6d12b3" providerId="LiveId" clId="{D4627C4C-96E9-41AE-B2E4-DD4464E70A10}" dt="2025-09-09T03:59:02.004" v="566" actId="14100"/>
          <ac:cxnSpMkLst>
            <pc:docMk/>
            <pc:sldMk cId="74438465" sldId="266"/>
            <ac:cxnSpMk id="8" creationId="{637CDF5A-467D-5DC4-5DFC-E42DCD1BC144}"/>
          </ac:cxnSpMkLst>
        </pc:cxnChg>
        <pc:cxnChg chg="mod">
          <ac:chgData name="咨翔 丁" userId="879b47ae8c6d12b3" providerId="LiveId" clId="{D4627C4C-96E9-41AE-B2E4-DD4464E70A10}" dt="2025-09-09T03:59:55.997" v="572" actId="14100"/>
          <ac:cxnSpMkLst>
            <pc:docMk/>
            <pc:sldMk cId="74438465" sldId="266"/>
            <ac:cxnSpMk id="12" creationId="{E7E44E49-F797-EAF3-4988-FC67D3A7F259}"/>
          </ac:cxnSpMkLst>
        </pc:cxnChg>
      </pc:sldChg>
      <pc:sldChg chg="modSp new del mod">
        <pc:chgData name="咨翔 丁" userId="879b47ae8c6d12b3" providerId="LiveId" clId="{D4627C4C-96E9-41AE-B2E4-DD4464E70A10}" dt="2025-09-09T09:09:27.667" v="698" actId="47"/>
        <pc:sldMkLst>
          <pc:docMk/>
          <pc:sldMk cId="898902744" sldId="267"/>
        </pc:sldMkLst>
      </pc:sldChg>
      <pc:sldChg chg="addSp delSp modSp add mod">
        <pc:chgData name="咨翔 丁" userId="879b47ae8c6d12b3" providerId="LiveId" clId="{D4627C4C-96E9-41AE-B2E4-DD4464E70A10}" dt="2025-09-10T01:26:58.881" v="1045" actId="14100"/>
        <pc:sldMkLst>
          <pc:docMk/>
          <pc:sldMk cId="1313713374" sldId="272"/>
        </pc:sldMkLst>
        <pc:spChg chg="mod">
          <ac:chgData name="咨翔 丁" userId="879b47ae8c6d12b3" providerId="LiveId" clId="{D4627C4C-96E9-41AE-B2E4-DD4464E70A10}" dt="2025-09-10T01:26:50.551" v="1043" actId="404"/>
          <ac:spMkLst>
            <pc:docMk/>
            <pc:sldMk cId="1313713374" sldId="272"/>
            <ac:spMk id="3" creationId="{B89468DF-2CE4-5F13-5FBB-8CED28D42F78}"/>
          </ac:spMkLst>
        </pc:spChg>
        <pc:spChg chg="add mod">
          <ac:chgData name="咨翔 丁" userId="879b47ae8c6d12b3" providerId="LiveId" clId="{D4627C4C-96E9-41AE-B2E4-DD4464E70A10}" dt="2025-09-10T01:24:04.445" v="1014" actId="1076"/>
          <ac:spMkLst>
            <pc:docMk/>
            <pc:sldMk cId="1313713374" sldId="272"/>
            <ac:spMk id="6" creationId="{4D4256D0-FCB9-028F-66B2-C70B6152E813}"/>
          </ac:spMkLst>
        </pc:spChg>
        <pc:spChg chg="add mod">
          <ac:chgData name="咨翔 丁" userId="879b47ae8c6d12b3" providerId="LiveId" clId="{D4627C4C-96E9-41AE-B2E4-DD4464E70A10}" dt="2025-09-10T01:26:05.980" v="1033" actId="1076"/>
          <ac:spMkLst>
            <pc:docMk/>
            <pc:sldMk cId="1313713374" sldId="272"/>
            <ac:spMk id="25" creationId="{A2AA5D92-16A1-576F-AC5C-2F5215A5C25E}"/>
          </ac:spMkLst>
        </pc:spChg>
        <pc:spChg chg="add mod">
          <ac:chgData name="咨翔 丁" userId="879b47ae8c6d12b3" providerId="LiveId" clId="{D4627C4C-96E9-41AE-B2E4-DD4464E70A10}" dt="2025-09-10T01:24:12.213" v="1020" actId="20577"/>
          <ac:spMkLst>
            <pc:docMk/>
            <pc:sldMk cId="1313713374" sldId="272"/>
            <ac:spMk id="26" creationId="{01E84756-35A2-BF8E-AB4B-C1ED96C37F22}"/>
          </ac:spMkLst>
        </pc:spChg>
        <pc:spChg chg="add mod">
          <ac:chgData name="咨翔 丁" userId="879b47ae8c6d12b3" providerId="LiveId" clId="{D4627C4C-96E9-41AE-B2E4-DD4464E70A10}" dt="2025-09-10T01:24:55.330" v="1027"/>
          <ac:spMkLst>
            <pc:docMk/>
            <pc:sldMk cId="1313713374" sldId="272"/>
            <ac:spMk id="28" creationId="{B3837E77-89DB-A115-F8FD-DF289BEE3D1E}"/>
          </ac:spMkLst>
        </pc:spChg>
        <pc:spChg chg="add mod">
          <ac:chgData name="咨翔 丁" userId="879b47ae8c6d12b3" providerId="LiveId" clId="{D4627C4C-96E9-41AE-B2E4-DD4464E70A10}" dt="2025-09-10T01:26:30.573" v="1041" actId="20577"/>
          <ac:spMkLst>
            <pc:docMk/>
            <pc:sldMk cId="1313713374" sldId="272"/>
            <ac:spMk id="31" creationId="{FFFF0623-4D95-1F23-02E7-BBD8E1BEC277}"/>
          </ac:spMkLst>
        </pc:spChg>
        <pc:picChg chg="add mod ord modCrop">
          <ac:chgData name="咨翔 丁" userId="879b47ae8c6d12b3" providerId="LiveId" clId="{D4627C4C-96E9-41AE-B2E4-DD4464E70A10}" dt="2025-09-10T01:26:20.159" v="1037" actId="166"/>
          <ac:picMkLst>
            <pc:docMk/>
            <pc:sldMk cId="1313713374" sldId="272"/>
            <ac:picMk id="12" creationId="{B4007A75-07E3-E0BF-5D06-D9794142306B}"/>
          </ac:picMkLst>
        </pc:picChg>
        <pc:picChg chg="add mod ord">
          <ac:chgData name="咨翔 丁" userId="879b47ae8c6d12b3" providerId="LiveId" clId="{D4627C4C-96E9-41AE-B2E4-DD4464E70A10}" dt="2025-09-10T01:26:56.136" v="1044" actId="14100"/>
          <ac:picMkLst>
            <pc:docMk/>
            <pc:sldMk cId="1313713374" sldId="272"/>
            <ac:picMk id="19" creationId="{117913A8-54C9-7299-FD4C-C215FBE2F020}"/>
          </ac:picMkLst>
        </pc:picChg>
        <pc:picChg chg="add mod">
          <ac:chgData name="咨翔 丁" userId="879b47ae8c6d12b3" providerId="LiveId" clId="{D4627C4C-96E9-41AE-B2E4-DD4464E70A10}" dt="2025-09-10T01:26:58.881" v="1045" actId="14100"/>
          <ac:picMkLst>
            <pc:docMk/>
            <pc:sldMk cId="1313713374" sldId="272"/>
            <ac:picMk id="24" creationId="{97117E4A-1FC4-C1B5-DF77-A9AC35E82BBD}"/>
          </ac:picMkLst>
        </pc:picChg>
        <pc:picChg chg="add mod ord">
          <ac:chgData name="咨翔 丁" userId="879b47ae8c6d12b3" providerId="LiveId" clId="{D4627C4C-96E9-41AE-B2E4-DD4464E70A10}" dt="2025-09-10T01:26:03.760" v="1032" actId="1076"/>
          <ac:picMkLst>
            <pc:docMk/>
            <pc:sldMk cId="1313713374" sldId="272"/>
            <ac:picMk id="27" creationId="{40B9D4A0-59E5-0579-36B0-FFC4E61A5B6D}"/>
          </ac:picMkLst>
        </pc:picChg>
        <pc:picChg chg="add mod">
          <ac:chgData name="咨翔 丁" userId="879b47ae8c6d12b3" providerId="LiveId" clId="{D4627C4C-96E9-41AE-B2E4-DD4464E70A10}" dt="2025-09-10T01:26:14.970" v="1036" actId="1076"/>
          <ac:picMkLst>
            <pc:docMk/>
            <pc:sldMk cId="1313713374" sldId="272"/>
            <ac:picMk id="30" creationId="{4673CD84-AEE6-F1E0-21DB-BF4A46D5D242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9b47ae8c6d12b3/&#26700;&#38754;/&#20304;&#36032;ls/CTR-dzx/01dzx-bayes-fitpy/data-2025-0822by%20akai/dat.in0821.bydzx/Si_thermo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Microsoft%20PowerPoint%20&#20013;&#30340;&#22270;&#34920;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9b47ae8c6d12b3/&#26700;&#38754;/&#20304;&#36032;ls/CTR-dzx/01dzx-bayes-fitpy/data-2025-0822by%20akai/dat.in0821.bydzx/Si_roughTEO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9b47ae8c6d12b3/&#26700;&#38754;/&#20304;&#36032;ls/CTR-dzx/01dzx-bayes-fitpy/data-2025-0822by%20akai/dat.in0821.bydzx/&#27604;&#12409;&#12390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879b47ae8c6d12b3/&#26700;&#38754;/&#20304;&#36032;ls/CTR-dzx/01dzx-bayes-fitpy/data-2025-0822by%20akai/dat.in0821.bydzx/&#27604;&#12409;&#12390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  <a:effectLst/>
              </a:rPr>
              <a:t>Si_Thermo_</a:t>
            </a:r>
            <a:r>
              <a:rPr lang="en-US" altLang="ja-JP" sz="1400" b="0" i="0" u="none" strike="noStrike" kern="1200" spc="0" baseline="0" dirty="0" err="1">
                <a:solidFill>
                  <a:prstClr val="black">
                    <a:lumMod val="65000"/>
                    <a:lumOff val="35000"/>
                  </a:prstClr>
                </a:solidFill>
                <a:effectLst/>
              </a:rPr>
              <a:t>ω</a:t>
            </a:r>
            <a:r>
              <a:rPr lang="ja-JP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</a:rPr>
              <a:t>０</a:t>
            </a:r>
            <a:r>
              <a:rPr lang="en-US" altLang="zh-CN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effectLst/>
              </a:rPr>
              <a:t>.VS. 90deg</a:t>
            </a:r>
            <a:endParaRPr lang="zh-CN" altLang="en-US" sz="14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485031757087587"/>
          <c:y val="8.3655533107278565E-2"/>
          <c:w val="0.85630459219210109"/>
          <c:h val="0.77509759744723172"/>
        </c:manualLayout>
      </c:layout>
      <c:scatterChart>
        <c:scatterStyle val="lineMarker"/>
        <c:varyColors val="0"/>
        <c:ser>
          <c:idx val="0"/>
          <c:order val="0"/>
          <c:tx>
            <c:strRef>
              <c:f>'thermo-ω'!$A$1</c:f>
              <c:strCache>
                <c:ptCount val="1"/>
                <c:pt idx="0">
                  <c:v>Si_Thermo_omega_0</c:v>
                </c:pt>
              </c:strCache>
            </c:strRef>
          </c:tx>
          <c:spPr>
            <a:ln w="2540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'thermo-ω'!$A$20:$A$220</c:f>
              <c:numCache>
                <c:formatCode>General</c:formatCode>
                <c:ptCount val="201"/>
                <c:pt idx="0">
                  <c:v>34.3596</c:v>
                </c:pt>
                <c:pt idx="1">
                  <c:v>34.360599999999998</c:v>
                </c:pt>
                <c:pt idx="2">
                  <c:v>34.361600000000003</c:v>
                </c:pt>
                <c:pt idx="3">
                  <c:v>34.3626</c:v>
                </c:pt>
                <c:pt idx="4">
                  <c:v>34.363599999999998</c:v>
                </c:pt>
                <c:pt idx="5">
                  <c:v>34.364600000000003</c:v>
                </c:pt>
                <c:pt idx="6">
                  <c:v>34.365600000000001</c:v>
                </c:pt>
                <c:pt idx="7">
                  <c:v>34.366599999999998</c:v>
                </c:pt>
                <c:pt idx="8">
                  <c:v>34.367600000000003</c:v>
                </c:pt>
                <c:pt idx="9">
                  <c:v>34.368600000000001</c:v>
                </c:pt>
                <c:pt idx="10">
                  <c:v>34.369599999999998</c:v>
                </c:pt>
                <c:pt idx="11">
                  <c:v>34.370600000000003</c:v>
                </c:pt>
                <c:pt idx="12">
                  <c:v>34.371600000000001</c:v>
                </c:pt>
                <c:pt idx="13">
                  <c:v>34.372599999999998</c:v>
                </c:pt>
                <c:pt idx="14">
                  <c:v>34.373600000000003</c:v>
                </c:pt>
                <c:pt idx="15">
                  <c:v>34.374600000000001</c:v>
                </c:pt>
                <c:pt idx="16">
                  <c:v>34.375599999999999</c:v>
                </c:pt>
                <c:pt idx="17">
                  <c:v>34.376600000000003</c:v>
                </c:pt>
                <c:pt idx="18">
                  <c:v>34.377600000000001</c:v>
                </c:pt>
                <c:pt idx="19">
                  <c:v>34.378599999999999</c:v>
                </c:pt>
                <c:pt idx="20">
                  <c:v>34.379600000000003</c:v>
                </c:pt>
                <c:pt idx="21">
                  <c:v>34.380600000000001</c:v>
                </c:pt>
                <c:pt idx="22">
                  <c:v>34.381599999999999</c:v>
                </c:pt>
                <c:pt idx="23">
                  <c:v>34.382599999999996</c:v>
                </c:pt>
                <c:pt idx="24">
                  <c:v>34.383600000000001</c:v>
                </c:pt>
                <c:pt idx="25">
                  <c:v>34.384599999999999</c:v>
                </c:pt>
                <c:pt idx="26">
                  <c:v>34.385599999999997</c:v>
                </c:pt>
                <c:pt idx="27">
                  <c:v>34.386600000000001</c:v>
                </c:pt>
                <c:pt idx="28">
                  <c:v>34.387599999999999</c:v>
                </c:pt>
                <c:pt idx="29">
                  <c:v>34.388599999999997</c:v>
                </c:pt>
                <c:pt idx="30">
                  <c:v>34.389600000000002</c:v>
                </c:pt>
                <c:pt idx="31">
                  <c:v>34.390599999999999</c:v>
                </c:pt>
                <c:pt idx="32">
                  <c:v>34.391599999999997</c:v>
                </c:pt>
                <c:pt idx="33">
                  <c:v>34.392600000000002</c:v>
                </c:pt>
                <c:pt idx="34">
                  <c:v>34.393599999999999</c:v>
                </c:pt>
                <c:pt idx="35">
                  <c:v>34.394599999999997</c:v>
                </c:pt>
                <c:pt idx="36">
                  <c:v>34.395600000000002</c:v>
                </c:pt>
                <c:pt idx="37">
                  <c:v>34.396599999999999</c:v>
                </c:pt>
                <c:pt idx="38">
                  <c:v>34.397599999999997</c:v>
                </c:pt>
                <c:pt idx="39">
                  <c:v>34.398600000000002</c:v>
                </c:pt>
                <c:pt idx="40">
                  <c:v>34.3996</c:v>
                </c:pt>
                <c:pt idx="41">
                  <c:v>34.400599999999997</c:v>
                </c:pt>
                <c:pt idx="42">
                  <c:v>34.401600000000002</c:v>
                </c:pt>
                <c:pt idx="43">
                  <c:v>34.4026</c:v>
                </c:pt>
                <c:pt idx="44">
                  <c:v>34.403599999999997</c:v>
                </c:pt>
                <c:pt idx="45">
                  <c:v>34.404600000000002</c:v>
                </c:pt>
                <c:pt idx="46">
                  <c:v>34.4056</c:v>
                </c:pt>
                <c:pt idx="47">
                  <c:v>34.406599999999997</c:v>
                </c:pt>
                <c:pt idx="48">
                  <c:v>34.407600000000002</c:v>
                </c:pt>
                <c:pt idx="49">
                  <c:v>34.4086</c:v>
                </c:pt>
                <c:pt idx="50">
                  <c:v>34.409599999999998</c:v>
                </c:pt>
                <c:pt idx="51">
                  <c:v>34.410600000000002</c:v>
                </c:pt>
                <c:pt idx="52">
                  <c:v>34.4116</c:v>
                </c:pt>
                <c:pt idx="53">
                  <c:v>34.412599999999998</c:v>
                </c:pt>
                <c:pt idx="54">
                  <c:v>34.413600000000002</c:v>
                </c:pt>
                <c:pt idx="55">
                  <c:v>34.4146</c:v>
                </c:pt>
                <c:pt idx="56">
                  <c:v>34.415599999999998</c:v>
                </c:pt>
                <c:pt idx="57">
                  <c:v>34.416600000000003</c:v>
                </c:pt>
                <c:pt idx="58">
                  <c:v>34.4176</c:v>
                </c:pt>
                <c:pt idx="59">
                  <c:v>34.418599999999998</c:v>
                </c:pt>
                <c:pt idx="60">
                  <c:v>34.419600000000003</c:v>
                </c:pt>
                <c:pt idx="61">
                  <c:v>34.4206</c:v>
                </c:pt>
                <c:pt idx="62">
                  <c:v>34.421599999999998</c:v>
                </c:pt>
                <c:pt idx="63">
                  <c:v>34.422600000000003</c:v>
                </c:pt>
                <c:pt idx="64">
                  <c:v>34.4236</c:v>
                </c:pt>
                <c:pt idx="65">
                  <c:v>34.424599999999998</c:v>
                </c:pt>
                <c:pt idx="66">
                  <c:v>34.425600000000003</c:v>
                </c:pt>
                <c:pt idx="67">
                  <c:v>34.426600000000001</c:v>
                </c:pt>
                <c:pt idx="68">
                  <c:v>34.427599999999998</c:v>
                </c:pt>
                <c:pt idx="69">
                  <c:v>34.428600000000003</c:v>
                </c:pt>
                <c:pt idx="70">
                  <c:v>34.429600000000001</c:v>
                </c:pt>
                <c:pt idx="71">
                  <c:v>34.430599999999998</c:v>
                </c:pt>
                <c:pt idx="72">
                  <c:v>34.431600000000003</c:v>
                </c:pt>
                <c:pt idx="73">
                  <c:v>34.432600000000001</c:v>
                </c:pt>
                <c:pt idx="74">
                  <c:v>34.433599999999998</c:v>
                </c:pt>
                <c:pt idx="75">
                  <c:v>34.434600000000003</c:v>
                </c:pt>
                <c:pt idx="76">
                  <c:v>34.435600000000001</c:v>
                </c:pt>
                <c:pt idx="77">
                  <c:v>34.436599999999999</c:v>
                </c:pt>
                <c:pt idx="78">
                  <c:v>34.437600000000003</c:v>
                </c:pt>
                <c:pt idx="79">
                  <c:v>34.438600000000001</c:v>
                </c:pt>
                <c:pt idx="80">
                  <c:v>34.439599999999999</c:v>
                </c:pt>
                <c:pt idx="81">
                  <c:v>34.440600000000003</c:v>
                </c:pt>
                <c:pt idx="82">
                  <c:v>34.441600000000001</c:v>
                </c:pt>
                <c:pt idx="83">
                  <c:v>34.442599999999999</c:v>
                </c:pt>
                <c:pt idx="84">
                  <c:v>34.443600000000004</c:v>
                </c:pt>
                <c:pt idx="85">
                  <c:v>34.444600000000001</c:v>
                </c:pt>
                <c:pt idx="86">
                  <c:v>34.445599999999999</c:v>
                </c:pt>
                <c:pt idx="87">
                  <c:v>34.446599999999997</c:v>
                </c:pt>
                <c:pt idx="88">
                  <c:v>34.447600000000001</c:v>
                </c:pt>
                <c:pt idx="89">
                  <c:v>34.448599999999999</c:v>
                </c:pt>
                <c:pt idx="90">
                  <c:v>34.449599999999997</c:v>
                </c:pt>
                <c:pt idx="91">
                  <c:v>34.450600000000001</c:v>
                </c:pt>
                <c:pt idx="92">
                  <c:v>34.451599999999999</c:v>
                </c:pt>
                <c:pt idx="93">
                  <c:v>34.452599999999997</c:v>
                </c:pt>
                <c:pt idx="94">
                  <c:v>34.453600000000002</c:v>
                </c:pt>
                <c:pt idx="95">
                  <c:v>34.454599999999999</c:v>
                </c:pt>
                <c:pt idx="96">
                  <c:v>34.455599999999997</c:v>
                </c:pt>
                <c:pt idx="97">
                  <c:v>34.456600000000002</c:v>
                </c:pt>
                <c:pt idx="98">
                  <c:v>34.457599999999999</c:v>
                </c:pt>
                <c:pt idx="99">
                  <c:v>34.458599999999997</c:v>
                </c:pt>
                <c:pt idx="100">
                  <c:v>34.459600000000002</c:v>
                </c:pt>
                <c:pt idx="101">
                  <c:v>34.460599999999999</c:v>
                </c:pt>
                <c:pt idx="102">
                  <c:v>34.461599999999997</c:v>
                </c:pt>
                <c:pt idx="103">
                  <c:v>34.462600000000002</c:v>
                </c:pt>
                <c:pt idx="104">
                  <c:v>34.4636</c:v>
                </c:pt>
                <c:pt idx="105">
                  <c:v>34.464599999999997</c:v>
                </c:pt>
                <c:pt idx="106">
                  <c:v>34.465600000000002</c:v>
                </c:pt>
                <c:pt idx="107">
                  <c:v>34.4666</c:v>
                </c:pt>
                <c:pt idx="108">
                  <c:v>34.467599999999997</c:v>
                </c:pt>
                <c:pt idx="109">
                  <c:v>34.468600000000002</c:v>
                </c:pt>
                <c:pt idx="110">
                  <c:v>34.4696</c:v>
                </c:pt>
                <c:pt idx="111">
                  <c:v>34.470599999999997</c:v>
                </c:pt>
                <c:pt idx="112">
                  <c:v>34.471600000000002</c:v>
                </c:pt>
                <c:pt idx="113">
                  <c:v>34.4726</c:v>
                </c:pt>
                <c:pt idx="114">
                  <c:v>34.473599999999998</c:v>
                </c:pt>
                <c:pt idx="115">
                  <c:v>34.474600000000002</c:v>
                </c:pt>
                <c:pt idx="116">
                  <c:v>34.4756</c:v>
                </c:pt>
                <c:pt idx="117">
                  <c:v>34.476599999999998</c:v>
                </c:pt>
                <c:pt idx="118">
                  <c:v>34.477600000000002</c:v>
                </c:pt>
                <c:pt idx="119">
                  <c:v>34.4786</c:v>
                </c:pt>
                <c:pt idx="120">
                  <c:v>34.479599999999998</c:v>
                </c:pt>
                <c:pt idx="121">
                  <c:v>34.480600000000003</c:v>
                </c:pt>
                <c:pt idx="122">
                  <c:v>34.4816</c:v>
                </c:pt>
                <c:pt idx="123">
                  <c:v>34.482599999999998</c:v>
                </c:pt>
                <c:pt idx="124">
                  <c:v>34.483600000000003</c:v>
                </c:pt>
                <c:pt idx="125">
                  <c:v>34.4846</c:v>
                </c:pt>
                <c:pt idx="126">
                  <c:v>34.485599999999998</c:v>
                </c:pt>
                <c:pt idx="127">
                  <c:v>34.486600000000003</c:v>
                </c:pt>
                <c:pt idx="128">
                  <c:v>34.4876</c:v>
                </c:pt>
                <c:pt idx="129">
                  <c:v>34.488599999999998</c:v>
                </c:pt>
                <c:pt idx="130">
                  <c:v>34.489600000000003</c:v>
                </c:pt>
                <c:pt idx="131">
                  <c:v>34.490600000000001</c:v>
                </c:pt>
                <c:pt idx="132">
                  <c:v>34.491599999999998</c:v>
                </c:pt>
                <c:pt idx="133">
                  <c:v>34.492600000000003</c:v>
                </c:pt>
                <c:pt idx="134">
                  <c:v>34.493600000000001</c:v>
                </c:pt>
                <c:pt idx="135">
                  <c:v>34.494599999999998</c:v>
                </c:pt>
                <c:pt idx="136">
                  <c:v>34.495600000000003</c:v>
                </c:pt>
                <c:pt idx="137">
                  <c:v>34.496600000000001</c:v>
                </c:pt>
                <c:pt idx="138">
                  <c:v>34.497599999999998</c:v>
                </c:pt>
                <c:pt idx="139">
                  <c:v>34.498600000000003</c:v>
                </c:pt>
                <c:pt idx="140">
                  <c:v>34.499600000000001</c:v>
                </c:pt>
                <c:pt idx="141">
                  <c:v>34.500599999999999</c:v>
                </c:pt>
                <c:pt idx="142">
                  <c:v>34.501600000000003</c:v>
                </c:pt>
                <c:pt idx="143">
                  <c:v>34.502600000000001</c:v>
                </c:pt>
                <c:pt idx="144">
                  <c:v>34.503599999999999</c:v>
                </c:pt>
                <c:pt idx="145">
                  <c:v>34.504600000000003</c:v>
                </c:pt>
                <c:pt idx="146">
                  <c:v>34.505600000000001</c:v>
                </c:pt>
                <c:pt idx="147">
                  <c:v>34.506599999999999</c:v>
                </c:pt>
                <c:pt idx="148">
                  <c:v>34.507599999999996</c:v>
                </c:pt>
                <c:pt idx="149">
                  <c:v>34.508600000000001</c:v>
                </c:pt>
                <c:pt idx="150">
                  <c:v>34.509599999999999</c:v>
                </c:pt>
                <c:pt idx="151">
                  <c:v>34.510599999999997</c:v>
                </c:pt>
                <c:pt idx="152">
                  <c:v>34.511600000000001</c:v>
                </c:pt>
                <c:pt idx="153">
                  <c:v>34.512599999999999</c:v>
                </c:pt>
                <c:pt idx="154">
                  <c:v>34.513599999999997</c:v>
                </c:pt>
                <c:pt idx="155">
                  <c:v>34.514600000000002</c:v>
                </c:pt>
                <c:pt idx="156">
                  <c:v>34.515599999999999</c:v>
                </c:pt>
                <c:pt idx="157">
                  <c:v>34.516599999999997</c:v>
                </c:pt>
                <c:pt idx="158">
                  <c:v>34.517600000000002</c:v>
                </c:pt>
                <c:pt idx="159">
                  <c:v>34.518599999999999</c:v>
                </c:pt>
                <c:pt idx="160">
                  <c:v>34.519599999999997</c:v>
                </c:pt>
                <c:pt idx="161">
                  <c:v>34.520600000000002</c:v>
                </c:pt>
                <c:pt idx="162">
                  <c:v>34.521599999999999</c:v>
                </c:pt>
                <c:pt idx="163">
                  <c:v>34.522599999999997</c:v>
                </c:pt>
                <c:pt idx="164">
                  <c:v>34.523600000000002</c:v>
                </c:pt>
                <c:pt idx="165">
                  <c:v>34.5246</c:v>
                </c:pt>
                <c:pt idx="166">
                  <c:v>34.525599999999997</c:v>
                </c:pt>
                <c:pt idx="167">
                  <c:v>34.526600000000002</c:v>
                </c:pt>
                <c:pt idx="168">
                  <c:v>34.5276</c:v>
                </c:pt>
                <c:pt idx="169">
                  <c:v>34.528599999999997</c:v>
                </c:pt>
                <c:pt idx="170">
                  <c:v>34.529600000000002</c:v>
                </c:pt>
                <c:pt idx="171">
                  <c:v>34.5306</c:v>
                </c:pt>
                <c:pt idx="172">
                  <c:v>34.531599999999997</c:v>
                </c:pt>
                <c:pt idx="173">
                  <c:v>34.532600000000002</c:v>
                </c:pt>
                <c:pt idx="174">
                  <c:v>34.5336</c:v>
                </c:pt>
                <c:pt idx="175">
                  <c:v>34.534599999999998</c:v>
                </c:pt>
                <c:pt idx="176">
                  <c:v>34.535600000000002</c:v>
                </c:pt>
                <c:pt idx="177">
                  <c:v>34.5366</c:v>
                </c:pt>
                <c:pt idx="178">
                  <c:v>34.537599999999998</c:v>
                </c:pt>
                <c:pt idx="179">
                  <c:v>34.538600000000002</c:v>
                </c:pt>
                <c:pt idx="180">
                  <c:v>34.5396</c:v>
                </c:pt>
                <c:pt idx="181">
                  <c:v>34.540599999999998</c:v>
                </c:pt>
                <c:pt idx="182">
                  <c:v>34.541600000000003</c:v>
                </c:pt>
                <c:pt idx="183">
                  <c:v>34.5426</c:v>
                </c:pt>
                <c:pt idx="184">
                  <c:v>34.543599999999998</c:v>
                </c:pt>
                <c:pt idx="185">
                  <c:v>34.544600000000003</c:v>
                </c:pt>
                <c:pt idx="186">
                  <c:v>34.5456</c:v>
                </c:pt>
                <c:pt idx="187">
                  <c:v>34.546599999999998</c:v>
                </c:pt>
                <c:pt idx="188">
                  <c:v>34.547600000000003</c:v>
                </c:pt>
                <c:pt idx="189">
                  <c:v>34.5486</c:v>
                </c:pt>
                <c:pt idx="190">
                  <c:v>34.549599999999998</c:v>
                </c:pt>
                <c:pt idx="191">
                  <c:v>34.550600000000003</c:v>
                </c:pt>
                <c:pt idx="192">
                  <c:v>34.551600000000001</c:v>
                </c:pt>
                <c:pt idx="193">
                  <c:v>34.552599999999998</c:v>
                </c:pt>
                <c:pt idx="194">
                  <c:v>34.553600000000003</c:v>
                </c:pt>
                <c:pt idx="195">
                  <c:v>34.554600000000001</c:v>
                </c:pt>
                <c:pt idx="196">
                  <c:v>34.555599999999998</c:v>
                </c:pt>
                <c:pt idx="197">
                  <c:v>34.556600000000003</c:v>
                </c:pt>
                <c:pt idx="198">
                  <c:v>34.557600000000001</c:v>
                </c:pt>
                <c:pt idx="199">
                  <c:v>34.558599999999998</c:v>
                </c:pt>
                <c:pt idx="200">
                  <c:v>34.559600000000003</c:v>
                </c:pt>
              </c:numCache>
            </c:numRef>
          </c:xVal>
          <c:yVal>
            <c:numRef>
              <c:f>'thermo-ω'!$F$20:$F$220</c:f>
              <c:numCache>
                <c:formatCode>0.00E+00</c:formatCode>
                <c:ptCount val="201"/>
                <c:pt idx="0">
                  <c:v>2.447369567904022E-2</c:v>
                </c:pt>
                <c:pt idx="1">
                  <c:v>2.3329013267610589E-2</c:v>
                </c:pt>
                <c:pt idx="2">
                  <c:v>2.032875723463964E-2</c:v>
                </c:pt>
                <c:pt idx="3">
                  <c:v>2.1913951960091285E-2</c:v>
                </c:pt>
                <c:pt idx="4">
                  <c:v>2.3487841318435548E-2</c:v>
                </c:pt>
                <c:pt idx="5">
                  <c:v>2.1919097499354747E-2</c:v>
                </c:pt>
                <c:pt idx="6">
                  <c:v>2.4489747517577411E-2</c:v>
                </c:pt>
                <c:pt idx="7">
                  <c:v>2.17675711736924E-2</c:v>
                </c:pt>
                <c:pt idx="8">
                  <c:v>2.6339308381581626E-2</c:v>
                </c:pt>
                <c:pt idx="9">
                  <c:v>2.4781173997088343E-2</c:v>
                </c:pt>
                <c:pt idx="10">
                  <c:v>2.8945357141071087E-2</c:v>
                </c:pt>
                <c:pt idx="11">
                  <c:v>2.7657140816533088E-2</c:v>
                </c:pt>
                <c:pt idx="12">
                  <c:v>2.8511596382620578E-2</c:v>
                </c:pt>
                <c:pt idx="13">
                  <c:v>2.7929174192325879E-2</c:v>
                </c:pt>
                <c:pt idx="14">
                  <c:v>2.9516937126588358E-2</c:v>
                </c:pt>
                <c:pt idx="15">
                  <c:v>2.794597873202101E-2</c:v>
                </c:pt>
                <c:pt idx="16">
                  <c:v>2.9815630319554611E-2</c:v>
                </c:pt>
                <c:pt idx="17">
                  <c:v>2.6958639052187022E-2</c:v>
                </c:pt>
                <c:pt idx="18">
                  <c:v>2.9963247854351893E-2</c:v>
                </c:pt>
                <c:pt idx="19">
                  <c:v>3.313321968304303E-2</c:v>
                </c:pt>
                <c:pt idx="20">
                  <c:v>2.8113004639907981E-2</c:v>
                </c:pt>
                <c:pt idx="21">
                  <c:v>3.3285650204688814E-2</c:v>
                </c:pt>
                <c:pt idx="22">
                  <c:v>3.2575298016620693E-2</c:v>
                </c:pt>
                <c:pt idx="23">
                  <c:v>3.8883293616416334E-2</c:v>
                </c:pt>
                <c:pt idx="24">
                  <c:v>3.4001533282644748E-2</c:v>
                </c:pt>
                <c:pt idx="25">
                  <c:v>3.6024488959613618E-2</c:v>
                </c:pt>
                <c:pt idx="26">
                  <c:v>3.9028596037085146E-2</c:v>
                </c:pt>
                <c:pt idx="27">
                  <c:v>3.8318930438569203E-2</c:v>
                </c:pt>
                <c:pt idx="28">
                  <c:v>4.0190823157579103E-2</c:v>
                </c:pt>
                <c:pt idx="29">
                  <c:v>4.12180558810274E-2</c:v>
                </c:pt>
                <c:pt idx="30">
                  <c:v>4.6516867231413975E-2</c:v>
                </c:pt>
                <c:pt idx="31">
                  <c:v>4.278652990445337E-2</c:v>
                </c:pt>
                <c:pt idx="32">
                  <c:v>4.5370417006394416E-2</c:v>
                </c:pt>
                <c:pt idx="33">
                  <c:v>4.8386749864308909E-2</c:v>
                </c:pt>
                <c:pt idx="34">
                  <c:v>4.8234446974838849E-2</c:v>
                </c:pt>
                <c:pt idx="35">
                  <c:v>4.4230523803281074E-2</c:v>
                </c:pt>
                <c:pt idx="36">
                  <c:v>4.9847942944188164E-2</c:v>
                </c:pt>
                <c:pt idx="37">
                  <c:v>5.3619178852894862E-2</c:v>
                </c:pt>
                <c:pt idx="38">
                  <c:v>4.6420514820755369E-2</c:v>
                </c:pt>
                <c:pt idx="39">
                  <c:v>5.4750482364682815E-2</c:v>
                </c:pt>
                <c:pt idx="40">
                  <c:v>5.4499713481057754E-2</c:v>
                </c:pt>
                <c:pt idx="41">
                  <c:v>5.2064938613136165E-2</c:v>
                </c:pt>
                <c:pt idx="42">
                  <c:v>5.2517848082757536E-2</c:v>
                </c:pt>
                <c:pt idx="43">
                  <c:v>5.7387982936237016E-2</c:v>
                </c:pt>
                <c:pt idx="44">
                  <c:v>6.532798779638653E-2</c:v>
                </c:pt>
                <c:pt idx="45">
                  <c:v>6.491294626966887E-2</c:v>
                </c:pt>
                <c:pt idx="46">
                  <c:v>6.3042147172928886E-2</c:v>
                </c:pt>
                <c:pt idx="47">
                  <c:v>7.3703060417378424E-2</c:v>
                </c:pt>
                <c:pt idx="48">
                  <c:v>7.4257967545325029E-2</c:v>
                </c:pt>
                <c:pt idx="49">
                  <c:v>7.269470445276946E-2</c:v>
                </c:pt>
                <c:pt idx="50">
                  <c:v>7.7903502414749373E-2</c:v>
                </c:pt>
                <c:pt idx="51">
                  <c:v>7.8635158643552153E-2</c:v>
                </c:pt>
                <c:pt idx="52">
                  <c:v>8.5872969988564057E-2</c:v>
                </c:pt>
                <c:pt idx="53">
                  <c:v>8.7005817937877122E-2</c:v>
                </c:pt>
                <c:pt idx="54">
                  <c:v>8.7589796468684825E-2</c:v>
                </c:pt>
                <c:pt idx="55">
                  <c:v>9.2120370906310908E-2</c:v>
                </c:pt>
                <c:pt idx="56">
                  <c:v>9.5739032008889086E-2</c:v>
                </c:pt>
                <c:pt idx="57">
                  <c:v>0.10598098421411077</c:v>
                </c:pt>
                <c:pt idx="58">
                  <c:v>0.10050540954865703</c:v>
                </c:pt>
                <c:pt idx="59">
                  <c:v>0.10329204738658281</c:v>
                </c:pt>
                <c:pt idx="60">
                  <c:v>0.10564207935304791</c:v>
                </c:pt>
                <c:pt idx="61">
                  <c:v>0.11499180311879702</c:v>
                </c:pt>
                <c:pt idx="62">
                  <c:v>0.12092417178522476</c:v>
                </c:pt>
                <c:pt idx="63">
                  <c:v>0.11963394840287381</c:v>
                </c:pt>
                <c:pt idx="64">
                  <c:v>0.13481980005732871</c:v>
                </c:pt>
                <c:pt idx="65">
                  <c:v>0.132530600203947</c:v>
                </c:pt>
                <c:pt idx="66">
                  <c:v>0.14210991867153339</c:v>
                </c:pt>
                <c:pt idx="67">
                  <c:v>0.14602487573478065</c:v>
                </c:pt>
                <c:pt idx="68">
                  <c:v>0.16212275970043183</c:v>
                </c:pt>
                <c:pt idx="69">
                  <c:v>0.15544552696105873</c:v>
                </c:pt>
                <c:pt idx="70">
                  <c:v>0.17180596739778753</c:v>
                </c:pt>
                <c:pt idx="71">
                  <c:v>0.17971438396338141</c:v>
                </c:pt>
                <c:pt idx="72">
                  <c:v>0.18846975838682836</c:v>
                </c:pt>
                <c:pt idx="73">
                  <c:v>0.20242223269410917</c:v>
                </c:pt>
                <c:pt idx="74">
                  <c:v>0.19882154022741341</c:v>
                </c:pt>
                <c:pt idx="75">
                  <c:v>0.21993360895070255</c:v>
                </c:pt>
                <c:pt idx="76">
                  <c:v>0.24022195179396902</c:v>
                </c:pt>
                <c:pt idx="77">
                  <c:v>0.27204805752774747</c:v>
                </c:pt>
                <c:pt idx="78">
                  <c:v>0.3027578625566591</c:v>
                </c:pt>
                <c:pt idx="79">
                  <c:v>0.37458655659140105</c:v>
                </c:pt>
                <c:pt idx="80">
                  <c:v>0.41259837775107627</c:v>
                </c:pt>
                <c:pt idx="81">
                  <c:v>0.51903037145977193</c:v>
                </c:pt>
                <c:pt idx="82">
                  <c:v>0.61936766595944315</c:v>
                </c:pt>
                <c:pt idx="83">
                  <c:v>0.69957575562065577</c:v>
                </c:pt>
                <c:pt idx="84">
                  <c:v>0.89487291929205526</c:v>
                </c:pt>
                <c:pt idx="85">
                  <c:v>1.0207954503673677</c:v>
                </c:pt>
                <c:pt idx="86">
                  <c:v>1.2640996214142499</c:v>
                </c:pt>
                <c:pt idx="87">
                  <c:v>1.5897812983232285</c:v>
                </c:pt>
                <c:pt idx="88">
                  <c:v>1.9553009822022844</c:v>
                </c:pt>
                <c:pt idx="89">
                  <c:v>2.4653218682104234</c:v>
                </c:pt>
                <c:pt idx="90">
                  <c:v>3.2697142066105331</c:v>
                </c:pt>
                <c:pt idx="91">
                  <c:v>4.5815449823152274</c:v>
                </c:pt>
                <c:pt idx="92">
                  <c:v>7.9494170198175729</c:v>
                </c:pt>
                <c:pt idx="93">
                  <c:v>24.803879445128096</c:v>
                </c:pt>
                <c:pt idx="94">
                  <c:v>146.19885753608386</c:v>
                </c:pt>
                <c:pt idx="95">
                  <c:v>866.48527317751928</c:v>
                </c:pt>
                <c:pt idx="96">
                  <c:v>3348.6995710815409</c:v>
                </c:pt>
                <c:pt idx="97">
                  <c:v>8985.7523320378059</c:v>
                </c:pt>
                <c:pt idx="98">
                  <c:v>16401.353282043317</c:v>
                </c:pt>
                <c:pt idx="99">
                  <c:v>20162.346285589239</c:v>
                </c:pt>
                <c:pt idx="100">
                  <c:v>20515.619631616981</c:v>
                </c:pt>
                <c:pt idx="101">
                  <c:v>16364.632110330273</c:v>
                </c:pt>
                <c:pt idx="102">
                  <c:v>9082.8589648711877</c:v>
                </c:pt>
                <c:pt idx="103">
                  <c:v>2884.0251808422531</c:v>
                </c:pt>
                <c:pt idx="104">
                  <c:v>665.90499087893033</c:v>
                </c:pt>
                <c:pt idx="105">
                  <c:v>192.28158879492639</c:v>
                </c:pt>
                <c:pt idx="106">
                  <c:v>50.722211903099435</c:v>
                </c:pt>
                <c:pt idx="107">
                  <c:v>26.199046101421064</c:v>
                </c:pt>
                <c:pt idx="108">
                  <c:v>18.40322937810252</c:v>
                </c:pt>
                <c:pt idx="109">
                  <c:v>14.251318851725063</c:v>
                </c:pt>
                <c:pt idx="110">
                  <c:v>11.314474800020076</c:v>
                </c:pt>
                <c:pt idx="111">
                  <c:v>9.3752196237392464</c:v>
                </c:pt>
                <c:pt idx="112">
                  <c:v>7.8021410768196864</c:v>
                </c:pt>
                <c:pt idx="113">
                  <c:v>6.6202069291363337</c:v>
                </c:pt>
                <c:pt idx="114">
                  <c:v>5.6183659647813187</c:v>
                </c:pt>
                <c:pt idx="115">
                  <c:v>4.9295127555090028</c:v>
                </c:pt>
                <c:pt idx="116">
                  <c:v>4.2879667576625939</c:v>
                </c:pt>
                <c:pt idx="117">
                  <c:v>3.7570057769773362</c:v>
                </c:pt>
                <c:pt idx="118">
                  <c:v>3.3103734230211881</c:v>
                </c:pt>
                <c:pt idx="119">
                  <c:v>2.9414672184030533</c:v>
                </c:pt>
                <c:pt idx="120">
                  <c:v>2.6424514891245701</c:v>
                </c:pt>
                <c:pt idx="121">
                  <c:v>2.3705244249909616</c:v>
                </c:pt>
                <c:pt idx="122">
                  <c:v>2.159842611563255</c:v>
                </c:pt>
                <c:pt idx="123">
                  <c:v>1.9710264640649797</c:v>
                </c:pt>
                <c:pt idx="124">
                  <c:v>1.7435863135765401</c:v>
                </c:pt>
                <c:pt idx="125">
                  <c:v>1.5439383201371755</c:v>
                </c:pt>
                <c:pt idx="126">
                  <c:v>1.3592385017231692</c:v>
                </c:pt>
                <c:pt idx="127">
                  <c:v>1.1776750299686498</c:v>
                </c:pt>
                <c:pt idx="128">
                  <c:v>1.0247481555151745</c:v>
                </c:pt>
                <c:pt idx="129">
                  <c:v>0.86186463161015781</c:v>
                </c:pt>
                <c:pt idx="130">
                  <c:v>0.75007673357807481</c:v>
                </c:pt>
                <c:pt idx="131">
                  <c:v>0.64311990514796946</c:v>
                </c:pt>
                <c:pt idx="132">
                  <c:v>0.5567560917242772</c:v>
                </c:pt>
                <c:pt idx="133">
                  <c:v>0.46764872023533938</c:v>
                </c:pt>
                <c:pt idx="134">
                  <c:v>0.3749537102733847</c:v>
                </c:pt>
                <c:pt idx="135">
                  <c:v>0.31691409289857037</c:v>
                </c:pt>
                <c:pt idx="136">
                  <c:v>0.2594001647504543</c:v>
                </c:pt>
                <c:pt idx="137">
                  <c:v>0.2187788665040673</c:v>
                </c:pt>
                <c:pt idx="138">
                  <c:v>0.20370279776387695</c:v>
                </c:pt>
                <c:pt idx="139">
                  <c:v>0.16949707082951471</c:v>
                </c:pt>
                <c:pt idx="140">
                  <c:v>0.14631161617226202</c:v>
                </c:pt>
                <c:pt idx="141">
                  <c:v>0.13134572613339066</c:v>
                </c:pt>
                <c:pt idx="142">
                  <c:v>0.12700412509398307</c:v>
                </c:pt>
                <c:pt idx="143">
                  <c:v>0.1176727523967757</c:v>
                </c:pt>
                <c:pt idx="144">
                  <c:v>0.10930886079662518</c:v>
                </c:pt>
                <c:pt idx="145">
                  <c:v>0.10086334792776835</c:v>
                </c:pt>
                <c:pt idx="146">
                  <c:v>0.10308499365027102</c:v>
                </c:pt>
                <c:pt idx="147">
                  <c:v>9.8966580168221296E-2</c:v>
                </c:pt>
                <c:pt idx="148">
                  <c:v>8.598135217748723E-2</c:v>
                </c:pt>
                <c:pt idx="149">
                  <c:v>9.0391129426356132E-2</c:v>
                </c:pt>
                <c:pt idx="150">
                  <c:v>8.8353107854157564E-2</c:v>
                </c:pt>
                <c:pt idx="151">
                  <c:v>8.5579938146442519E-2</c:v>
                </c:pt>
                <c:pt idx="152">
                  <c:v>7.4792418900184496E-2</c:v>
                </c:pt>
                <c:pt idx="153">
                  <c:v>8.0379241537677101E-2</c:v>
                </c:pt>
                <c:pt idx="154">
                  <c:v>6.750529280946771E-2</c:v>
                </c:pt>
                <c:pt idx="155">
                  <c:v>6.4323264871158747E-2</c:v>
                </c:pt>
                <c:pt idx="156">
                  <c:v>6.9423205409409397E-2</c:v>
                </c:pt>
                <c:pt idx="157">
                  <c:v>6.3160729582453473E-2</c:v>
                </c:pt>
                <c:pt idx="158">
                  <c:v>6.023061072845181E-2</c:v>
                </c:pt>
                <c:pt idx="159">
                  <c:v>5.4825423060377049E-2</c:v>
                </c:pt>
                <c:pt idx="160">
                  <c:v>5.8061891431487857E-2</c:v>
                </c:pt>
                <c:pt idx="161">
                  <c:v>5.7977380886166406E-2</c:v>
                </c:pt>
                <c:pt idx="162">
                  <c:v>5.8395862154093973E-2</c:v>
                </c:pt>
                <c:pt idx="163">
                  <c:v>5.3709492962629536E-2</c:v>
                </c:pt>
                <c:pt idx="164">
                  <c:v>5.5338154848191122E-2</c:v>
                </c:pt>
                <c:pt idx="165">
                  <c:v>4.8138237567235696E-2</c:v>
                </c:pt>
                <c:pt idx="166">
                  <c:v>5.3833093244564124E-2</c:v>
                </c:pt>
                <c:pt idx="167">
                  <c:v>4.6540772900273884E-2</c:v>
                </c:pt>
                <c:pt idx="168">
                  <c:v>4.5227177429524937E-2</c:v>
                </c:pt>
                <c:pt idx="169">
                  <c:v>4.9187470563458145E-2</c:v>
                </c:pt>
                <c:pt idx="170">
                  <c:v>4.4230947940247504E-2</c:v>
                </c:pt>
                <c:pt idx="171">
                  <c:v>3.9402611874634778E-2</c:v>
                </c:pt>
                <c:pt idx="172">
                  <c:v>4.4693234503745592E-2</c:v>
                </c:pt>
                <c:pt idx="173">
                  <c:v>4.102872794898195E-2</c:v>
                </c:pt>
                <c:pt idx="174">
                  <c:v>3.9881423729878192E-2</c:v>
                </c:pt>
                <c:pt idx="175">
                  <c:v>3.7095138635163109E-2</c:v>
                </c:pt>
                <c:pt idx="176">
                  <c:v>4.2382447917800929E-2</c:v>
                </c:pt>
                <c:pt idx="177">
                  <c:v>3.696181073446668E-2</c:v>
                </c:pt>
                <c:pt idx="178">
                  <c:v>4.019833211545102E-2</c:v>
                </c:pt>
                <c:pt idx="179">
                  <c:v>3.6965473748778122E-2</c:v>
                </c:pt>
                <c:pt idx="180">
                  <c:v>3.522501393993234E-2</c:v>
                </c:pt>
                <c:pt idx="181">
                  <c:v>3.4191719132490049E-2</c:v>
                </c:pt>
                <c:pt idx="182">
                  <c:v>3.43326295095377E-2</c:v>
                </c:pt>
                <c:pt idx="183">
                  <c:v>3.1548492299754052E-2</c:v>
                </c:pt>
                <c:pt idx="184">
                  <c:v>3.112284546780536E-2</c:v>
                </c:pt>
                <c:pt idx="185">
                  <c:v>3.1712071771230643E-2</c:v>
                </c:pt>
                <c:pt idx="186">
                  <c:v>3.2011276897383638E-2</c:v>
                </c:pt>
                <c:pt idx="187">
                  <c:v>2.9060677020428159E-2</c:v>
                </c:pt>
                <c:pt idx="188">
                  <c:v>3.1843974036389971E-2</c:v>
                </c:pt>
                <c:pt idx="189">
                  <c:v>3.0964936846424287E-2</c:v>
                </c:pt>
                <c:pt idx="190">
                  <c:v>2.6119913293627152E-2</c:v>
                </c:pt>
                <c:pt idx="191">
                  <c:v>2.465331278890601E-2</c:v>
                </c:pt>
                <c:pt idx="192">
                  <c:v>2.4219827965828025E-2</c:v>
                </c:pt>
                <c:pt idx="193">
                  <c:v>2.6568227810839971E-2</c:v>
                </c:pt>
                <c:pt idx="194">
                  <c:v>2.5825277558637907E-2</c:v>
                </c:pt>
                <c:pt idx="195">
                  <c:v>2.5825438990643237E-2</c:v>
                </c:pt>
                <c:pt idx="196">
                  <c:v>2.1867805271919848E-2</c:v>
                </c:pt>
                <c:pt idx="197">
                  <c:v>2.3632094380420059E-2</c:v>
                </c:pt>
                <c:pt idx="198">
                  <c:v>2.2917361961310143E-2</c:v>
                </c:pt>
                <c:pt idx="199">
                  <c:v>2.1598764021748634E-2</c:v>
                </c:pt>
                <c:pt idx="200">
                  <c:v>2.1312082629501804E-2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B41-49AD-8CE6-F9B927BD71F2}"/>
            </c:ext>
          </c:extLst>
        </c:ser>
        <c:ser>
          <c:idx val="1"/>
          <c:order val="1"/>
          <c:tx>
            <c:strRef>
              <c:f>'thermo-ω'!$X$1</c:f>
              <c:strCache>
                <c:ptCount val="1"/>
                <c:pt idx="0">
                  <c:v>Si_Thermo_omega_90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'thermo-ω'!$X$20:$X$220</c:f>
              <c:numCache>
                <c:formatCode>General</c:formatCode>
                <c:ptCount val="201"/>
                <c:pt idx="0">
                  <c:v>34.358800000000002</c:v>
                </c:pt>
                <c:pt idx="1">
                  <c:v>34.3598</c:v>
                </c:pt>
                <c:pt idx="2">
                  <c:v>34.360799999999998</c:v>
                </c:pt>
                <c:pt idx="3">
                  <c:v>34.361800000000002</c:v>
                </c:pt>
                <c:pt idx="4">
                  <c:v>34.3628</c:v>
                </c:pt>
                <c:pt idx="5">
                  <c:v>34.363799999999998</c:v>
                </c:pt>
                <c:pt idx="6">
                  <c:v>34.364800000000002</c:v>
                </c:pt>
                <c:pt idx="7">
                  <c:v>34.3658</c:v>
                </c:pt>
                <c:pt idx="8">
                  <c:v>34.366799999999998</c:v>
                </c:pt>
                <c:pt idx="9">
                  <c:v>34.367800000000003</c:v>
                </c:pt>
                <c:pt idx="10">
                  <c:v>34.3688</c:v>
                </c:pt>
                <c:pt idx="11">
                  <c:v>34.369799999999998</c:v>
                </c:pt>
                <c:pt idx="12">
                  <c:v>34.370800000000003</c:v>
                </c:pt>
                <c:pt idx="13">
                  <c:v>34.3718</c:v>
                </c:pt>
                <c:pt idx="14">
                  <c:v>34.372799999999998</c:v>
                </c:pt>
                <c:pt idx="15">
                  <c:v>34.373800000000003</c:v>
                </c:pt>
                <c:pt idx="16">
                  <c:v>34.3748</c:v>
                </c:pt>
                <c:pt idx="17">
                  <c:v>34.375799999999998</c:v>
                </c:pt>
                <c:pt idx="18">
                  <c:v>34.376800000000003</c:v>
                </c:pt>
                <c:pt idx="19">
                  <c:v>34.377800000000001</c:v>
                </c:pt>
                <c:pt idx="20">
                  <c:v>34.378799999999998</c:v>
                </c:pt>
                <c:pt idx="21">
                  <c:v>34.379800000000003</c:v>
                </c:pt>
                <c:pt idx="22">
                  <c:v>34.380800000000001</c:v>
                </c:pt>
                <c:pt idx="23">
                  <c:v>34.381799999999998</c:v>
                </c:pt>
                <c:pt idx="24">
                  <c:v>34.382800000000003</c:v>
                </c:pt>
                <c:pt idx="25">
                  <c:v>34.383800000000001</c:v>
                </c:pt>
                <c:pt idx="26">
                  <c:v>34.384799999999998</c:v>
                </c:pt>
                <c:pt idx="27">
                  <c:v>34.385800000000003</c:v>
                </c:pt>
                <c:pt idx="28">
                  <c:v>34.386800000000001</c:v>
                </c:pt>
                <c:pt idx="29">
                  <c:v>34.387799999999999</c:v>
                </c:pt>
                <c:pt idx="30">
                  <c:v>34.388800000000003</c:v>
                </c:pt>
                <c:pt idx="31">
                  <c:v>34.389800000000001</c:v>
                </c:pt>
                <c:pt idx="32">
                  <c:v>34.390799999999999</c:v>
                </c:pt>
                <c:pt idx="33">
                  <c:v>34.391800000000003</c:v>
                </c:pt>
                <c:pt idx="34">
                  <c:v>34.392800000000001</c:v>
                </c:pt>
                <c:pt idx="35">
                  <c:v>34.393799999999999</c:v>
                </c:pt>
                <c:pt idx="36">
                  <c:v>34.394799999999996</c:v>
                </c:pt>
                <c:pt idx="37">
                  <c:v>34.395800000000001</c:v>
                </c:pt>
                <c:pt idx="38">
                  <c:v>34.396799999999999</c:v>
                </c:pt>
                <c:pt idx="39">
                  <c:v>34.397799999999997</c:v>
                </c:pt>
                <c:pt idx="40">
                  <c:v>34.398800000000001</c:v>
                </c:pt>
                <c:pt idx="41">
                  <c:v>34.399799999999999</c:v>
                </c:pt>
                <c:pt idx="42">
                  <c:v>34.400799999999997</c:v>
                </c:pt>
                <c:pt idx="43">
                  <c:v>34.401800000000001</c:v>
                </c:pt>
                <c:pt idx="44">
                  <c:v>34.402799999999999</c:v>
                </c:pt>
                <c:pt idx="45">
                  <c:v>34.403799999999997</c:v>
                </c:pt>
                <c:pt idx="46">
                  <c:v>34.404800000000002</c:v>
                </c:pt>
                <c:pt idx="47">
                  <c:v>34.405799999999999</c:v>
                </c:pt>
                <c:pt idx="48">
                  <c:v>34.406799999999997</c:v>
                </c:pt>
                <c:pt idx="49">
                  <c:v>34.407800000000002</c:v>
                </c:pt>
                <c:pt idx="50">
                  <c:v>34.408799999999999</c:v>
                </c:pt>
                <c:pt idx="51">
                  <c:v>34.409799999999997</c:v>
                </c:pt>
                <c:pt idx="52">
                  <c:v>34.410800000000002</c:v>
                </c:pt>
                <c:pt idx="53">
                  <c:v>34.411799999999999</c:v>
                </c:pt>
                <c:pt idx="54">
                  <c:v>34.412799999999997</c:v>
                </c:pt>
                <c:pt idx="55">
                  <c:v>34.413800000000002</c:v>
                </c:pt>
                <c:pt idx="56">
                  <c:v>34.4148</c:v>
                </c:pt>
                <c:pt idx="57">
                  <c:v>34.415799999999997</c:v>
                </c:pt>
                <c:pt idx="58">
                  <c:v>34.416800000000002</c:v>
                </c:pt>
                <c:pt idx="59">
                  <c:v>34.4178</c:v>
                </c:pt>
                <c:pt idx="60">
                  <c:v>34.418799999999997</c:v>
                </c:pt>
                <c:pt idx="61">
                  <c:v>34.419800000000002</c:v>
                </c:pt>
                <c:pt idx="62">
                  <c:v>34.4208</c:v>
                </c:pt>
                <c:pt idx="63">
                  <c:v>34.421799999999998</c:v>
                </c:pt>
                <c:pt idx="64">
                  <c:v>34.422800000000002</c:v>
                </c:pt>
                <c:pt idx="65">
                  <c:v>34.4238</c:v>
                </c:pt>
                <c:pt idx="66">
                  <c:v>34.424799999999998</c:v>
                </c:pt>
                <c:pt idx="67">
                  <c:v>34.425800000000002</c:v>
                </c:pt>
                <c:pt idx="68">
                  <c:v>34.4268</c:v>
                </c:pt>
                <c:pt idx="69">
                  <c:v>34.427799999999998</c:v>
                </c:pt>
                <c:pt idx="70">
                  <c:v>34.428800000000003</c:v>
                </c:pt>
                <c:pt idx="71">
                  <c:v>34.4298</c:v>
                </c:pt>
                <c:pt idx="72">
                  <c:v>34.430799999999998</c:v>
                </c:pt>
                <c:pt idx="73">
                  <c:v>34.431800000000003</c:v>
                </c:pt>
                <c:pt idx="74">
                  <c:v>34.4328</c:v>
                </c:pt>
                <c:pt idx="75">
                  <c:v>34.433799999999998</c:v>
                </c:pt>
                <c:pt idx="76">
                  <c:v>34.434800000000003</c:v>
                </c:pt>
                <c:pt idx="77">
                  <c:v>34.4358</c:v>
                </c:pt>
                <c:pt idx="78">
                  <c:v>34.436799999999998</c:v>
                </c:pt>
                <c:pt idx="79">
                  <c:v>34.437800000000003</c:v>
                </c:pt>
                <c:pt idx="80">
                  <c:v>34.438800000000001</c:v>
                </c:pt>
                <c:pt idx="81">
                  <c:v>34.439799999999998</c:v>
                </c:pt>
                <c:pt idx="82">
                  <c:v>34.440800000000003</c:v>
                </c:pt>
                <c:pt idx="83">
                  <c:v>34.441800000000001</c:v>
                </c:pt>
                <c:pt idx="84">
                  <c:v>34.442799999999998</c:v>
                </c:pt>
                <c:pt idx="85">
                  <c:v>34.443800000000003</c:v>
                </c:pt>
                <c:pt idx="86">
                  <c:v>34.444800000000001</c:v>
                </c:pt>
                <c:pt idx="87">
                  <c:v>34.445799999999998</c:v>
                </c:pt>
                <c:pt idx="88">
                  <c:v>34.446800000000003</c:v>
                </c:pt>
                <c:pt idx="89">
                  <c:v>34.447800000000001</c:v>
                </c:pt>
                <c:pt idx="90">
                  <c:v>34.448799999999999</c:v>
                </c:pt>
                <c:pt idx="91">
                  <c:v>34.449800000000003</c:v>
                </c:pt>
                <c:pt idx="92">
                  <c:v>34.450800000000001</c:v>
                </c:pt>
                <c:pt idx="93">
                  <c:v>34.451799999999999</c:v>
                </c:pt>
                <c:pt idx="94">
                  <c:v>34.452800000000003</c:v>
                </c:pt>
                <c:pt idx="95">
                  <c:v>34.453800000000001</c:v>
                </c:pt>
                <c:pt idx="96">
                  <c:v>34.454799999999999</c:v>
                </c:pt>
                <c:pt idx="97">
                  <c:v>34.455800000000004</c:v>
                </c:pt>
                <c:pt idx="98">
                  <c:v>34.456800000000001</c:v>
                </c:pt>
                <c:pt idx="99">
                  <c:v>34.457799999999999</c:v>
                </c:pt>
                <c:pt idx="100">
                  <c:v>34.458799999999997</c:v>
                </c:pt>
                <c:pt idx="101">
                  <c:v>34.459800000000001</c:v>
                </c:pt>
                <c:pt idx="102">
                  <c:v>34.460799999999999</c:v>
                </c:pt>
                <c:pt idx="103">
                  <c:v>34.461799999999997</c:v>
                </c:pt>
                <c:pt idx="104">
                  <c:v>34.462800000000001</c:v>
                </c:pt>
                <c:pt idx="105">
                  <c:v>34.463799999999999</c:v>
                </c:pt>
                <c:pt idx="106">
                  <c:v>34.464799999999997</c:v>
                </c:pt>
                <c:pt idx="107">
                  <c:v>34.465800000000002</c:v>
                </c:pt>
                <c:pt idx="108">
                  <c:v>34.466799999999999</c:v>
                </c:pt>
                <c:pt idx="109">
                  <c:v>34.467799999999997</c:v>
                </c:pt>
                <c:pt idx="110">
                  <c:v>34.468800000000002</c:v>
                </c:pt>
                <c:pt idx="111">
                  <c:v>34.469799999999999</c:v>
                </c:pt>
                <c:pt idx="112">
                  <c:v>34.470799999999997</c:v>
                </c:pt>
                <c:pt idx="113">
                  <c:v>34.471800000000002</c:v>
                </c:pt>
                <c:pt idx="114">
                  <c:v>34.472799999999999</c:v>
                </c:pt>
                <c:pt idx="115">
                  <c:v>34.473799999999997</c:v>
                </c:pt>
                <c:pt idx="116">
                  <c:v>34.474800000000002</c:v>
                </c:pt>
                <c:pt idx="117">
                  <c:v>34.4758</c:v>
                </c:pt>
                <c:pt idx="118">
                  <c:v>34.476799999999997</c:v>
                </c:pt>
                <c:pt idx="119">
                  <c:v>34.477800000000002</c:v>
                </c:pt>
                <c:pt idx="120">
                  <c:v>34.4788</c:v>
                </c:pt>
                <c:pt idx="121">
                  <c:v>34.479799999999997</c:v>
                </c:pt>
                <c:pt idx="122">
                  <c:v>34.480800000000002</c:v>
                </c:pt>
                <c:pt idx="123">
                  <c:v>34.4818</c:v>
                </c:pt>
                <c:pt idx="124">
                  <c:v>34.482799999999997</c:v>
                </c:pt>
                <c:pt idx="125">
                  <c:v>34.483800000000002</c:v>
                </c:pt>
                <c:pt idx="126">
                  <c:v>34.4848</c:v>
                </c:pt>
                <c:pt idx="127">
                  <c:v>34.485799999999998</c:v>
                </c:pt>
                <c:pt idx="128">
                  <c:v>34.486800000000002</c:v>
                </c:pt>
                <c:pt idx="129">
                  <c:v>34.4878</c:v>
                </c:pt>
                <c:pt idx="130">
                  <c:v>34.488799999999998</c:v>
                </c:pt>
                <c:pt idx="131">
                  <c:v>34.489800000000002</c:v>
                </c:pt>
                <c:pt idx="132">
                  <c:v>34.4908</c:v>
                </c:pt>
                <c:pt idx="133">
                  <c:v>34.491799999999998</c:v>
                </c:pt>
                <c:pt idx="134">
                  <c:v>34.492800000000003</c:v>
                </c:pt>
                <c:pt idx="135">
                  <c:v>34.4938</c:v>
                </c:pt>
                <c:pt idx="136">
                  <c:v>34.494799999999998</c:v>
                </c:pt>
                <c:pt idx="137">
                  <c:v>34.495800000000003</c:v>
                </c:pt>
                <c:pt idx="138">
                  <c:v>34.4968</c:v>
                </c:pt>
                <c:pt idx="139">
                  <c:v>34.497799999999998</c:v>
                </c:pt>
                <c:pt idx="140">
                  <c:v>34.498800000000003</c:v>
                </c:pt>
                <c:pt idx="141">
                  <c:v>34.4998</c:v>
                </c:pt>
                <c:pt idx="142">
                  <c:v>34.500799999999998</c:v>
                </c:pt>
                <c:pt idx="143">
                  <c:v>34.501800000000003</c:v>
                </c:pt>
                <c:pt idx="144">
                  <c:v>34.502800000000001</c:v>
                </c:pt>
                <c:pt idx="145">
                  <c:v>34.503799999999998</c:v>
                </c:pt>
                <c:pt idx="146">
                  <c:v>34.504800000000003</c:v>
                </c:pt>
                <c:pt idx="147">
                  <c:v>34.505800000000001</c:v>
                </c:pt>
                <c:pt idx="148">
                  <c:v>34.506799999999998</c:v>
                </c:pt>
                <c:pt idx="149">
                  <c:v>34.507800000000003</c:v>
                </c:pt>
                <c:pt idx="150">
                  <c:v>34.508800000000001</c:v>
                </c:pt>
                <c:pt idx="151">
                  <c:v>34.509799999999998</c:v>
                </c:pt>
                <c:pt idx="152">
                  <c:v>34.510800000000003</c:v>
                </c:pt>
                <c:pt idx="153">
                  <c:v>34.511800000000001</c:v>
                </c:pt>
                <c:pt idx="154">
                  <c:v>34.512799999999999</c:v>
                </c:pt>
                <c:pt idx="155">
                  <c:v>34.513800000000003</c:v>
                </c:pt>
                <c:pt idx="156">
                  <c:v>34.514800000000001</c:v>
                </c:pt>
                <c:pt idx="157">
                  <c:v>34.515799999999999</c:v>
                </c:pt>
                <c:pt idx="158">
                  <c:v>34.516800000000003</c:v>
                </c:pt>
                <c:pt idx="159">
                  <c:v>34.517800000000001</c:v>
                </c:pt>
                <c:pt idx="160">
                  <c:v>34.518799999999999</c:v>
                </c:pt>
                <c:pt idx="161">
                  <c:v>34.519799999999996</c:v>
                </c:pt>
                <c:pt idx="162">
                  <c:v>34.520800000000001</c:v>
                </c:pt>
                <c:pt idx="163">
                  <c:v>34.521799999999999</c:v>
                </c:pt>
                <c:pt idx="164">
                  <c:v>34.522799999999997</c:v>
                </c:pt>
                <c:pt idx="165">
                  <c:v>34.523800000000001</c:v>
                </c:pt>
                <c:pt idx="166">
                  <c:v>34.524799999999999</c:v>
                </c:pt>
                <c:pt idx="167">
                  <c:v>34.525799999999997</c:v>
                </c:pt>
                <c:pt idx="168">
                  <c:v>34.526800000000001</c:v>
                </c:pt>
                <c:pt idx="169">
                  <c:v>34.527799999999999</c:v>
                </c:pt>
                <c:pt idx="170">
                  <c:v>34.528799999999997</c:v>
                </c:pt>
                <c:pt idx="171">
                  <c:v>34.529800000000002</c:v>
                </c:pt>
                <c:pt idx="172">
                  <c:v>34.530799999999999</c:v>
                </c:pt>
                <c:pt idx="173">
                  <c:v>34.531799999999997</c:v>
                </c:pt>
                <c:pt idx="174">
                  <c:v>34.532800000000002</c:v>
                </c:pt>
                <c:pt idx="175">
                  <c:v>34.533799999999999</c:v>
                </c:pt>
                <c:pt idx="176">
                  <c:v>34.534799999999997</c:v>
                </c:pt>
                <c:pt idx="177">
                  <c:v>34.535800000000002</c:v>
                </c:pt>
                <c:pt idx="178">
                  <c:v>34.536799999999999</c:v>
                </c:pt>
                <c:pt idx="179">
                  <c:v>34.537799999999997</c:v>
                </c:pt>
                <c:pt idx="180">
                  <c:v>34.538800000000002</c:v>
                </c:pt>
                <c:pt idx="181">
                  <c:v>34.5398</c:v>
                </c:pt>
                <c:pt idx="182">
                  <c:v>34.540799999999997</c:v>
                </c:pt>
                <c:pt idx="183">
                  <c:v>34.541800000000002</c:v>
                </c:pt>
                <c:pt idx="184">
                  <c:v>34.5428</c:v>
                </c:pt>
                <c:pt idx="185">
                  <c:v>34.543799999999997</c:v>
                </c:pt>
                <c:pt idx="186">
                  <c:v>34.544800000000002</c:v>
                </c:pt>
                <c:pt idx="187">
                  <c:v>34.5458</c:v>
                </c:pt>
                <c:pt idx="188">
                  <c:v>34.546799999999998</c:v>
                </c:pt>
                <c:pt idx="189">
                  <c:v>34.547800000000002</c:v>
                </c:pt>
                <c:pt idx="190">
                  <c:v>34.5488</c:v>
                </c:pt>
                <c:pt idx="191">
                  <c:v>34.549799999999998</c:v>
                </c:pt>
                <c:pt idx="192">
                  <c:v>34.550800000000002</c:v>
                </c:pt>
                <c:pt idx="193">
                  <c:v>34.5518</c:v>
                </c:pt>
                <c:pt idx="194">
                  <c:v>34.552799999999998</c:v>
                </c:pt>
                <c:pt idx="195">
                  <c:v>34.553800000000003</c:v>
                </c:pt>
                <c:pt idx="196">
                  <c:v>34.5548</c:v>
                </c:pt>
                <c:pt idx="197">
                  <c:v>34.555799999999998</c:v>
                </c:pt>
                <c:pt idx="198">
                  <c:v>34.556800000000003</c:v>
                </c:pt>
                <c:pt idx="199">
                  <c:v>34.5578</c:v>
                </c:pt>
                <c:pt idx="200">
                  <c:v>34.558799999999998</c:v>
                </c:pt>
              </c:numCache>
            </c:numRef>
          </c:xVal>
          <c:yVal>
            <c:numRef>
              <c:f>'thermo-ω'!$AB$20:$AB$220</c:f>
              <c:numCache>
                <c:formatCode>0.00E+00</c:formatCode>
                <c:ptCount val="201"/>
                <c:pt idx="0">
                  <c:v>2.1948558877729639E-2</c:v>
                </c:pt>
                <c:pt idx="1">
                  <c:v>2.1114863803347015E-2</c:v>
                </c:pt>
                <c:pt idx="2">
                  <c:v>2.0787346567798692E-2</c:v>
                </c:pt>
                <c:pt idx="3">
                  <c:v>2.2129123435244653E-2</c:v>
                </c:pt>
                <c:pt idx="4">
                  <c:v>2.5150366496170654E-2</c:v>
                </c:pt>
                <c:pt idx="5">
                  <c:v>2.0457297052462336E-2</c:v>
                </c:pt>
                <c:pt idx="6">
                  <c:v>2.4980218684546376E-2</c:v>
                </c:pt>
                <c:pt idx="7">
                  <c:v>1.9962799742067206E-2</c:v>
                </c:pt>
                <c:pt idx="8">
                  <c:v>2.5329541104032835E-2</c:v>
                </c:pt>
                <c:pt idx="9">
                  <c:v>2.5331435835439481E-2</c:v>
                </c:pt>
                <c:pt idx="10">
                  <c:v>2.3323584242915366E-2</c:v>
                </c:pt>
                <c:pt idx="11">
                  <c:v>2.7516550911751689E-2</c:v>
                </c:pt>
                <c:pt idx="12">
                  <c:v>2.4497051209407674E-2</c:v>
                </c:pt>
                <c:pt idx="13">
                  <c:v>2.902783141494604E-2</c:v>
                </c:pt>
                <c:pt idx="14">
                  <c:v>2.7344934217566733E-2</c:v>
                </c:pt>
                <c:pt idx="15">
                  <c:v>2.4822457789955614E-2</c:v>
                </c:pt>
                <c:pt idx="16">
                  <c:v>2.7007058940675118E-2</c:v>
                </c:pt>
                <c:pt idx="17">
                  <c:v>2.9688334381622269E-2</c:v>
                </c:pt>
                <c:pt idx="18">
                  <c:v>2.7502933841927424E-2</c:v>
                </c:pt>
                <c:pt idx="19">
                  <c:v>2.9850692204012107E-2</c:v>
                </c:pt>
                <c:pt idx="20">
                  <c:v>2.8674446731580917E-2</c:v>
                </c:pt>
                <c:pt idx="21">
                  <c:v>2.8179476494769005E-2</c:v>
                </c:pt>
                <c:pt idx="22">
                  <c:v>3.3712180531175487E-2</c:v>
                </c:pt>
                <c:pt idx="23">
                  <c:v>3.2386901917962403E-2</c:v>
                </c:pt>
                <c:pt idx="24">
                  <c:v>3.3560328684489486E-2</c:v>
                </c:pt>
                <c:pt idx="25">
                  <c:v>3.5752032763229961E-2</c:v>
                </c:pt>
                <c:pt idx="26">
                  <c:v>3.9117054545559547E-2</c:v>
                </c:pt>
                <c:pt idx="27">
                  <c:v>3.7106429231189036E-2</c:v>
                </c:pt>
                <c:pt idx="28">
                  <c:v>3.7090075160771625E-2</c:v>
                </c:pt>
                <c:pt idx="29">
                  <c:v>3.4581124960590529E-2</c:v>
                </c:pt>
                <c:pt idx="30">
                  <c:v>4.0295520632397899E-2</c:v>
                </c:pt>
                <c:pt idx="31">
                  <c:v>3.8612692949095626E-2</c:v>
                </c:pt>
                <c:pt idx="32">
                  <c:v>4.3999465423288794E-2</c:v>
                </c:pt>
                <c:pt idx="33">
                  <c:v>4.1316352424455319E-2</c:v>
                </c:pt>
                <c:pt idx="34">
                  <c:v>4.3015899130001756E-2</c:v>
                </c:pt>
                <c:pt idx="35">
                  <c:v>4.4374085372781986E-2</c:v>
                </c:pt>
                <c:pt idx="36">
                  <c:v>4.3563720207818797E-2</c:v>
                </c:pt>
                <c:pt idx="37">
                  <c:v>4.5941047841593655E-2</c:v>
                </c:pt>
                <c:pt idx="38">
                  <c:v>4.8631024052416504E-2</c:v>
                </c:pt>
                <c:pt idx="39">
                  <c:v>5.6538797781215656E-2</c:v>
                </c:pt>
                <c:pt idx="40">
                  <c:v>4.9642487426525536E-2</c:v>
                </c:pt>
                <c:pt idx="41">
                  <c:v>5.3179631184784797E-2</c:v>
                </c:pt>
                <c:pt idx="42">
                  <c:v>5.2352197709909502E-2</c:v>
                </c:pt>
                <c:pt idx="43">
                  <c:v>5.6076212995845913E-2</c:v>
                </c:pt>
                <c:pt idx="44">
                  <c:v>5.6921729455937396E-2</c:v>
                </c:pt>
                <c:pt idx="45">
                  <c:v>5.6415521772593888E-2</c:v>
                </c:pt>
                <c:pt idx="46">
                  <c:v>6.3321077336726261E-2</c:v>
                </c:pt>
                <c:pt idx="47">
                  <c:v>6.2970507762689337E-2</c:v>
                </c:pt>
                <c:pt idx="48">
                  <c:v>6.4484097169351856E-2</c:v>
                </c:pt>
                <c:pt idx="49">
                  <c:v>5.9098424739065299E-2</c:v>
                </c:pt>
                <c:pt idx="50">
                  <c:v>6.8689704160851892E-2</c:v>
                </c:pt>
                <c:pt idx="51">
                  <c:v>6.8019245068878326E-2</c:v>
                </c:pt>
                <c:pt idx="52">
                  <c:v>7.5582369733869934E-2</c:v>
                </c:pt>
                <c:pt idx="53">
                  <c:v>8.2623878603814635E-2</c:v>
                </c:pt>
                <c:pt idx="54">
                  <c:v>7.7256301854610743E-2</c:v>
                </c:pt>
                <c:pt idx="55">
                  <c:v>8.382239267081236E-2</c:v>
                </c:pt>
                <c:pt idx="56">
                  <c:v>8.6045322782526579E-2</c:v>
                </c:pt>
                <c:pt idx="57">
                  <c:v>8.3696792690066954E-2</c:v>
                </c:pt>
                <c:pt idx="58">
                  <c:v>9.4017197126969251E-2</c:v>
                </c:pt>
                <c:pt idx="59">
                  <c:v>9.7074666715788252E-2</c:v>
                </c:pt>
                <c:pt idx="60">
                  <c:v>9.6752818646432454E-2</c:v>
                </c:pt>
                <c:pt idx="61">
                  <c:v>0.1005207192513824</c:v>
                </c:pt>
                <c:pt idx="62">
                  <c:v>0.11079754076679151</c:v>
                </c:pt>
                <c:pt idx="63">
                  <c:v>0.11372415127235642</c:v>
                </c:pt>
                <c:pt idx="64">
                  <c:v>0.11753944744604429</c:v>
                </c:pt>
                <c:pt idx="65">
                  <c:v>0.11132223294695846</c:v>
                </c:pt>
                <c:pt idx="66">
                  <c:v>0.11975376329156984</c:v>
                </c:pt>
                <c:pt idx="67">
                  <c:v>0.13782648345000362</c:v>
                </c:pt>
                <c:pt idx="68">
                  <c:v>0.12872828014355128</c:v>
                </c:pt>
                <c:pt idx="69">
                  <c:v>0.14572457356523477</c:v>
                </c:pt>
                <c:pt idx="70">
                  <c:v>0.14256050456148853</c:v>
                </c:pt>
                <c:pt idx="71">
                  <c:v>0.15433972923475459</c:v>
                </c:pt>
                <c:pt idx="72">
                  <c:v>0.15959409530219665</c:v>
                </c:pt>
                <c:pt idx="73">
                  <c:v>0.16816472281641739</c:v>
                </c:pt>
                <c:pt idx="74">
                  <c:v>0.18506431364821452</c:v>
                </c:pt>
                <c:pt idx="75">
                  <c:v>0.18657565061799766</c:v>
                </c:pt>
                <c:pt idx="76">
                  <c:v>0.19520864105572075</c:v>
                </c:pt>
                <c:pt idx="77">
                  <c:v>0.21015354486965701</c:v>
                </c:pt>
                <c:pt idx="78">
                  <c:v>0.22645420057585949</c:v>
                </c:pt>
                <c:pt idx="79">
                  <c:v>0.23743751084100803</c:v>
                </c:pt>
                <c:pt idx="80">
                  <c:v>0.24708135571072445</c:v>
                </c:pt>
                <c:pt idx="81">
                  <c:v>0.27873279585626937</c:v>
                </c:pt>
                <c:pt idx="82">
                  <c:v>0.33959197339803149</c:v>
                </c:pt>
                <c:pt idx="83">
                  <c:v>0.38363710998492306</c:v>
                </c:pt>
                <c:pt idx="84">
                  <c:v>0.45532878051894837</c:v>
                </c:pt>
                <c:pt idx="85">
                  <c:v>0.56721616394921526</c:v>
                </c:pt>
                <c:pt idx="86">
                  <c:v>0.67208344718029855</c:v>
                </c:pt>
                <c:pt idx="87">
                  <c:v>0.8266397768397572</c:v>
                </c:pt>
                <c:pt idx="88">
                  <c:v>1.0144080982056705</c:v>
                </c:pt>
                <c:pt idx="89">
                  <c:v>1.2188024104706887</c:v>
                </c:pt>
                <c:pt idx="90">
                  <c:v>1.4348847037144987</c:v>
                </c:pt>
                <c:pt idx="91">
                  <c:v>1.865909824128607</c:v>
                </c:pt>
                <c:pt idx="92">
                  <c:v>2.3400029139658929</c:v>
                </c:pt>
                <c:pt idx="93">
                  <c:v>3.0172539077870768</c:v>
                </c:pt>
                <c:pt idx="94">
                  <c:v>4.2013602489418842</c:v>
                </c:pt>
                <c:pt idx="95">
                  <c:v>7.0098732161690673</c:v>
                </c:pt>
                <c:pt idx="96">
                  <c:v>19.575459742538566</c:v>
                </c:pt>
                <c:pt idx="97">
                  <c:v>109.06392154371206</c:v>
                </c:pt>
                <c:pt idx="98">
                  <c:v>691.82807795620249</c:v>
                </c:pt>
                <c:pt idx="99">
                  <c:v>3084.9727682149287</c:v>
                </c:pt>
                <c:pt idx="100">
                  <c:v>9071.7800270856442</c:v>
                </c:pt>
                <c:pt idx="101">
                  <c:v>16629.301759878668</c:v>
                </c:pt>
                <c:pt idx="102">
                  <c:v>20865.261919724631</c:v>
                </c:pt>
                <c:pt idx="103">
                  <c:v>21112.86719558575</c:v>
                </c:pt>
                <c:pt idx="104">
                  <c:v>17441.866422104384</c:v>
                </c:pt>
                <c:pt idx="105">
                  <c:v>10415.902067426265</c:v>
                </c:pt>
                <c:pt idx="106">
                  <c:v>3711.6760343033434</c:v>
                </c:pt>
                <c:pt idx="107">
                  <c:v>789.80587087788547</c:v>
                </c:pt>
                <c:pt idx="108">
                  <c:v>197.93448123385096</c:v>
                </c:pt>
                <c:pt idx="109">
                  <c:v>51.647463293702572</c:v>
                </c:pt>
                <c:pt idx="110">
                  <c:v>27.766691159322303</c:v>
                </c:pt>
                <c:pt idx="111">
                  <c:v>19.651859536390983</c:v>
                </c:pt>
                <c:pt idx="112">
                  <c:v>15.113635076581344</c:v>
                </c:pt>
                <c:pt idx="113">
                  <c:v>11.958909299389072</c:v>
                </c:pt>
                <c:pt idx="114">
                  <c:v>9.8192785960152396</c:v>
                </c:pt>
                <c:pt idx="115">
                  <c:v>8.3494823583553437</c:v>
                </c:pt>
                <c:pt idx="116">
                  <c:v>7.0244053719064228</c:v>
                </c:pt>
                <c:pt idx="117">
                  <c:v>5.9527866966922858</c:v>
                </c:pt>
                <c:pt idx="118">
                  <c:v>5.1772628935571259</c:v>
                </c:pt>
                <c:pt idx="119">
                  <c:v>4.4579100518243484</c:v>
                </c:pt>
                <c:pt idx="120">
                  <c:v>3.9370826990307459</c:v>
                </c:pt>
                <c:pt idx="121">
                  <c:v>3.4716060224271654</c:v>
                </c:pt>
                <c:pt idx="122">
                  <c:v>3.0786917548264787</c:v>
                </c:pt>
                <c:pt idx="123">
                  <c:v>2.7892131558430098</c:v>
                </c:pt>
                <c:pt idx="124">
                  <c:v>2.496939095027364</c:v>
                </c:pt>
                <c:pt idx="125">
                  <c:v>2.2597762008618751</c:v>
                </c:pt>
                <c:pt idx="126">
                  <c:v>2.0681477949396672</c:v>
                </c:pt>
                <c:pt idx="127">
                  <c:v>1.8717217080243793</c:v>
                </c:pt>
                <c:pt idx="128">
                  <c:v>1.6895997693306877</c:v>
                </c:pt>
                <c:pt idx="129">
                  <c:v>1.4829163136085268</c:v>
                </c:pt>
                <c:pt idx="130">
                  <c:v>1.311653014826226</c:v>
                </c:pt>
                <c:pt idx="131">
                  <c:v>1.1663193639979406</c:v>
                </c:pt>
                <c:pt idx="132">
                  <c:v>1.0251041650821644</c:v>
                </c:pt>
                <c:pt idx="133">
                  <c:v>0.89255672823917176</c:v>
                </c:pt>
                <c:pt idx="134">
                  <c:v>0.76242151857408724</c:v>
                </c:pt>
                <c:pt idx="135">
                  <c:v>0.65270130011656735</c:v>
                </c:pt>
                <c:pt idx="136">
                  <c:v>0.56208920435365983</c:v>
                </c:pt>
                <c:pt idx="137">
                  <c:v>0.48654807314502657</c:v>
                </c:pt>
                <c:pt idx="138">
                  <c:v>0.42353279795261062</c:v>
                </c:pt>
                <c:pt idx="139">
                  <c:v>0.34777578394994918</c:v>
                </c:pt>
                <c:pt idx="140">
                  <c:v>0.26896575290950647</c:v>
                </c:pt>
                <c:pt idx="141">
                  <c:v>0.22627447657149996</c:v>
                </c:pt>
                <c:pt idx="142">
                  <c:v>0.20389770652229577</c:v>
                </c:pt>
                <c:pt idx="143">
                  <c:v>0.17068444155664617</c:v>
                </c:pt>
                <c:pt idx="144">
                  <c:v>0.15191140187575786</c:v>
                </c:pt>
                <c:pt idx="145">
                  <c:v>0.12933217160681898</c:v>
                </c:pt>
                <c:pt idx="146">
                  <c:v>0.11850801063217198</c:v>
                </c:pt>
                <c:pt idx="147">
                  <c:v>0.11038012674083894</c:v>
                </c:pt>
                <c:pt idx="148">
                  <c:v>0.10654021673984354</c:v>
                </c:pt>
                <c:pt idx="149">
                  <c:v>9.8893369600579206E-2</c:v>
                </c:pt>
                <c:pt idx="150">
                  <c:v>9.2411068827950915E-2</c:v>
                </c:pt>
                <c:pt idx="151">
                  <c:v>8.4606985601250198E-2</c:v>
                </c:pt>
                <c:pt idx="152">
                  <c:v>8.6858707586285416E-2</c:v>
                </c:pt>
                <c:pt idx="153">
                  <c:v>8.248832407536541E-2</c:v>
                </c:pt>
                <c:pt idx="154">
                  <c:v>8.6362938412616552E-2</c:v>
                </c:pt>
                <c:pt idx="155">
                  <c:v>7.6861654310730609E-2</c:v>
                </c:pt>
                <c:pt idx="156">
                  <c:v>7.9572909749731968E-2</c:v>
                </c:pt>
                <c:pt idx="157">
                  <c:v>6.5626472345208575E-2</c:v>
                </c:pt>
                <c:pt idx="158">
                  <c:v>7.1242603457735115E-2</c:v>
                </c:pt>
                <c:pt idx="159">
                  <c:v>6.3068638789569004E-2</c:v>
                </c:pt>
                <c:pt idx="160">
                  <c:v>6.6123893193967956E-2</c:v>
                </c:pt>
                <c:pt idx="161">
                  <c:v>6.4955914913668922E-2</c:v>
                </c:pt>
                <c:pt idx="162">
                  <c:v>6.1695095698781087E-2</c:v>
                </c:pt>
                <c:pt idx="163">
                  <c:v>5.6941359034883739E-2</c:v>
                </c:pt>
                <c:pt idx="164">
                  <c:v>5.338322295870291E-2</c:v>
                </c:pt>
                <c:pt idx="165">
                  <c:v>5.1874428913561692E-2</c:v>
                </c:pt>
                <c:pt idx="166">
                  <c:v>5.5642439438054248E-2</c:v>
                </c:pt>
                <c:pt idx="167">
                  <c:v>5.3286294303744514E-2</c:v>
                </c:pt>
                <c:pt idx="168">
                  <c:v>5.5847941855209381E-2</c:v>
                </c:pt>
                <c:pt idx="169">
                  <c:v>5.3644350219609754E-2</c:v>
                </c:pt>
                <c:pt idx="170">
                  <c:v>5.2961363595377023E-2</c:v>
                </c:pt>
                <c:pt idx="171">
                  <c:v>4.5285294375268507E-2</c:v>
                </c:pt>
                <c:pt idx="172">
                  <c:v>5.0399602442487326E-2</c:v>
                </c:pt>
                <c:pt idx="173">
                  <c:v>5.0559425574108238E-2</c:v>
                </c:pt>
                <c:pt idx="174">
                  <c:v>3.9850229214601546E-2</c:v>
                </c:pt>
                <c:pt idx="175">
                  <c:v>3.9004124217745892E-2</c:v>
                </c:pt>
                <c:pt idx="176">
                  <c:v>3.8154224006446975E-2</c:v>
                </c:pt>
                <c:pt idx="177">
                  <c:v>4.2752174467570209E-2</c:v>
                </c:pt>
                <c:pt idx="178">
                  <c:v>4.1224102363057534E-2</c:v>
                </c:pt>
                <c:pt idx="179">
                  <c:v>3.680309004196302E-2</c:v>
                </c:pt>
                <c:pt idx="180">
                  <c:v>3.1679768095922115E-2</c:v>
                </c:pt>
                <c:pt idx="181">
                  <c:v>3.47654707708282E-2</c:v>
                </c:pt>
                <c:pt idx="182">
                  <c:v>3.2538986817042446E-2</c:v>
                </c:pt>
                <c:pt idx="183">
                  <c:v>3.4253047541355441E-2</c:v>
                </c:pt>
                <c:pt idx="184">
                  <c:v>3.5620555323775768E-2</c:v>
                </c:pt>
                <c:pt idx="185">
                  <c:v>3.9392500118177499E-2</c:v>
                </c:pt>
                <c:pt idx="186">
                  <c:v>2.6260748703494898E-2</c:v>
                </c:pt>
                <c:pt idx="187">
                  <c:v>3.2741026562828957E-2</c:v>
                </c:pt>
                <c:pt idx="188">
                  <c:v>3.3260041278951949E-2</c:v>
                </c:pt>
                <c:pt idx="189">
                  <c:v>2.7463184535013403E-2</c:v>
                </c:pt>
                <c:pt idx="190">
                  <c:v>3.0018277890625847E-2</c:v>
                </c:pt>
                <c:pt idx="191">
                  <c:v>2.9321165913203624E-2</c:v>
                </c:pt>
                <c:pt idx="192">
                  <c:v>2.9137045069130195E-2</c:v>
                </c:pt>
                <c:pt idx="193">
                  <c:v>2.7432799438803303E-2</c:v>
                </c:pt>
                <c:pt idx="194">
                  <c:v>2.6407312106352162E-2</c:v>
                </c:pt>
                <c:pt idx="195">
                  <c:v>2.8282427434404404E-2</c:v>
                </c:pt>
                <c:pt idx="196">
                  <c:v>2.5896168867963119E-2</c:v>
                </c:pt>
                <c:pt idx="197">
                  <c:v>2.2838531547869204E-2</c:v>
                </c:pt>
                <c:pt idx="198">
                  <c:v>2.284516010791781E-2</c:v>
                </c:pt>
                <c:pt idx="199">
                  <c:v>2.9829890023672829E-2</c:v>
                </c:pt>
                <c:pt idx="200">
                  <c:v>2.5915648009781383E-2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B41-49AD-8CE6-F9B927BD71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3274320"/>
        <c:axId val="1833273360"/>
      </c:scatterChart>
      <c:valAx>
        <c:axId val="1833274320"/>
        <c:scaling>
          <c:orientation val="minMax"/>
          <c:max val="34.57"/>
          <c:min val="34.349999999999994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33273360"/>
        <c:crosses val="autoZero"/>
        <c:crossBetween val="midCat"/>
      </c:valAx>
      <c:valAx>
        <c:axId val="1833273360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8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zh-CN" altLang="en-US" sz="8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33274320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2755411807705835"/>
          <c:y val="0.1698193451116474"/>
          <c:w val="0.28707142702570954"/>
          <c:h val="0.194461196427303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0" i="0" u="none" strike="noStrike" baseline="0" dirty="0" err="1">
                <a:effectLst/>
              </a:rPr>
              <a:t>Si_TEOS_</a:t>
            </a:r>
            <a:r>
              <a:rPr lang="en-US" altLang="ja-JP" sz="1400" b="0" i="0" u="none" strike="noStrike" baseline="0" dirty="0" err="1">
                <a:effectLst/>
              </a:rPr>
              <a:t>ω</a:t>
            </a:r>
            <a:r>
              <a:rPr lang="ja-JP" altLang="en-US" sz="1400" b="0" i="0" u="none" strike="noStrike" baseline="0" dirty="0">
                <a:effectLst/>
              </a:rPr>
              <a:t>０</a:t>
            </a:r>
            <a:r>
              <a:rPr lang="en-US" altLang="zh-CN" sz="1400" b="0" i="0" u="none" strike="noStrike" baseline="0" dirty="0">
                <a:effectLst/>
              </a:rPr>
              <a:t>.VS. 90deg</a:t>
            </a:r>
            <a:r>
              <a:rPr lang="zh-CN" altLang="en-US" sz="1400" b="0" i="0" u="none" strike="noStrike" baseline="0" dirty="0">
                <a:effectLst/>
              </a:rPr>
              <a:t>  </a:t>
            </a:r>
            <a:r>
              <a:rPr lang="en-US" altLang="zh-CN" sz="1400" b="0" i="0" u="none" strike="noStrike" baseline="0" dirty="0">
                <a:effectLst/>
              </a:rPr>
              <a:t>in SameX-L</a:t>
            </a:r>
            <a:endParaRPr lang="zh-CN" altLang="en-US" dirty="0"/>
          </a:p>
        </c:rich>
      </c:tx>
      <c:layout>
        <c:manualLayout>
          <c:xMode val="edge"/>
          <c:yMode val="edge"/>
          <c:x val="0.26630745936427913"/>
          <c:y val="5.368622240995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872265898559834"/>
          <c:y val="0.14878535251005415"/>
          <c:w val="0.80583452384283938"/>
          <c:h val="0.69073345138955189"/>
        </c:manualLayout>
      </c:layout>
      <c:scatterChart>
        <c:scatterStyle val="lineMarker"/>
        <c:varyColors val="0"/>
        <c:ser>
          <c:idx val="0"/>
          <c:order val="0"/>
          <c:tx>
            <c:strRef>
              <c:f>ω!$A$1</c:f>
              <c:strCache>
                <c:ptCount val="1"/>
                <c:pt idx="0">
                  <c:v>Si_TEOS_omega_0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ω!$A$20:$A$220</c:f>
              <c:numCache>
                <c:formatCode>General</c:formatCode>
                <c:ptCount val="201"/>
                <c:pt idx="0">
                  <c:v>34.930599999999998</c:v>
                </c:pt>
                <c:pt idx="1">
                  <c:v>34.931600000000003</c:v>
                </c:pt>
                <c:pt idx="2">
                  <c:v>34.932600000000001</c:v>
                </c:pt>
                <c:pt idx="3">
                  <c:v>34.933599999999998</c:v>
                </c:pt>
                <c:pt idx="4">
                  <c:v>34.934600000000003</c:v>
                </c:pt>
                <c:pt idx="5">
                  <c:v>34.935600000000001</c:v>
                </c:pt>
                <c:pt idx="6">
                  <c:v>34.936599999999999</c:v>
                </c:pt>
                <c:pt idx="7">
                  <c:v>34.937600000000003</c:v>
                </c:pt>
                <c:pt idx="8">
                  <c:v>34.938600000000001</c:v>
                </c:pt>
                <c:pt idx="9">
                  <c:v>34.939599999999999</c:v>
                </c:pt>
                <c:pt idx="10">
                  <c:v>34.940600000000003</c:v>
                </c:pt>
                <c:pt idx="11">
                  <c:v>34.941600000000001</c:v>
                </c:pt>
                <c:pt idx="12">
                  <c:v>34.942599999999999</c:v>
                </c:pt>
                <c:pt idx="13">
                  <c:v>34.943600000000004</c:v>
                </c:pt>
                <c:pt idx="14">
                  <c:v>34.944600000000001</c:v>
                </c:pt>
                <c:pt idx="15">
                  <c:v>34.945599999999999</c:v>
                </c:pt>
                <c:pt idx="16">
                  <c:v>34.946599999999997</c:v>
                </c:pt>
                <c:pt idx="17">
                  <c:v>34.947600000000001</c:v>
                </c:pt>
                <c:pt idx="18">
                  <c:v>34.948599999999999</c:v>
                </c:pt>
                <c:pt idx="19">
                  <c:v>34.949599999999997</c:v>
                </c:pt>
                <c:pt idx="20">
                  <c:v>34.950600000000001</c:v>
                </c:pt>
                <c:pt idx="21">
                  <c:v>34.951599999999999</c:v>
                </c:pt>
                <c:pt idx="22">
                  <c:v>34.952599999999997</c:v>
                </c:pt>
                <c:pt idx="23">
                  <c:v>34.953600000000002</c:v>
                </c:pt>
                <c:pt idx="24">
                  <c:v>34.954599999999999</c:v>
                </c:pt>
                <c:pt idx="25">
                  <c:v>34.955599999999997</c:v>
                </c:pt>
                <c:pt idx="26">
                  <c:v>34.956600000000002</c:v>
                </c:pt>
                <c:pt idx="27">
                  <c:v>34.957599999999999</c:v>
                </c:pt>
                <c:pt idx="28">
                  <c:v>34.958599999999997</c:v>
                </c:pt>
                <c:pt idx="29">
                  <c:v>34.959600000000002</c:v>
                </c:pt>
                <c:pt idx="30">
                  <c:v>34.960599999999999</c:v>
                </c:pt>
                <c:pt idx="31">
                  <c:v>34.961599999999997</c:v>
                </c:pt>
                <c:pt idx="32">
                  <c:v>34.962600000000002</c:v>
                </c:pt>
                <c:pt idx="33">
                  <c:v>34.9636</c:v>
                </c:pt>
                <c:pt idx="34">
                  <c:v>34.964599999999997</c:v>
                </c:pt>
                <c:pt idx="35">
                  <c:v>34.965600000000002</c:v>
                </c:pt>
                <c:pt idx="36">
                  <c:v>34.9666</c:v>
                </c:pt>
                <c:pt idx="37">
                  <c:v>34.967599999999997</c:v>
                </c:pt>
                <c:pt idx="38">
                  <c:v>34.968600000000002</c:v>
                </c:pt>
                <c:pt idx="39">
                  <c:v>34.9696</c:v>
                </c:pt>
                <c:pt idx="40">
                  <c:v>34.970599999999997</c:v>
                </c:pt>
                <c:pt idx="41">
                  <c:v>34.971600000000002</c:v>
                </c:pt>
                <c:pt idx="42">
                  <c:v>34.9726</c:v>
                </c:pt>
                <c:pt idx="43">
                  <c:v>34.973599999999998</c:v>
                </c:pt>
                <c:pt idx="44">
                  <c:v>34.974600000000002</c:v>
                </c:pt>
                <c:pt idx="45">
                  <c:v>34.9756</c:v>
                </c:pt>
                <c:pt idx="46">
                  <c:v>34.976599999999998</c:v>
                </c:pt>
                <c:pt idx="47">
                  <c:v>34.977600000000002</c:v>
                </c:pt>
                <c:pt idx="48">
                  <c:v>34.9786</c:v>
                </c:pt>
                <c:pt idx="49">
                  <c:v>34.979599999999998</c:v>
                </c:pt>
                <c:pt idx="50">
                  <c:v>34.980600000000003</c:v>
                </c:pt>
                <c:pt idx="51">
                  <c:v>34.9816</c:v>
                </c:pt>
                <c:pt idx="52">
                  <c:v>34.982599999999998</c:v>
                </c:pt>
                <c:pt idx="53">
                  <c:v>34.983600000000003</c:v>
                </c:pt>
                <c:pt idx="54">
                  <c:v>34.9846</c:v>
                </c:pt>
                <c:pt idx="55">
                  <c:v>34.985599999999998</c:v>
                </c:pt>
                <c:pt idx="56">
                  <c:v>34.986600000000003</c:v>
                </c:pt>
                <c:pt idx="57">
                  <c:v>34.9876</c:v>
                </c:pt>
                <c:pt idx="58">
                  <c:v>34.988599999999998</c:v>
                </c:pt>
                <c:pt idx="59">
                  <c:v>34.989600000000003</c:v>
                </c:pt>
                <c:pt idx="60">
                  <c:v>34.990600000000001</c:v>
                </c:pt>
                <c:pt idx="61">
                  <c:v>34.991599999999998</c:v>
                </c:pt>
                <c:pt idx="62">
                  <c:v>34.992600000000003</c:v>
                </c:pt>
                <c:pt idx="63">
                  <c:v>34.993600000000001</c:v>
                </c:pt>
                <c:pt idx="64">
                  <c:v>34.994599999999998</c:v>
                </c:pt>
                <c:pt idx="65">
                  <c:v>34.995600000000003</c:v>
                </c:pt>
                <c:pt idx="66">
                  <c:v>34.996600000000001</c:v>
                </c:pt>
                <c:pt idx="67">
                  <c:v>34.997599999999998</c:v>
                </c:pt>
                <c:pt idx="68">
                  <c:v>34.998600000000003</c:v>
                </c:pt>
                <c:pt idx="69">
                  <c:v>34.999600000000001</c:v>
                </c:pt>
                <c:pt idx="70">
                  <c:v>35.000599999999999</c:v>
                </c:pt>
                <c:pt idx="71">
                  <c:v>35.001600000000003</c:v>
                </c:pt>
                <c:pt idx="72">
                  <c:v>35.002600000000001</c:v>
                </c:pt>
                <c:pt idx="73">
                  <c:v>35.003599999999999</c:v>
                </c:pt>
                <c:pt idx="74">
                  <c:v>35.004600000000003</c:v>
                </c:pt>
                <c:pt idx="75">
                  <c:v>35.005600000000001</c:v>
                </c:pt>
                <c:pt idx="76">
                  <c:v>35.006599999999999</c:v>
                </c:pt>
                <c:pt idx="77">
                  <c:v>35.007599999999996</c:v>
                </c:pt>
                <c:pt idx="78">
                  <c:v>35.008600000000001</c:v>
                </c:pt>
                <c:pt idx="79">
                  <c:v>35.009599999999999</c:v>
                </c:pt>
                <c:pt idx="80">
                  <c:v>35.010599999999997</c:v>
                </c:pt>
                <c:pt idx="81">
                  <c:v>35.011600000000001</c:v>
                </c:pt>
                <c:pt idx="82">
                  <c:v>35.012599999999999</c:v>
                </c:pt>
                <c:pt idx="83">
                  <c:v>35.013599999999997</c:v>
                </c:pt>
                <c:pt idx="84">
                  <c:v>35.014600000000002</c:v>
                </c:pt>
                <c:pt idx="85">
                  <c:v>35.015599999999999</c:v>
                </c:pt>
                <c:pt idx="86">
                  <c:v>35.016599999999997</c:v>
                </c:pt>
                <c:pt idx="87">
                  <c:v>35.017600000000002</c:v>
                </c:pt>
                <c:pt idx="88">
                  <c:v>35.018599999999999</c:v>
                </c:pt>
                <c:pt idx="89">
                  <c:v>35.019599999999997</c:v>
                </c:pt>
                <c:pt idx="90">
                  <c:v>35.020600000000002</c:v>
                </c:pt>
                <c:pt idx="91">
                  <c:v>35.021599999999999</c:v>
                </c:pt>
                <c:pt idx="92">
                  <c:v>35.022599999999997</c:v>
                </c:pt>
                <c:pt idx="93">
                  <c:v>35.023600000000002</c:v>
                </c:pt>
                <c:pt idx="94">
                  <c:v>35.0246</c:v>
                </c:pt>
                <c:pt idx="95">
                  <c:v>35.025599999999997</c:v>
                </c:pt>
                <c:pt idx="96">
                  <c:v>35.026600000000002</c:v>
                </c:pt>
                <c:pt idx="97">
                  <c:v>35.0276</c:v>
                </c:pt>
                <c:pt idx="98">
                  <c:v>35.028599999999997</c:v>
                </c:pt>
                <c:pt idx="99">
                  <c:v>35.029600000000002</c:v>
                </c:pt>
                <c:pt idx="100">
                  <c:v>35.0306</c:v>
                </c:pt>
                <c:pt idx="101">
                  <c:v>35.031599999999997</c:v>
                </c:pt>
                <c:pt idx="102">
                  <c:v>35.032600000000002</c:v>
                </c:pt>
                <c:pt idx="103">
                  <c:v>35.0336</c:v>
                </c:pt>
                <c:pt idx="104">
                  <c:v>35.034599999999998</c:v>
                </c:pt>
                <c:pt idx="105">
                  <c:v>35.035600000000002</c:v>
                </c:pt>
                <c:pt idx="106">
                  <c:v>35.0366</c:v>
                </c:pt>
                <c:pt idx="107">
                  <c:v>35.037599999999998</c:v>
                </c:pt>
                <c:pt idx="108">
                  <c:v>35.038600000000002</c:v>
                </c:pt>
                <c:pt idx="109">
                  <c:v>35.0396</c:v>
                </c:pt>
                <c:pt idx="110">
                  <c:v>35.040599999999998</c:v>
                </c:pt>
                <c:pt idx="111">
                  <c:v>35.041600000000003</c:v>
                </c:pt>
                <c:pt idx="112">
                  <c:v>35.0426</c:v>
                </c:pt>
                <c:pt idx="113">
                  <c:v>35.043599999999998</c:v>
                </c:pt>
                <c:pt idx="114">
                  <c:v>35.044600000000003</c:v>
                </c:pt>
                <c:pt idx="115">
                  <c:v>35.0456</c:v>
                </c:pt>
                <c:pt idx="116">
                  <c:v>35.046599999999998</c:v>
                </c:pt>
                <c:pt idx="117">
                  <c:v>35.047600000000003</c:v>
                </c:pt>
                <c:pt idx="118">
                  <c:v>35.0486</c:v>
                </c:pt>
                <c:pt idx="119">
                  <c:v>35.049599999999998</c:v>
                </c:pt>
                <c:pt idx="120">
                  <c:v>35.050600000000003</c:v>
                </c:pt>
                <c:pt idx="121">
                  <c:v>35.051600000000001</c:v>
                </c:pt>
                <c:pt idx="122">
                  <c:v>35.052599999999998</c:v>
                </c:pt>
                <c:pt idx="123">
                  <c:v>35.053600000000003</c:v>
                </c:pt>
                <c:pt idx="124">
                  <c:v>35.054600000000001</c:v>
                </c:pt>
                <c:pt idx="125">
                  <c:v>35.055599999999998</c:v>
                </c:pt>
                <c:pt idx="126">
                  <c:v>35.056600000000003</c:v>
                </c:pt>
                <c:pt idx="127">
                  <c:v>35.057600000000001</c:v>
                </c:pt>
                <c:pt idx="128">
                  <c:v>35.058599999999998</c:v>
                </c:pt>
                <c:pt idx="129">
                  <c:v>35.059600000000003</c:v>
                </c:pt>
                <c:pt idx="130">
                  <c:v>35.060600000000001</c:v>
                </c:pt>
                <c:pt idx="131">
                  <c:v>35.061599999999999</c:v>
                </c:pt>
                <c:pt idx="132">
                  <c:v>35.062600000000003</c:v>
                </c:pt>
                <c:pt idx="133">
                  <c:v>35.063600000000001</c:v>
                </c:pt>
                <c:pt idx="134">
                  <c:v>35.064599999999999</c:v>
                </c:pt>
                <c:pt idx="135">
                  <c:v>35.065600000000003</c:v>
                </c:pt>
                <c:pt idx="136">
                  <c:v>35.066600000000001</c:v>
                </c:pt>
                <c:pt idx="137">
                  <c:v>35.067599999999999</c:v>
                </c:pt>
                <c:pt idx="138">
                  <c:v>35.068600000000004</c:v>
                </c:pt>
                <c:pt idx="139">
                  <c:v>35.069600000000001</c:v>
                </c:pt>
                <c:pt idx="140">
                  <c:v>35.070599999999999</c:v>
                </c:pt>
                <c:pt idx="141">
                  <c:v>35.071599999999997</c:v>
                </c:pt>
                <c:pt idx="142">
                  <c:v>35.072600000000001</c:v>
                </c:pt>
                <c:pt idx="143">
                  <c:v>35.073599999999999</c:v>
                </c:pt>
                <c:pt idx="144">
                  <c:v>35.074599999999997</c:v>
                </c:pt>
                <c:pt idx="145">
                  <c:v>35.075600000000001</c:v>
                </c:pt>
                <c:pt idx="146">
                  <c:v>35.076599999999999</c:v>
                </c:pt>
                <c:pt idx="147">
                  <c:v>35.077599999999997</c:v>
                </c:pt>
                <c:pt idx="148">
                  <c:v>35.078600000000002</c:v>
                </c:pt>
                <c:pt idx="149">
                  <c:v>35.079599999999999</c:v>
                </c:pt>
                <c:pt idx="150">
                  <c:v>35.080599999999997</c:v>
                </c:pt>
                <c:pt idx="151">
                  <c:v>35.081600000000002</c:v>
                </c:pt>
                <c:pt idx="152">
                  <c:v>35.082599999999999</c:v>
                </c:pt>
                <c:pt idx="153">
                  <c:v>35.083599999999997</c:v>
                </c:pt>
                <c:pt idx="154">
                  <c:v>35.084600000000002</c:v>
                </c:pt>
                <c:pt idx="155">
                  <c:v>35.085599999999999</c:v>
                </c:pt>
                <c:pt idx="156">
                  <c:v>35.086599999999997</c:v>
                </c:pt>
                <c:pt idx="157">
                  <c:v>35.087600000000002</c:v>
                </c:pt>
                <c:pt idx="158">
                  <c:v>35.0886</c:v>
                </c:pt>
                <c:pt idx="159">
                  <c:v>35.089599999999997</c:v>
                </c:pt>
                <c:pt idx="160">
                  <c:v>35.090600000000002</c:v>
                </c:pt>
                <c:pt idx="161">
                  <c:v>35.0916</c:v>
                </c:pt>
                <c:pt idx="162">
                  <c:v>35.092599999999997</c:v>
                </c:pt>
                <c:pt idx="163">
                  <c:v>35.093600000000002</c:v>
                </c:pt>
                <c:pt idx="164">
                  <c:v>35.0946</c:v>
                </c:pt>
                <c:pt idx="165">
                  <c:v>35.095599999999997</c:v>
                </c:pt>
                <c:pt idx="166">
                  <c:v>35.096600000000002</c:v>
                </c:pt>
                <c:pt idx="167">
                  <c:v>35.0976</c:v>
                </c:pt>
                <c:pt idx="168">
                  <c:v>35.098599999999998</c:v>
                </c:pt>
                <c:pt idx="169">
                  <c:v>35.099600000000002</c:v>
                </c:pt>
                <c:pt idx="170">
                  <c:v>35.1006</c:v>
                </c:pt>
                <c:pt idx="171">
                  <c:v>35.101599999999998</c:v>
                </c:pt>
                <c:pt idx="172">
                  <c:v>35.102600000000002</c:v>
                </c:pt>
                <c:pt idx="173">
                  <c:v>35.1036</c:v>
                </c:pt>
                <c:pt idx="174">
                  <c:v>35.104599999999998</c:v>
                </c:pt>
                <c:pt idx="175">
                  <c:v>35.105600000000003</c:v>
                </c:pt>
                <c:pt idx="176">
                  <c:v>35.1066</c:v>
                </c:pt>
                <c:pt idx="177">
                  <c:v>35.107599999999998</c:v>
                </c:pt>
                <c:pt idx="178">
                  <c:v>35.108600000000003</c:v>
                </c:pt>
                <c:pt idx="179">
                  <c:v>35.1096</c:v>
                </c:pt>
                <c:pt idx="180">
                  <c:v>35.110599999999998</c:v>
                </c:pt>
                <c:pt idx="181">
                  <c:v>35.111600000000003</c:v>
                </c:pt>
                <c:pt idx="182">
                  <c:v>35.1126</c:v>
                </c:pt>
                <c:pt idx="183">
                  <c:v>35.113599999999998</c:v>
                </c:pt>
                <c:pt idx="184">
                  <c:v>35.114600000000003</c:v>
                </c:pt>
                <c:pt idx="185">
                  <c:v>35.115600000000001</c:v>
                </c:pt>
                <c:pt idx="186">
                  <c:v>35.116599999999998</c:v>
                </c:pt>
                <c:pt idx="187">
                  <c:v>35.117600000000003</c:v>
                </c:pt>
                <c:pt idx="188">
                  <c:v>35.118600000000001</c:v>
                </c:pt>
                <c:pt idx="189">
                  <c:v>35.119599999999998</c:v>
                </c:pt>
                <c:pt idx="190">
                  <c:v>35.120600000000003</c:v>
                </c:pt>
                <c:pt idx="191">
                  <c:v>35.121600000000001</c:v>
                </c:pt>
                <c:pt idx="192">
                  <c:v>35.122599999999998</c:v>
                </c:pt>
                <c:pt idx="193">
                  <c:v>35.123600000000003</c:v>
                </c:pt>
                <c:pt idx="194">
                  <c:v>35.124600000000001</c:v>
                </c:pt>
                <c:pt idx="195">
                  <c:v>35.125599999999999</c:v>
                </c:pt>
                <c:pt idx="196">
                  <c:v>35.126600000000003</c:v>
                </c:pt>
                <c:pt idx="197">
                  <c:v>35.127600000000001</c:v>
                </c:pt>
                <c:pt idx="198">
                  <c:v>35.128599999999999</c:v>
                </c:pt>
                <c:pt idx="199">
                  <c:v>35.129600000000003</c:v>
                </c:pt>
                <c:pt idx="200">
                  <c:v>35.130600000000001</c:v>
                </c:pt>
              </c:numCache>
            </c:numRef>
          </c:xVal>
          <c:yVal>
            <c:numRef>
              <c:f>ω!$E$20:$E$220</c:f>
              <c:numCache>
                <c:formatCode>0.00E+00</c:formatCode>
                <c:ptCount val="201"/>
                <c:pt idx="0">
                  <c:v>2.4868763794446764E-2</c:v>
                </c:pt>
                <c:pt idx="1">
                  <c:v>2.2090529424759135E-2</c:v>
                </c:pt>
                <c:pt idx="2">
                  <c:v>2.157438369032269E-2</c:v>
                </c:pt>
                <c:pt idx="3">
                  <c:v>2.7487906495467115E-2</c:v>
                </c:pt>
                <c:pt idx="4">
                  <c:v>2.2268677544486512E-2</c:v>
                </c:pt>
                <c:pt idx="5">
                  <c:v>2.7159525231999798E-2</c:v>
                </c:pt>
                <c:pt idx="6">
                  <c:v>2.6115265469508077E-2</c:v>
                </c:pt>
                <c:pt idx="7">
                  <c:v>2.6295811897385103E-2</c:v>
                </c:pt>
                <c:pt idx="8">
                  <c:v>2.3516411851247303E-2</c:v>
                </c:pt>
                <c:pt idx="9">
                  <c:v>2.6480598649681105E-2</c:v>
                </c:pt>
                <c:pt idx="10">
                  <c:v>2.5780335481247533E-2</c:v>
                </c:pt>
                <c:pt idx="11">
                  <c:v>3.2046770450132774E-2</c:v>
                </c:pt>
                <c:pt idx="12">
                  <c:v>2.6839326026181588E-2</c:v>
                </c:pt>
                <c:pt idx="13">
                  <c:v>2.6322569209661025E-2</c:v>
                </c:pt>
                <c:pt idx="14">
                  <c:v>3.0695785735462569E-2</c:v>
                </c:pt>
                <c:pt idx="15">
                  <c:v>3.5586794403488137E-2</c:v>
                </c:pt>
                <c:pt idx="16">
                  <c:v>3.1072212502651832E-2</c:v>
                </c:pt>
                <c:pt idx="17">
                  <c:v>3.2491349702195818E-2</c:v>
                </c:pt>
                <c:pt idx="18">
                  <c:v>3.3705350757614209E-2</c:v>
                </c:pt>
                <c:pt idx="19">
                  <c:v>3.1610514313721153E-2</c:v>
                </c:pt>
                <c:pt idx="20">
                  <c:v>3.249480262228864E-2</c:v>
                </c:pt>
                <c:pt idx="21">
                  <c:v>3.874896623605336E-2</c:v>
                </c:pt>
                <c:pt idx="22">
                  <c:v>3.8761775002248443E-2</c:v>
                </c:pt>
                <c:pt idx="23">
                  <c:v>3.6689744982161973E-2</c:v>
                </c:pt>
                <c:pt idx="24">
                  <c:v>3.8431761237302867E-2</c:v>
                </c:pt>
                <c:pt idx="25">
                  <c:v>3.6870550032593742E-2</c:v>
                </c:pt>
                <c:pt idx="26">
                  <c:v>4.1222727584914805E-2</c:v>
                </c:pt>
                <c:pt idx="27">
                  <c:v>3.5638334633200826E-2</c:v>
                </c:pt>
                <c:pt idx="28">
                  <c:v>3.9145659952137445E-2</c:v>
                </c:pt>
                <c:pt idx="29">
                  <c:v>3.8287845187870852E-2</c:v>
                </c:pt>
                <c:pt idx="30">
                  <c:v>4.005431995460744E-2</c:v>
                </c:pt>
                <c:pt idx="31">
                  <c:v>4.4777739306625451E-2</c:v>
                </c:pt>
                <c:pt idx="32">
                  <c:v>4.3895199110371971E-2</c:v>
                </c:pt>
                <c:pt idx="33">
                  <c:v>4.8802098273327536E-2</c:v>
                </c:pt>
                <c:pt idx="34">
                  <c:v>4.7401783199111369E-2</c:v>
                </c:pt>
                <c:pt idx="35">
                  <c:v>4.7893348155800208E-2</c:v>
                </c:pt>
                <c:pt idx="36">
                  <c:v>4.7035048664839325E-2</c:v>
                </c:pt>
                <c:pt idx="37">
                  <c:v>5.0176689256375341E-2</c:v>
                </c:pt>
                <c:pt idx="38">
                  <c:v>5.2122346749543767E-2</c:v>
                </c:pt>
                <c:pt idx="39">
                  <c:v>5.4917179296964963E-2</c:v>
                </c:pt>
                <c:pt idx="40">
                  <c:v>5.580868907348794E-2</c:v>
                </c:pt>
                <c:pt idx="41">
                  <c:v>5.9522455888126775E-2</c:v>
                </c:pt>
                <c:pt idx="42">
                  <c:v>6.3918896621849547E-2</c:v>
                </c:pt>
                <c:pt idx="43">
                  <c:v>6.0630131054831976E-2</c:v>
                </c:pt>
                <c:pt idx="44">
                  <c:v>6.1538456143900404E-2</c:v>
                </c:pt>
                <c:pt idx="45">
                  <c:v>6.3500768604883198E-2</c:v>
                </c:pt>
                <c:pt idx="46">
                  <c:v>6.6933144908624925E-2</c:v>
                </c:pt>
                <c:pt idx="47">
                  <c:v>7.2210647630417263E-2</c:v>
                </c:pt>
                <c:pt idx="48">
                  <c:v>6.9248256916797993E-2</c:v>
                </c:pt>
                <c:pt idx="49">
                  <c:v>7.9885420078622704E-2</c:v>
                </c:pt>
                <c:pt idx="50">
                  <c:v>7.9162265935083284E-2</c:v>
                </c:pt>
                <c:pt idx="51">
                  <c:v>7.8857733956451112E-2</c:v>
                </c:pt>
                <c:pt idx="52">
                  <c:v>7.3373547186212223E-2</c:v>
                </c:pt>
                <c:pt idx="53">
                  <c:v>8.5817874884066905E-2</c:v>
                </c:pt>
                <c:pt idx="54">
                  <c:v>9.0573946562249194E-2</c:v>
                </c:pt>
                <c:pt idx="55">
                  <c:v>9.5649200432355447E-2</c:v>
                </c:pt>
                <c:pt idx="56">
                  <c:v>9.7378709027820448E-2</c:v>
                </c:pt>
                <c:pt idx="57">
                  <c:v>8.933522569561908E-2</c:v>
                </c:pt>
                <c:pt idx="58">
                  <c:v>0.10251602049800808</c:v>
                </c:pt>
                <c:pt idx="59">
                  <c:v>0.10885026764349599</c:v>
                </c:pt>
                <c:pt idx="60">
                  <c:v>0.10452242535662745</c:v>
                </c:pt>
                <c:pt idx="61">
                  <c:v>0.11323264814999798</c:v>
                </c:pt>
                <c:pt idx="62">
                  <c:v>0.12701798729300107</c:v>
                </c:pt>
                <c:pt idx="63">
                  <c:v>0.12787602938886256</c:v>
                </c:pt>
                <c:pt idx="64">
                  <c:v>0.12842493805692787</c:v>
                </c:pt>
                <c:pt idx="65">
                  <c:v>0.13928942649572254</c:v>
                </c:pt>
                <c:pt idx="66">
                  <c:v>0.14152884125122522</c:v>
                </c:pt>
                <c:pt idx="67">
                  <c:v>0.14933826020751167</c:v>
                </c:pt>
                <c:pt idx="68">
                  <c:v>0.16981887017450989</c:v>
                </c:pt>
                <c:pt idx="69">
                  <c:v>0.16402115528704633</c:v>
                </c:pt>
                <c:pt idx="70">
                  <c:v>0.17324912301416928</c:v>
                </c:pt>
                <c:pt idx="71">
                  <c:v>0.17520249287315096</c:v>
                </c:pt>
                <c:pt idx="72">
                  <c:v>0.18941834283303807</c:v>
                </c:pt>
                <c:pt idx="73">
                  <c:v>0.19862329448724561</c:v>
                </c:pt>
                <c:pt idx="74">
                  <c:v>0.21020177646710375</c:v>
                </c:pt>
                <c:pt idx="75">
                  <c:v>0.21834072275635158</c:v>
                </c:pt>
                <c:pt idx="76">
                  <c:v>0.25336932374196719</c:v>
                </c:pt>
                <c:pt idx="77">
                  <c:v>0.26705874246632921</c:v>
                </c:pt>
                <c:pt idx="78">
                  <c:v>0.3113792152455207</c:v>
                </c:pt>
                <c:pt idx="79">
                  <c:v>0.35826982890582248</c:v>
                </c:pt>
                <c:pt idx="80">
                  <c:v>0.43844623872331495</c:v>
                </c:pt>
                <c:pt idx="81">
                  <c:v>0.54459014356944613</c:v>
                </c:pt>
                <c:pt idx="82">
                  <c:v>0.63862978634805967</c:v>
                </c:pt>
                <c:pt idx="83">
                  <c:v>0.80438641117589027</c:v>
                </c:pt>
                <c:pt idx="84">
                  <c:v>0.9619250248554525</c:v>
                </c:pt>
                <c:pt idx="85">
                  <c:v>1.1598815590202123</c:v>
                </c:pt>
                <c:pt idx="86">
                  <c:v>1.428768092343849</c:v>
                </c:pt>
                <c:pt idx="87">
                  <c:v>1.7382956667363865</c:v>
                </c:pt>
                <c:pt idx="88">
                  <c:v>2.1458456780463107</c:v>
                </c:pt>
                <c:pt idx="89">
                  <c:v>2.793500974328746</c:v>
                </c:pt>
                <c:pt idx="90">
                  <c:v>3.600012206663906</c:v>
                </c:pt>
                <c:pt idx="91">
                  <c:v>5.0344328458582135</c:v>
                </c:pt>
                <c:pt idx="92">
                  <c:v>7.991152081006426</c:v>
                </c:pt>
                <c:pt idx="93">
                  <c:v>26.01100563004815</c:v>
                </c:pt>
                <c:pt idx="94">
                  <c:v>192.55165171180286</c:v>
                </c:pt>
                <c:pt idx="95">
                  <c:v>1248.8622331261781</c:v>
                </c:pt>
                <c:pt idx="96">
                  <c:v>4236.628685814735</c:v>
                </c:pt>
                <c:pt idx="97">
                  <c:v>10279.526745940746</c:v>
                </c:pt>
                <c:pt idx="98">
                  <c:v>18120.07151591259</c:v>
                </c:pt>
                <c:pt idx="99">
                  <c:v>21369.391362351616</c:v>
                </c:pt>
                <c:pt idx="100">
                  <c:v>20939.632311172063</c:v>
                </c:pt>
                <c:pt idx="101">
                  <c:v>15582.28153026262</c:v>
                </c:pt>
                <c:pt idx="102">
                  <c:v>7343.2430301002196</c:v>
                </c:pt>
                <c:pt idx="103">
                  <c:v>1877.031523921584</c:v>
                </c:pt>
                <c:pt idx="104">
                  <c:v>466.07109582146103</c:v>
                </c:pt>
                <c:pt idx="105">
                  <c:v>149.73393002324343</c:v>
                </c:pt>
                <c:pt idx="106">
                  <c:v>39.789949648591524</c:v>
                </c:pt>
                <c:pt idx="107">
                  <c:v>22.775474356906184</c:v>
                </c:pt>
                <c:pt idx="108">
                  <c:v>16.800453432868334</c:v>
                </c:pt>
                <c:pt idx="109">
                  <c:v>13.080702455657109</c:v>
                </c:pt>
                <c:pt idx="110">
                  <c:v>10.53793039003317</c:v>
                </c:pt>
                <c:pt idx="111">
                  <c:v>8.7619385445977223</c:v>
                </c:pt>
                <c:pt idx="112">
                  <c:v>7.3348248210216553</c:v>
                </c:pt>
                <c:pt idx="113">
                  <c:v>6.1901806511934501</c:v>
                </c:pt>
                <c:pt idx="114">
                  <c:v>5.2625401003480148</c:v>
                </c:pt>
                <c:pt idx="115">
                  <c:v>4.5569048529625684</c:v>
                </c:pt>
                <c:pt idx="116">
                  <c:v>3.9527180376599076</c:v>
                </c:pt>
                <c:pt idx="117">
                  <c:v>3.4699823463605841</c:v>
                </c:pt>
                <c:pt idx="118">
                  <c:v>3.0984158559248693</c:v>
                </c:pt>
                <c:pt idx="119">
                  <c:v>2.7374224240248171</c:v>
                </c:pt>
                <c:pt idx="120">
                  <c:v>2.4710114196306461</c:v>
                </c:pt>
                <c:pt idx="121">
                  <c:v>2.2467301453540194</c:v>
                </c:pt>
                <c:pt idx="122">
                  <c:v>2.0544205594873763</c:v>
                </c:pt>
                <c:pt idx="123">
                  <c:v>1.853834970391121</c:v>
                </c:pt>
                <c:pt idx="124">
                  <c:v>1.677673554691671</c:v>
                </c:pt>
                <c:pt idx="125">
                  <c:v>1.4918587944137096</c:v>
                </c:pt>
                <c:pt idx="126">
                  <c:v>1.2893698696110996</c:v>
                </c:pt>
                <c:pt idx="127">
                  <c:v>1.1361529298676492</c:v>
                </c:pt>
                <c:pt idx="128">
                  <c:v>0.99354581236907691</c:v>
                </c:pt>
                <c:pt idx="129">
                  <c:v>0.882379377871363</c:v>
                </c:pt>
                <c:pt idx="130">
                  <c:v>0.76625559161999079</c:v>
                </c:pt>
                <c:pt idx="131">
                  <c:v>0.65373012312206757</c:v>
                </c:pt>
                <c:pt idx="132">
                  <c:v>0.56656366057135632</c:v>
                </c:pt>
                <c:pt idx="133">
                  <c:v>0.50626790847441461</c:v>
                </c:pt>
                <c:pt idx="134">
                  <c:v>0.41169557113394112</c:v>
                </c:pt>
                <c:pt idx="135">
                  <c:v>0.35255461695516643</c:v>
                </c:pt>
                <c:pt idx="136">
                  <c:v>0.28634751063011976</c:v>
                </c:pt>
                <c:pt idx="137">
                  <c:v>0.25635090745648864</c:v>
                </c:pt>
                <c:pt idx="138">
                  <c:v>0.21051970332959383</c:v>
                </c:pt>
                <c:pt idx="139">
                  <c:v>0.18097052930484403</c:v>
                </c:pt>
                <c:pt idx="140">
                  <c:v>0.16289050843231345</c:v>
                </c:pt>
                <c:pt idx="141">
                  <c:v>0.14624665954482205</c:v>
                </c:pt>
                <c:pt idx="142">
                  <c:v>0.12756289784901911</c:v>
                </c:pt>
                <c:pt idx="143">
                  <c:v>0.11924128019218136</c:v>
                </c:pt>
                <c:pt idx="144">
                  <c:v>0.10722142342459669</c:v>
                </c:pt>
                <c:pt idx="145">
                  <c:v>0.1056402072685807</c:v>
                </c:pt>
                <c:pt idx="146">
                  <c:v>9.5830181223956964E-2</c:v>
                </c:pt>
                <c:pt idx="147">
                  <c:v>9.4970110340479252E-2</c:v>
                </c:pt>
                <c:pt idx="148">
                  <c:v>9.1064706089284839E-2</c:v>
                </c:pt>
                <c:pt idx="149">
                  <c:v>8.6664200243947248E-2</c:v>
                </c:pt>
                <c:pt idx="150">
                  <c:v>8.1842895162995755E-2</c:v>
                </c:pt>
                <c:pt idx="151">
                  <c:v>8.3848280710628095E-2</c:v>
                </c:pt>
                <c:pt idx="152">
                  <c:v>7.6724045963698709E-2</c:v>
                </c:pt>
                <c:pt idx="153">
                  <c:v>6.9947719076256146E-2</c:v>
                </c:pt>
                <c:pt idx="154">
                  <c:v>8.0115969382352992E-2</c:v>
                </c:pt>
                <c:pt idx="155">
                  <c:v>7.333949218522208E-2</c:v>
                </c:pt>
                <c:pt idx="156">
                  <c:v>6.5642858079338132E-2</c:v>
                </c:pt>
                <c:pt idx="157">
                  <c:v>6.7609979896645217E-2</c:v>
                </c:pt>
                <c:pt idx="158">
                  <c:v>7.0294617050537425E-2</c:v>
                </c:pt>
                <c:pt idx="159">
                  <c:v>5.7597203037023842E-2</c:v>
                </c:pt>
                <c:pt idx="160">
                  <c:v>5.9207790489737948E-2</c:v>
                </c:pt>
                <c:pt idx="161">
                  <c:v>6.0810652000397605E-2</c:v>
                </c:pt>
                <c:pt idx="162">
                  <c:v>5.4219562546581557E-2</c:v>
                </c:pt>
                <c:pt idx="163">
                  <c:v>5.4932015744942518E-2</c:v>
                </c:pt>
                <c:pt idx="164">
                  <c:v>5.5527476387967303E-2</c:v>
                </c:pt>
                <c:pt idx="165">
                  <c:v>5.5374537383698512E-2</c:v>
                </c:pt>
                <c:pt idx="166">
                  <c:v>5.7897397056328362E-2</c:v>
                </c:pt>
                <c:pt idx="167">
                  <c:v>5.0601419325111169E-2</c:v>
                </c:pt>
                <c:pt idx="168">
                  <c:v>4.3472961508556847E-2</c:v>
                </c:pt>
                <c:pt idx="169">
                  <c:v>4.2608336260120241E-2</c:v>
                </c:pt>
                <c:pt idx="170">
                  <c:v>4.4772244131370646E-2</c:v>
                </c:pt>
                <c:pt idx="171">
                  <c:v>4.084578580412597E-2</c:v>
                </c:pt>
                <c:pt idx="172">
                  <c:v>4.1917839315235912E-2</c:v>
                </c:pt>
                <c:pt idx="173">
                  <c:v>4.3554345768379854E-2</c:v>
                </c:pt>
                <c:pt idx="174">
                  <c:v>4.2507934410867025E-2</c:v>
                </c:pt>
                <c:pt idx="175">
                  <c:v>3.9295820335059496E-2</c:v>
                </c:pt>
                <c:pt idx="176">
                  <c:v>3.3555438033764741E-2</c:v>
                </c:pt>
                <c:pt idx="177">
                  <c:v>3.8041254376628371E-2</c:v>
                </c:pt>
                <c:pt idx="178">
                  <c:v>3.8238585687922121E-2</c:v>
                </c:pt>
                <c:pt idx="179">
                  <c:v>4.0370319633351373E-2</c:v>
                </c:pt>
                <c:pt idx="180">
                  <c:v>3.6960926899665597E-2</c:v>
                </c:pt>
                <c:pt idx="181">
                  <c:v>3.5369842695407522E-2</c:v>
                </c:pt>
                <c:pt idx="182">
                  <c:v>3.6244780886124608E-2</c:v>
                </c:pt>
                <c:pt idx="183">
                  <c:v>3.2297357898488435E-2</c:v>
                </c:pt>
                <c:pt idx="184">
                  <c:v>3.7161626559726879E-2</c:v>
                </c:pt>
                <c:pt idx="185">
                  <c:v>3.2282219484371169E-2</c:v>
                </c:pt>
                <c:pt idx="186">
                  <c:v>2.9759740649955603E-2</c:v>
                </c:pt>
                <c:pt idx="187">
                  <c:v>3.2811860235962817E-2</c:v>
                </c:pt>
                <c:pt idx="188">
                  <c:v>2.3490246025002087E-2</c:v>
                </c:pt>
                <c:pt idx="189">
                  <c:v>2.7249976313137365E-2</c:v>
                </c:pt>
                <c:pt idx="190">
                  <c:v>2.5280363715943808E-2</c:v>
                </c:pt>
                <c:pt idx="191">
                  <c:v>2.4554638012658721E-2</c:v>
                </c:pt>
                <c:pt idx="192">
                  <c:v>2.563675698537984E-2</c:v>
                </c:pt>
                <c:pt idx="193">
                  <c:v>2.9037804389232626E-2</c:v>
                </c:pt>
                <c:pt idx="194">
                  <c:v>2.8504446451627568E-2</c:v>
                </c:pt>
                <c:pt idx="195">
                  <c:v>2.9941012977259745E-2</c:v>
                </c:pt>
                <c:pt idx="196">
                  <c:v>2.2755889846943704E-2</c:v>
                </c:pt>
                <c:pt idx="197">
                  <c:v>2.3097911186060548E-2</c:v>
                </c:pt>
                <c:pt idx="198">
                  <c:v>2.2571110282946422E-2</c:v>
                </c:pt>
                <c:pt idx="199">
                  <c:v>2.2395868037597178E-2</c:v>
                </c:pt>
                <c:pt idx="200">
                  <c:v>2.0629936732648201E-2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EA7-401C-A792-4E42356BB81E}"/>
            </c:ext>
          </c:extLst>
        </c:ser>
        <c:ser>
          <c:idx val="1"/>
          <c:order val="1"/>
          <c:tx>
            <c:strRef>
              <c:f>ω!$M$1</c:f>
              <c:strCache>
                <c:ptCount val="1"/>
                <c:pt idx="0">
                  <c:v>Si_TEOS_omega_90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ω!$A$20:$A$220</c:f>
              <c:numCache>
                <c:formatCode>General</c:formatCode>
                <c:ptCount val="201"/>
                <c:pt idx="0">
                  <c:v>34.930599999999998</c:v>
                </c:pt>
                <c:pt idx="1">
                  <c:v>34.931600000000003</c:v>
                </c:pt>
                <c:pt idx="2">
                  <c:v>34.932600000000001</c:v>
                </c:pt>
                <c:pt idx="3">
                  <c:v>34.933599999999998</c:v>
                </c:pt>
                <c:pt idx="4">
                  <c:v>34.934600000000003</c:v>
                </c:pt>
                <c:pt idx="5">
                  <c:v>34.935600000000001</c:v>
                </c:pt>
                <c:pt idx="6">
                  <c:v>34.936599999999999</c:v>
                </c:pt>
                <c:pt idx="7">
                  <c:v>34.937600000000003</c:v>
                </c:pt>
                <c:pt idx="8">
                  <c:v>34.938600000000001</c:v>
                </c:pt>
                <c:pt idx="9">
                  <c:v>34.939599999999999</c:v>
                </c:pt>
                <c:pt idx="10">
                  <c:v>34.940600000000003</c:v>
                </c:pt>
                <c:pt idx="11">
                  <c:v>34.941600000000001</c:v>
                </c:pt>
                <c:pt idx="12">
                  <c:v>34.942599999999999</c:v>
                </c:pt>
                <c:pt idx="13">
                  <c:v>34.943600000000004</c:v>
                </c:pt>
                <c:pt idx="14">
                  <c:v>34.944600000000001</c:v>
                </c:pt>
                <c:pt idx="15">
                  <c:v>34.945599999999999</c:v>
                </c:pt>
                <c:pt idx="16">
                  <c:v>34.946599999999997</c:v>
                </c:pt>
                <c:pt idx="17">
                  <c:v>34.947600000000001</c:v>
                </c:pt>
                <c:pt idx="18">
                  <c:v>34.948599999999999</c:v>
                </c:pt>
                <c:pt idx="19">
                  <c:v>34.949599999999997</c:v>
                </c:pt>
                <c:pt idx="20">
                  <c:v>34.950600000000001</c:v>
                </c:pt>
                <c:pt idx="21">
                  <c:v>34.951599999999999</c:v>
                </c:pt>
                <c:pt idx="22">
                  <c:v>34.952599999999997</c:v>
                </c:pt>
                <c:pt idx="23">
                  <c:v>34.953600000000002</c:v>
                </c:pt>
                <c:pt idx="24">
                  <c:v>34.954599999999999</c:v>
                </c:pt>
                <c:pt idx="25">
                  <c:v>34.955599999999997</c:v>
                </c:pt>
                <c:pt idx="26">
                  <c:v>34.956600000000002</c:v>
                </c:pt>
                <c:pt idx="27">
                  <c:v>34.957599999999999</c:v>
                </c:pt>
                <c:pt idx="28">
                  <c:v>34.958599999999997</c:v>
                </c:pt>
                <c:pt idx="29">
                  <c:v>34.959600000000002</c:v>
                </c:pt>
                <c:pt idx="30">
                  <c:v>34.960599999999999</c:v>
                </c:pt>
                <c:pt idx="31">
                  <c:v>34.961599999999997</c:v>
                </c:pt>
                <c:pt idx="32">
                  <c:v>34.962600000000002</c:v>
                </c:pt>
                <c:pt idx="33">
                  <c:v>34.9636</c:v>
                </c:pt>
                <c:pt idx="34">
                  <c:v>34.964599999999997</c:v>
                </c:pt>
                <c:pt idx="35">
                  <c:v>34.965600000000002</c:v>
                </c:pt>
                <c:pt idx="36">
                  <c:v>34.9666</c:v>
                </c:pt>
                <c:pt idx="37">
                  <c:v>34.967599999999997</c:v>
                </c:pt>
                <c:pt idx="38">
                  <c:v>34.968600000000002</c:v>
                </c:pt>
                <c:pt idx="39">
                  <c:v>34.9696</c:v>
                </c:pt>
                <c:pt idx="40">
                  <c:v>34.970599999999997</c:v>
                </c:pt>
                <c:pt idx="41">
                  <c:v>34.971600000000002</c:v>
                </c:pt>
                <c:pt idx="42">
                  <c:v>34.9726</c:v>
                </c:pt>
                <c:pt idx="43">
                  <c:v>34.973599999999998</c:v>
                </c:pt>
                <c:pt idx="44">
                  <c:v>34.974600000000002</c:v>
                </c:pt>
                <c:pt idx="45">
                  <c:v>34.9756</c:v>
                </c:pt>
                <c:pt idx="46">
                  <c:v>34.976599999999998</c:v>
                </c:pt>
                <c:pt idx="47">
                  <c:v>34.977600000000002</c:v>
                </c:pt>
                <c:pt idx="48">
                  <c:v>34.9786</c:v>
                </c:pt>
                <c:pt idx="49">
                  <c:v>34.979599999999998</c:v>
                </c:pt>
                <c:pt idx="50">
                  <c:v>34.980600000000003</c:v>
                </c:pt>
                <c:pt idx="51">
                  <c:v>34.9816</c:v>
                </c:pt>
                <c:pt idx="52">
                  <c:v>34.982599999999998</c:v>
                </c:pt>
                <c:pt idx="53">
                  <c:v>34.983600000000003</c:v>
                </c:pt>
                <c:pt idx="54">
                  <c:v>34.9846</c:v>
                </c:pt>
                <c:pt idx="55">
                  <c:v>34.985599999999998</c:v>
                </c:pt>
                <c:pt idx="56">
                  <c:v>34.986600000000003</c:v>
                </c:pt>
                <c:pt idx="57">
                  <c:v>34.9876</c:v>
                </c:pt>
                <c:pt idx="58">
                  <c:v>34.988599999999998</c:v>
                </c:pt>
                <c:pt idx="59">
                  <c:v>34.989600000000003</c:v>
                </c:pt>
                <c:pt idx="60">
                  <c:v>34.990600000000001</c:v>
                </c:pt>
                <c:pt idx="61">
                  <c:v>34.991599999999998</c:v>
                </c:pt>
                <c:pt idx="62">
                  <c:v>34.992600000000003</c:v>
                </c:pt>
                <c:pt idx="63">
                  <c:v>34.993600000000001</c:v>
                </c:pt>
                <c:pt idx="64">
                  <c:v>34.994599999999998</c:v>
                </c:pt>
                <c:pt idx="65">
                  <c:v>34.995600000000003</c:v>
                </c:pt>
                <c:pt idx="66">
                  <c:v>34.996600000000001</c:v>
                </c:pt>
                <c:pt idx="67">
                  <c:v>34.997599999999998</c:v>
                </c:pt>
                <c:pt idx="68">
                  <c:v>34.998600000000003</c:v>
                </c:pt>
                <c:pt idx="69">
                  <c:v>34.999600000000001</c:v>
                </c:pt>
                <c:pt idx="70">
                  <c:v>35.000599999999999</c:v>
                </c:pt>
                <c:pt idx="71">
                  <c:v>35.001600000000003</c:v>
                </c:pt>
                <c:pt idx="72">
                  <c:v>35.002600000000001</c:v>
                </c:pt>
                <c:pt idx="73">
                  <c:v>35.003599999999999</c:v>
                </c:pt>
                <c:pt idx="74">
                  <c:v>35.004600000000003</c:v>
                </c:pt>
                <c:pt idx="75">
                  <c:v>35.005600000000001</c:v>
                </c:pt>
                <c:pt idx="76">
                  <c:v>35.006599999999999</c:v>
                </c:pt>
                <c:pt idx="77">
                  <c:v>35.007599999999996</c:v>
                </c:pt>
                <c:pt idx="78">
                  <c:v>35.008600000000001</c:v>
                </c:pt>
                <c:pt idx="79">
                  <c:v>35.009599999999999</c:v>
                </c:pt>
                <c:pt idx="80">
                  <c:v>35.010599999999997</c:v>
                </c:pt>
                <c:pt idx="81">
                  <c:v>35.011600000000001</c:v>
                </c:pt>
                <c:pt idx="82">
                  <c:v>35.012599999999999</c:v>
                </c:pt>
                <c:pt idx="83">
                  <c:v>35.013599999999997</c:v>
                </c:pt>
                <c:pt idx="84">
                  <c:v>35.014600000000002</c:v>
                </c:pt>
                <c:pt idx="85">
                  <c:v>35.015599999999999</c:v>
                </c:pt>
                <c:pt idx="86">
                  <c:v>35.016599999999997</c:v>
                </c:pt>
                <c:pt idx="87">
                  <c:v>35.017600000000002</c:v>
                </c:pt>
                <c:pt idx="88">
                  <c:v>35.018599999999999</c:v>
                </c:pt>
                <c:pt idx="89">
                  <c:v>35.019599999999997</c:v>
                </c:pt>
                <c:pt idx="90">
                  <c:v>35.020600000000002</c:v>
                </c:pt>
                <c:pt idx="91">
                  <c:v>35.021599999999999</c:v>
                </c:pt>
                <c:pt idx="92">
                  <c:v>35.022599999999997</c:v>
                </c:pt>
                <c:pt idx="93">
                  <c:v>35.023600000000002</c:v>
                </c:pt>
                <c:pt idx="94">
                  <c:v>35.0246</c:v>
                </c:pt>
                <c:pt idx="95">
                  <c:v>35.025599999999997</c:v>
                </c:pt>
                <c:pt idx="96">
                  <c:v>35.026600000000002</c:v>
                </c:pt>
                <c:pt idx="97">
                  <c:v>35.0276</c:v>
                </c:pt>
                <c:pt idx="98">
                  <c:v>35.028599999999997</c:v>
                </c:pt>
                <c:pt idx="99">
                  <c:v>35.029600000000002</c:v>
                </c:pt>
                <c:pt idx="100">
                  <c:v>35.0306</c:v>
                </c:pt>
                <c:pt idx="101">
                  <c:v>35.031599999999997</c:v>
                </c:pt>
                <c:pt idx="102">
                  <c:v>35.032600000000002</c:v>
                </c:pt>
                <c:pt idx="103">
                  <c:v>35.0336</c:v>
                </c:pt>
                <c:pt idx="104">
                  <c:v>35.034599999999998</c:v>
                </c:pt>
                <c:pt idx="105">
                  <c:v>35.035600000000002</c:v>
                </c:pt>
                <c:pt idx="106">
                  <c:v>35.0366</c:v>
                </c:pt>
                <c:pt idx="107">
                  <c:v>35.037599999999998</c:v>
                </c:pt>
                <c:pt idx="108">
                  <c:v>35.038600000000002</c:v>
                </c:pt>
                <c:pt idx="109">
                  <c:v>35.0396</c:v>
                </c:pt>
                <c:pt idx="110">
                  <c:v>35.040599999999998</c:v>
                </c:pt>
                <c:pt idx="111">
                  <c:v>35.041600000000003</c:v>
                </c:pt>
                <c:pt idx="112">
                  <c:v>35.0426</c:v>
                </c:pt>
                <c:pt idx="113">
                  <c:v>35.043599999999998</c:v>
                </c:pt>
                <c:pt idx="114">
                  <c:v>35.044600000000003</c:v>
                </c:pt>
                <c:pt idx="115">
                  <c:v>35.0456</c:v>
                </c:pt>
                <c:pt idx="116">
                  <c:v>35.046599999999998</c:v>
                </c:pt>
                <c:pt idx="117">
                  <c:v>35.047600000000003</c:v>
                </c:pt>
                <c:pt idx="118">
                  <c:v>35.0486</c:v>
                </c:pt>
                <c:pt idx="119">
                  <c:v>35.049599999999998</c:v>
                </c:pt>
                <c:pt idx="120">
                  <c:v>35.050600000000003</c:v>
                </c:pt>
                <c:pt idx="121">
                  <c:v>35.051600000000001</c:v>
                </c:pt>
                <c:pt idx="122">
                  <c:v>35.052599999999998</c:v>
                </c:pt>
                <c:pt idx="123">
                  <c:v>35.053600000000003</c:v>
                </c:pt>
                <c:pt idx="124">
                  <c:v>35.054600000000001</c:v>
                </c:pt>
                <c:pt idx="125">
                  <c:v>35.055599999999998</c:v>
                </c:pt>
                <c:pt idx="126">
                  <c:v>35.056600000000003</c:v>
                </c:pt>
                <c:pt idx="127">
                  <c:v>35.057600000000001</c:v>
                </c:pt>
                <c:pt idx="128">
                  <c:v>35.058599999999998</c:v>
                </c:pt>
                <c:pt idx="129">
                  <c:v>35.059600000000003</c:v>
                </c:pt>
                <c:pt idx="130">
                  <c:v>35.060600000000001</c:v>
                </c:pt>
                <c:pt idx="131">
                  <c:v>35.061599999999999</c:v>
                </c:pt>
                <c:pt idx="132">
                  <c:v>35.062600000000003</c:v>
                </c:pt>
                <c:pt idx="133">
                  <c:v>35.063600000000001</c:v>
                </c:pt>
                <c:pt idx="134">
                  <c:v>35.064599999999999</c:v>
                </c:pt>
                <c:pt idx="135">
                  <c:v>35.065600000000003</c:v>
                </c:pt>
                <c:pt idx="136">
                  <c:v>35.066600000000001</c:v>
                </c:pt>
                <c:pt idx="137">
                  <c:v>35.067599999999999</c:v>
                </c:pt>
                <c:pt idx="138">
                  <c:v>35.068600000000004</c:v>
                </c:pt>
                <c:pt idx="139">
                  <c:v>35.069600000000001</c:v>
                </c:pt>
                <c:pt idx="140">
                  <c:v>35.070599999999999</c:v>
                </c:pt>
                <c:pt idx="141">
                  <c:v>35.071599999999997</c:v>
                </c:pt>
                <c:pt idx="142">
                  <c:v>35.072600000000001</c:v>
                </c:pt>
                <c:pt idx="143">
                  <c:v>35.073599999999999</c:v>
                </c:pt>
                <c:pt idx="144">
                  <c:v>35.074599999999997</c:v>
                </c:pt>
                <c:pt idx="145">
                  <c:v>35.075600000000001</c:v>
                </c:pt>
                <c:pt idx="146">
                  <c:v>35.076599999999999</c:v>
                </c:pt>
                <c:pt idx="147">
                  <c:v>35.077599999999997</c:v>
                </c:pt>
                <c:pt idx="148">
                  <c:v>35.078600000000002</c:v>
                </c:pt>
                <c:pt idx="149">
                  <c:v>35.079599999999999</c:v>
                </c:pt>
                <c:pt idx="150">
                  <c:v>35.080599999999997</c:v>
                </c:pt>
                <c:pt idx="151">
                  <c:v>35.081600000000002</c:v>
                </c:pt>
                <c:pt idx="152">
                  <c:v>35.082599999999999</c:v>
                </c:pt>
                <c:pt idx="153">
                  <c:v>35.083599999999997</c:v>
                </c:pt>
                <c:pt idx="154">
                  <c:v>35.084600000000002</c:v>
                </c:pt>
                <c:pt idx="155">
                  <c:v>35.085599999999999</c:v>
                </c:pt>
                <c:pt idx="156">
                  <c:v>35.086599999999997</c:v>
                </c:pt>
                <c:pt idx="157">
                  <c:v>35.087600000000002</c:v>
                </c:pt>
                <c:pt idx="158">
                  <c:v>35.0886</c:v>
                </c:pt>
                <c:pt idx="159">
                  <c:v>35.089599999999997</c:v>
                </c:pt>
                <c:pt idx="160">
                  <c:v>35.090600000000002</c:v>
                </c:pt>
                <c:pt idx="161">
                  <c:v>35.0916</c:v>
                </c:pt>
                <c:pt idx="162">
                  <c:v>35.092599999999997</c:v>
                </c:pt>
                <c:pt idx="163">
                  <c:v>35.093600000000002</c:v>
                </c:pt>
                <c:pt idx="164">
                  <c:v>35.0946</c:v>
                </c:pt>
                <c:pt idx="165">
                  <c:v>35.095599999999997</c:v>
                </c:pt>
                <c:pt idx="166">
                  <c:v>35.096600000000002</c:v>
                </c:pt>
                <c:pt idx="167">
                  <c:v>35.0976</c:v>
                </c:pt>
                <c:pt idx="168">
                  <c:v>35.098599999999998</c:v>
                </c:pt>
                <c:pt idx="169">
                  <c:v>35.099600000000002</c:v>
                </c:pt>
                <c:pt idx="170">
                  <c:v>35.1006</c:v>
                </c:pt>
                <c:pt idx="171">
                  <c:v>35.101599999999998</c:v>
                </c:pt>
                <c:pt idx="172">
                  <c:v>35.102600000000002</c:v>
                </c:pt>
                <c:pt idx="173">
                  <c:v>35.1036</c:v>
                </c:pt>
                <c:pt idx="174">
                  <c:v>35.104599999999998</c:v>
                </c:pt>
                <c:pt idx="175">
                  <c:v>35.105600000000003</c:v>
                </c:pt>
                <c:pt idx="176">
                  <c:v>35.1066</c:v>
                </c:pt>
                <c:pt idx="177">
                  <c:v>35.107599999999998</c:v>
                </c:pt>
                <c:pt idx="178">
                  <c:v>35.108600000000003</c:v>
                </c:pt>
                <c:pt idx="179">
                  <c:v>35.1096</c:v>
                </c:pt>
                <c:pt idx="180">
                  <c:v>35.110599999999998</c:v>
                </c:pt>
                <c:pt idx="181">
                  <c:v>35.111600000000003</c:v>
                </c:pt>
                <c:pt idx="182">
                  <c:v>35.1126</c:v>
                </c:pt>
                <c:pt idx="183">
                  <c:v>35.113599999999998</c:v>
                </c:pt>
                <c:pt idx="184">
                  <c:v>35.114600000000003</c:v>
                </c:pt>
                <c:pt idx="185">
                  <c:v>35.115600000000001</c:v>
                </c:pt>
                <c:pt idx="186">
                  <c:v>35.116599999999998</c:v>
                </c:pt>
                <c:pt idx="187">
                  <c:v>35.117600000000003</c:v>
                </c:pt>
                <c:pt idx="188">
                  <c:v>35.118600000000001</c:v>
                </c:pt>
                <c:pt idx="189">
                  <c:v>35.119599999999998</c:v>
                </c:pt>
                <c:pt idx="190">
                  <c:v>35.120600000000003</c:v>
                </c:pt>
                <c:pt idx="191">
                  <c:v>35.121600000000001</c:v>
                </c:pt>
                <c:pt idx="192">
                  <c:v>35.122599999999998</c:v>
                </c:pt>
                <c:pt idx="193">
                  <c:v>35.123600000000003</c:v>
                </c:pt>
                <c:pt idx="194">
                  <c:v>35.124600000000001</c:v>
                </c:pt>
                <c:pt idx="195">
                  <c:v>35.125599999999999</c:v>
                </c:pt>
                <c:pt idx="196">
                  <c:v>35.126600000000003</c:v>
                </c:pt>
                <c:pt idx="197">
                  <c:v>35.127600000000001</c:v>
                </c:pt>
                <c:pt idx="198">
                  <c:v>35.128599999999999</c:v>
                </c:pt>
                <c:pt idx="199">
                  <c:v>35.129600000000003</c:v>
                </c:pt>
                <c:pt idx="200">
                  <c:v>35.130600000000001</c:v>
                </c:pt>
              </c:numCache>
            </c:numRef>
          </c:xVal>
          <c:yVal>
            <c:numRef>
              <c:f>ω!$Q$20:$Q$220</c:f>
              <c:numCache>
                <c:formatCode>0.00E+00</c:formatCode>
                <c:ptCount val="201"/>
                <c:pt idx="0">
                  <c:v>2.1127832235875686E-2</c:v>
                </c:pt>
                <c:pt idx="1">
                  <c:v>2.5135675521279634E-2</c:v>
                </c:pt>
                <c:pt idx="2">
                  <c:v>2.4284234335090381E-2</c:v>
                </c:pt>
                <c:pt idx="3">
                  <c:v>2.2576118598809484E-2</c:v>
                </c:pt>
                <c:pt idx="4">
                  <c:v>2.0275843425824783E-2</c:v>
                </c:pt>
                <c:pt idx="5">
                  <c:v>2.1705080279666535E-2</c:v>
                </c:pt>
                <c:pt idx="6">
                  <c:v>1.684992819931443E-2</c:v>
                </c:pt>
                <c:pt idx="7">
                  <c:v>2.2843605736383478E-2</c:v>
                </c:pt>
                <c:pt idx="8">
                  <c:v>2.027047957242421E-2</c:v>
                </c:pt>
                <c:pt idx="9">
                  <c:v>2.3128508876764538E-2</c:v>
                </c:pt>
                <c:pt idx="10">
                  <c:v>2.7975459926552426E-2</c:v>
                </c:pt>
                <c:pt idx="11">
                  <c:v>2.5695786216540447E-2</c:v>
                </c:pt>
                <c:pt idx="12">
                  <c:v>2.5981927713423336E-2</c:v>
                </c:pt>
                <c:pt idx="13">
                  <c:v>2.4851965837630795E-2</c:v>
                </c:pt>
                <c:pt idx="14">
                  <c:v>2.5428940511479422E-2</c:v>
                </c:pt>
                <c:pt idx="15">
                  <c:v>2.6287186368150903E-2</c:v>
                </c:pt>
                <c:pt idx="16">
                  <c:v>2.5142029610911092E-2</c:v>
                </c:pt>
                <c:pt idx="17">
                  <c:v>2.5437799535448617E-2</c:v>
                </c:pt>
                <c:pt idx="18">
                  <c:v>2.8017232198786952E-2</c:v>
                </c:pt>
                <c:pt idx="19">
                  <c:v>2.9162061610230119E-2</c:v>
                </c:pt>
                <c:pt idx="20">
                  <c:v>3.2881984726861366E-2</c:v>
                </c:pt>
                <c:pt idx="21">
                  <c:v>3.4597357808362032E-2</c:v>
                </c:pt>
                <c:pt idx="22">
                  <c:v>3.0024934421253945E-2</c:v>
                </c:pt>
                <c:pt idx="23">
                  <c:v>3.2325852835382078E-2</c:v>
                </c:pt>
                <c:pt idx="24">
                  <c:v>3.0305525440630903E-2</c:v>
                </c:pt>
                <c:pt idx="25">
                  <c:v>2.8606910949089195E-2</c:v>
                </c:pt>
                <c:pt idx="26">
                  <c:v>3.8027932059353765E-2</c:v>
                </c:pt>
                <c:pt idx="27">
                  <c:v>3.4886662954573218E-2</c:v>
                </c:pt>
                <c:pt idx="28">
                  <c:v>3.8334174158160796E-2</c:v>
                </c:pt>
                <c:pt idx="29">
                  <c:v>3.4035294600500719E-2</c:v>
                </c:pt>
                <c:pt idx="30">
                  <c:v>3.8043630609504733E-2</c:v>
                </c:pt>
                <c:pt idx="31">
                  <c:v>3.9181819544211904E-2</c:v>
                </c:pt>
                <c:pt idx="32">
                  <c:v>4.2913829573791001E-2</c:v>
                </c:pt>
                <c:pt idx="33">
                  <c:v>4.6054191308996274E-2</c:v>
                </c:pt>
                <c:pt idx="34">
                  <c:v>4.6917623695597085E-2</c:v>
                </c:pt>
                <c:pt idx="35">
                  <c:v>3.7199880307954347E-2</c:v>
                </c:pt>
                <c:pt idx="36">
                  <c:v>3.9484716439078284E-2</c:v>
                </c:pt>
                <c:pt idx="37">
                  <c:v>5.0370950569097295E-2</c:v>
                </c:pt>
                <c:pt idx="38">
                  <c:v>5.2666585052541931E-2</c:v>
                </c:pt>
                <c:pt idx="39">
                  <c:v>4.6955639690136303E-2</c:v>
                </c:pt>
                <c:pt idx="40">
                  <c:v>4.9523988589902042E-2</c:v>
                </c:pt>
                <c:pt idx="41">
                  <c:v>5.1544084667687985E-2</c:v>
                </c:pt>
                <c:pt idx="42">
                  <c:v>4.3236589126759484E-2</c:v>
                </c:pt>
                <c:pt idx="43">
                  <c:v>5.2687573057476476E-2</c:v>
                </c:pt>
                <c:pt idx="44">
                  <c:v>5.698016629217717E-2</c:v>
                </c:pt>
                <c:pt idx="45">
                  <c:v>6.3275616618020794E-2</c:v>
                </c:pt>
                <c:pt idx="46">
                  <c:v>5.5002355361280106E-2</c:v>
                </c:pt>
                <c:pt idx="47">
                  <c:v>5.8183790958880911E-2</c:v>
                </c:pt>
                <c:pt idx="48">
                  <c:v>6.5595294050383654E-2</c:v>
                </c:pt>
                <c:pt idx="49">
                  <c:v>6.5029390849642793E-2</c:v>
                </c:pt>
                <c:pt idx="50">
                  <c:v>6.7060064696913876E-2</c:v>
                </c:pt>
                <c:pt idx="51">
                  <c:v>6.304324110116713E-2</c:v>
                </c:pt>
                <c:pt idx="52">
                  <c:v>6.1913775436672695E-2</c:v>
                </c:pt>
                <c:pt idx="53">
                  <c:v>7.7392154963630416E-2</c:v>
                </c:pt>
                <c:pt idx="54">
                  <c:v>7.4789954133126405E-2</c:v>
                </c:pt>
                <c:pt idx="55">
                  <c:v>8.658591755741929E-2</c:v>
                </c:pt>
                <c:pt idx="56">
                  <c:v>8.0250882602072957E-2</c:v>
                </c:pt>
                <c:pt idx="57">
                  <c:v>8.3670726463918932E-2</c:v>
                </c:pt>
                <c:pt idx="58">
                  <c:v>8.0841441295109701E-2</c:v>
                </c:pt>
                <c:pt idx="59">
                  <c:v>8.9478855357803144E-2</c:v>
                </c:pt>
                <c:pt idx="60">
                  <c:v>9.0593364173684451E-2</c:v>
                </c:pt>
                <c:pt idx="61">
                  <c:v>0.10461331536621138</c:v>
                </c:pt>
                <c:pt idx="62">
                  <c:v>8.9737450296418844E-2</c:v>
                </c:pt>
                <c:pt idx="63">
                  <c:v>0.10698017230060201</c:v>
                </c:pt>
                <c:pt idx="64">
                  <c:v>0.1164646874477917</c:v>
                </c:pt>
                <c:pt idx="65">
                  <c:v>0.11135175782094711</c:v>
                </c:pt>
                <c:pt idx="66">
                  <c:v>0.1293917340486315</c:v>
                </c:pt>
                <c:pt idx="67">
                  <c:v>0.11911119285296105</c:v>
                </c:pt>
                <c:pt idx="68">
                  <c:v>0.11883772229650856</c:v>
                </c:pt>
                <c:pt idx="69">
                  <c:v>0.12426443632762028</c:v>
                </c:pt>
                <c:pt idx="70">
                  <c:v>0.1277081921189237</c:v>
                </c:pt>
                <c:pt idx="71">
                  <c:v>0.13866633930309627</c:v>
                </c:pt>
                <c:pt idx="72">
                  <c:v>0.16157464043830982</c:v>
                </c:pt>
                <c:pt idx="73">
                  <c:v>0.16332397411375288</c:v>
                </c:pt>
                <c:pt idx="74">
                  <c:v>0.18137921906144058</c:v>
                </c:pt>
                <c:pt idx="75">
                  <c:v>0.18309568775791238</c:v>
                </c:pt>
                <c:pt idx="76">
                  <c:v>0.18543043772318749</c:v>
                </c:pt>
                <c:pt idx="77">
                  <c:v>0.19635536876916188</c:v>
                </c:pt>
                <c:pt idx="78">
                  <c:v>0.21763237395833981</c:v>
                </c:pt>
                <c:pt idx="79">
                  <c:v>0.23772334761673586</c:v>
                </c:pt>
                <c:pt idx="80">
                  <c:v>0.24415267274505331</c:v>
                </c:pt>
                <c:pt idx="81">
                  <c:v>0.2608781451098951</c:v>
                </c:pt>
                <c:pt idx="82">
                  <c:v>0.29920816368512815</c:v>
                </c:pt>
                <c:pt idx="83">
                  <c:v>0.33414653806962513</c:v>
                </c:pt>
                <c:pt idx="84">
                  <c:v>0.35412165293648273</c:v>
                </c:pt>
                <c:pt idx="85">
                  <c:v>0.4212840029963717</c:v>
                </c:pt>
                <c:pt idx="86">
                  <c:v>0.49604913228863889</c:v>
                </c:pt>
                <c:pt idx="87">
                  <c:v>0.57837531101313888</c:v>
                </c:pt>
                <c:pt idx="88">
                  <c:v>0.72760215506968506</c:v>
                </c:pt>
                <c:pt idx="89">
                  <c:v>0.98782414110644179</c:v>
                </c:pt>
                <c:pt idx="90">
                  <c:v>1.6725604648419574</c:v>
                </c:pt>
                <c:pt idx="91">
                  <c:v>4.8493048568455395</c:v>
                </c:pt>
                <c:pt idx="92">
                  <c:v>21.653946157238348</c:v>
                </c:pt>
                <c:pt idx="93">
                  <c:v>101.52027881647878</c:v>
                </c:pt>
                <c:pt idx="94">
                  <c:v>364.82792803699107</c:v>
                </c:pt>
                <c:pt idx="95">
                  <c:v>1000.2904761592704</c:v>
                </c:pt>
                <c:pt idx="96">
                  <c:v>2057.9164434623472</c:v>
                </c:pt>
                <c:pt idx="97">
                  <c:v>3503.748661309548</c:v>
                </c:pt>
                <c:pt idx="98">
                  <c:v>5163.9457273206199</c:v>
                </c:pt>
                <c:pt idx="99">
                  <c:v>6720.1313656690145</c:v>
                </c:pt>
                <c:pt idx="100">
                  <c:v>7885.8609392296958</c:v>
                </c:pt>
                <c:pt idx="101">
                  <c:v>8565.9493783493726</c:v>
                </c:pt>
                <c:pt idx="102">
                  <c:v>8817.2211807466119</c:v>
                </c:pt>
                <c:pt idx="103">
                  <c:v>8891.8067816101375</c:v>
                </c:pt>
                <c:pt idx="104">
                  <c:v>8850.0762465228581</c:v>
                </c:pt>
                <c:pt idx="105">
                  <c:v>8804.1611698254383</c:v>
                </c:pt>
                <c:pt idx="106">
                  <c:v>8727.6170888412435</c:v>
                </c:pt>
                <c:pt idx="107">
                  <c:v>8625.7542474102047</c:v>
                </c:pt>
                <c:pt idx="108">
                  <c:v>8499.2691601378283</c:v>
                </c:pt>
                <c:pt idx="109">
                  <c:v>8355.7603495793355</c:v>
                </c:pt>
                <c:pt idx="110">
                  <c:v>8119.4800610910679</c:v>
                </c:pt>
                <c:pt idx="111">
                  <c:v>7842.6858327575728</c:v>
                </c:pt>
                <c:pt idx="112">
                  <c:v>7435.6609132433177</c:v>
                </c:pt>
                <c:pt idx="113">
                  <c:v>6860.8435712142655</c:v>
                </c:pt>
                <c:pt idx="114">
                  <c:v>5948.55873472851</c:v>
                </c:pt>
                <c:pt idx="115">
                  <c:v>4759.6869602631041</c:v>
                </c:pt>
                <c:pt idx="116">
                  <c:v>3465.0981456628688</c:v>
                </c:pt>
                <c:pt idx="117">
                  <c:v>2184.6675529462018</c:v>
                </c:pt>
                <c:pt idx="118">
                  <c:v>1134.3795245553224</c:v>
                </c:pt>
                <c:pt idx="119">
                  <c:v>462.97809260970456</c:v>
                </c:pt>
                <c:pt idx="120">
                  <c:v>152.03359901846341</c:v>
                </c:pt>
                <c:pt idx="121">
                  <c:v>54.777687041822254</c:v>
                </c:pt>
                <c:pt idx="122">
                  <c:v>19.795014252381481</c:v>
                </c:pt>
                <c:pt idx="123">
                  <c:v>11.68208694082074</c:v>
                </c:pt>
                <c:pt idx="124">
                  <c:v>8.3938074963722418</c:v>
                </c:pt>
                <c:pt idx="125">
                  <c:v>6.6274451190429851</c:v>
                </c:pt>
                <c:pt idx="126">
                  <c:v>5.2289393279741603</c:v>
                </c:pt>
                <c:pt idx="127">
                  <c:v>3.9016917680207932</c:v>
                </c:pt>
                <c:pt idx="128">
                  <c:v>2.7500523414719016</c:v>
                </c:pt>
                <c:pt idx="129">
                  <c:v>1.8311484021407114</c:v>
                </c:pt>
                <c:pt idx="130">
                  <c:v>1.1299358181470172</c:v>
                </c:pt>
                <c:pt idx="131">
                  <c:v>0.64940295839637685</c:v>
                </c:pt>
                <c:pt idx="132">
                  <c:v>0.41555128944671765</c:v>
                </c:pt>
                <c:pt idx="133">
                  <c:v>0.2984670175075394</c:v>
                </c:pt>
                <c:pt idx="134">
                  <c:v>0.2496915689219803</c:v>
                </c:pt>
                <c:pt idx="135">
                  <c:v>0.23257888336486021</c:v>
                </c:pt>
                <c:pt idx="136">
                  <c:v>0.20304949772793668</c:v>
                </c:pt>
                <c:pt idx="137">
                  <c:v>0.20665993191636101</c:v>
                </c:pt>
                <c:pt idx="138">
                  <c:v>0.18167407469140279</c:v>
                </c:pt>
                <c:pt idx="139">
                  <c:v>0.17534270342053529</c:v>
                </c:pt>
                <c:pt idx="140">
                  <c:v>0.16807247423467708</c:v>
                </c:pt>
                <c:pt idx="141">
                  <c:v>0.16702538180011819</c:v>
                </c:pt>
                <c:pt idx="142">
                  <c:v>0.14910634252812832</c:v>
                </c:pt>
                <c:pt idx="143">
                  <c:v>0.13989832017019943</c:v>
                </c:pt>
                <c:pt idx="144">
                  <c:v>0.13733851688135618</c:v>
                </c:pt>
                <c:pt idx="145">
                  <c:v>0.14435579106208415</c:v>
                </c:pt>
                <c:pt idx="146">
                  <c:v>0.13877852966311727</c:v>
                </c:pt>
                <c:pt idx="147">
                  <c:v>0.12903161742258218</c:v>
                </c:pt>
                <c:pt idx="148">
                  <c:v>0.1186891862311303</c:v>
                </c:pt>
                <c:pt idx="149">
                  <c:v>0.11510482212468154</c:v>
                </c:pt>
                <c:pt idx="150">
                  <c:v>9.9866487742095778E-2</c:v>
                </c:pt>
                <c:pt idx="151">
                  <c:v>0.10908445846881955</c:v>
                </c:pt>
                <c:pt idx="152">
                  <c:v>0.10537089602733246</c:v>
                </c:pt>
                <c:pt idx="153">
                  <c:v>0.10013912412204033</c:v>
                </c:pt>
                <c:pt idx="154">
                  <c:v>9.6372440355918992E-2</c:v>
                </c:pt>
                <c:pt idx="155">
                  <c:v>8.9774240589306983E-2</c:v>
                </c:pt>
                <c:pt idx="156">
                  <c:v>8.3996358541371774E-2</c:v>
                </c:pt>
                <c:pt idx="157">
                  <c:v>8.6276534182171308E-2</c:v>
                </c:pt>
                <c:pt idx="158">
                  <c:v>8.0562696070183459E-2</c:v>
                </c:pt>
                <c:pt idx="159">
                  <c:v>7.8544623568538668E-2</c:v>
                </c:pt>
                <c:pt idx="160">
                  <c:v>8.435094174648855E-2</c:v>
                </c:pt>
                <c:pt idx="161">
                  <c:v>7.7978956425532431E-2</c:v>
                </c:pt>
                <c:pt idx="162">
                  <c:v>6.7875189714765638E-2</c:v>
                </c:pt>
                <c:pt idx="163">
                  <c:v>7.4535843203626814E-2</c:v>
                </c:pt>
                <c:pt idx="164">
                  <c:v>6.5294843198189956E-2</c:v>
                </c:pt>
                <c:pt idx="165">
                  <c:v>6.67553038389328E-2</c:v>
                </c:pt>
                <c:pt idx="166">
                  <c:v>6.0976901400668325E-2</c:v>
                </c:pt>
                <c:pt idx="167">
                  <c:v>6.2753214280364358E-2</c:v>
                </c:pt>
                <c:pt idx="168">
                  <c:v>6.4171506966380756E-2</c:v>
                </c:pt>
                <c:pt idx="169">
                  <c:v>5.5503458429167138E-2</c:v>
                </c:pt>
                <c:pt idx="170">
                  <c:v>5.95560242942322E-2</c:v>
                </c:pt>
                <c:pt idx="171">
                  <c:v>4.65604575394944E-2</c:v>
                </c:pt>
                <c:pt idx="172">
                  <c:v>4.7432972365521381E-2</c:v>
                </c:pt>
                <c:pt idx="173">
                  <c:v>5.1771168312435473E-2</c:v>
                </c:pt>
                <c:pt idx="174">
                  <c:v>4.8285785231535254E-2</c:v>
                </c:pt>
                <c:pt idx="175">
                  <c:v>4.0790555684532784E-2</c:v>
                </c:pt>
                <c:pt idx="176">
                  <c:v>4.8572355824309736E-2</c:v>
                </c:pt>
                <c:pt idx="177">
                  <c:v>3.4130913979886421E-2</c:v>
                </c:pt>
                <c:pt idx="178">
                  <c:v>4.3103344781948133E-2</c:v>
                </c:pt>
                <c:pt idx="179">
                  <c:v>4.3405539605948888E-2</c:v>
                </c:pt>
                <c:pt idx="180">
                  <c:v>3.876770653517355E-2</c:v>
                </c:pt>
                <c:pt idx="181">
                  <c:v>3.5318058658953051E-2</c:v>
                </c:pt>
                <c:pt idx="182">
                  <c:v>4.1078932967194684E-2</c:v>
                </c:pt>
                <c:pt idx="183">
                  <c:v>3.9639100170436557E-2</c:v>
                </c:pt>
                <c:pt idx="184">
                  <c:v>3.8480983710507732E-2</c:v>
                </c:pt>
                <c:pt idx="185">
                  <c:v>3.7336674840311189E-2</c:v>
                </c:pt>
                <c:pt idx="186">
                  <c:v>3.5022196257557051E-2</c:v>
                </c:pt>
                <c:pt idx="187">
                  <c:v>3.1832404589167806E-2</c:v>
                </c:pt>
                <c:pt idx="188">
                  <c:v>3.4450371677533058E-2</c:v>
                </c:pt>
                <c:pt idx="189">
                  <c:v>3.1856308817606184E-2</c:v>
                </c:pt>
                <c:pt idx="190">
                  <c:v>3.4462850856800051E-2</c:v>
                </c:pt>
                <c:pt idx="191">
                  <c:v>3.2419305742883181E-2</c:v>
                </c:pt>
                <c:pt idx="192">
                  <c:v>3.7928306120690536E-2</c:v>
                </c:pt>
                <c:pt idx="193">
                  <c:v>2.5770927151090604E-2</c:v>
                </c:pt>
                <c:pt idx="194">
                  <c:v>3.1552696012873964E-2</c:v>
                </c:pt>
                <c:pt idx="195">
                  <c:v>2.9829535787261541E-2</c:v>
                </c:pt>
                <c:pt idx="196">
                  <c:v>2.3733114757134983E-2</c:v>
                </c:pt>
                <c:pt idx="197">
                  <c:v>2.9249482038008919E-2</c:v>
                </c:pt>
                <c:pt idx="198">
                  <c:v>5.0947171604084435E-2</c:v>
                </c:pt>
                <c:pt idx="199">
                  <c:v>2.4318346611826091E-2</c:v>
                </c:pt>
                <c:pt idx="200">
                  <c:v>2.1716270440765299E-2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2EA7-401C-A792-4E42356BB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71404048"/>
        <c:axId val="1371401168"/>
      </c:scatterChart>
      <c:valAx>
        <c:axId val="1371404048"/>
        <c:scaling>
          <c:orientation val="minMax"/>
          <c:max val="35.15"/>
          <c:min val="34.9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dirty="0"/>
                  <a:t>角度（</a:t>
                </a:r>
                <a:r>
                  <a:rPr lang="en-US" altLang="ja-JP" dirty="0"/>
                  <a:t>deg</a:t>
                </a:r>
                <a:r>
                  <a:rPr lang="ja-JP" altLang="en-US" dirty="0"/>
                  <a:t>）</a:t>
                </a:r>
                <a:endParaRPr lang="zh-CN" altLang="en-US" dirty="0"/>
              </a:p>
            </c:rich>
          </c:tx>
          <c:layout>
            <c:manualLayout>
              <c:xMode val="edge"/>
              <c:yMode val="edge"/>
              <c:x val="0.51624840900816749"/>
              <c:y val="0.8779826005879194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1401168"/>
        <c:crosses val="autoZero"/>
        <c:crossBetween val="midCat"/>
      </c:valAx>
      <c:valAx>
        <c:axId val="1371401168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dirty="0"/>
                  <a:t>計算散乱強度（</a:t>
                </a:r>
                <a:r>
                  <a:rPr lang="en-US" altLang="ja-JP" dirty="0"/>
                  <a:t>I/I0*</a:t>
                </a:r>
                <a:r>
                  <a:rPr lang="en-US" altLang="ja-JP" dirty="0" err="1"/>
                  <a:t>Att</a:t>
                </a:r>
                <a:r>
                  <a:rPr lang="ja-JP" altLang="en-US" dirty="0"/>
                  <a:t>）</a:t>
                </a:r>
                <a:endParaRPr lang="zh-CN" altLang="en-US" dirty="0"/>
              </a:p>
            </c:rich>
          </c:tx>
          <c:layout>
            <c:manualLayout>
              <c:xMode val="edge"/>
              <c:yMode val="edge"/>
              <c:x val="2.9448600665141145E-2"/>
              <c:y val="0.3192259675405743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71404048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7127069575213216"/>
          <c:y val="0.17503223262247888"/>
          <c:w val="0.19515361536949091"/>
          <c:h val="0.161142001876410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u="none" strike="noStrike" kern="1200" cap="all" spc="120" normalizeH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600" b="1" i="0" u="none" strike="noStrike" kern="1200" cap="all" spc="120" normalizeH="0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Si_RoughTEOS_omega.vs</a:t>
            </a:r>
            <a:r>
              <a:rPr lang="en-US" altLang="zh-CN" sz="1600" b="1" i="0" u="none" strike="noStrike" kern="1200" cap="all" spc="120" normalizeH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 90deg </a:t>
            </a:r>
            <a:r>
              <a:rPr lang="en-US" altLang="zh-CN" sz="1600" b="0" i="0" u="none" strike="noStrike" kern="1200" cap="all" spc="120" normalizeH="0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</a:rPr>
              <a:t>in Same X-L</a:t>
            </a:r>
            <a:endParaRPr lang="zh-CN" altLang="zh-CN" sz="1600" b="1" i="0" u="none" strike="noStrike" kern="1200" cap="all" spc="120" normalizeH="0" baseline="0" dirty="0">
              <a:solidFill>
                <a:sysClr val="windowText" lastClr="000000">
                  <a:lumMod val="65000"/>
                  <a:lumOff val="35000"/>
                </a:sysClr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ysClr val="windowText" lastClr="000000">
                    <a:lumMod val="65000"/>
                    <a:lumOff val="35000"/>
                  </a:sysClr>
                </a:solidFill>
              </a:defRPr>
            </a:pPr>
            <a:endParaRPr lang="zh-CN" altLang="en-US" dirty="0"/>
          </a:p>
        </c:rich>
      </c:tx>
      <c:layout>
        <c:manualLayout>
          <c:xMode val="edge"/>
          <c:yMode val="edge"/>
          <c:x val="0.16212341910032682"/>
          <c:y val="2.918642495710514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600" b="1" i="0" u="none" strike="noStrike" kern="1200" cap="all" spc="120" normalizeH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zh-CN" alt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4381585453992166"/>
          <c:y val="0.16883059877214779"/>
          <c:w val="0.82254712324383572"/>
          <c:h val="0.72956740731295222"/>
        </c:manualLayout>
      </c:layout>
      <c:scatterChart>
        <c:scatterStyle val="lineMarker"/>
        <c:varyColors val="0"/>
        <c:ser>
          <c:idx val="0"/>
          <c:order val="0"/>
          <c:tx>
            <c:strRef>
              <c:f>OMEGA!$A$1</c:f>
              <c:strCache>
                <c:ptCount val="1"/>
                <c:pt idx="0">
                  <c:v>Si_RoughTEOS_omega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/>
              </a:solidFill>
              <a:ln w="9525">
                <a:solidFill>
                  <a:schemeClr val="accent1"/>
                </a:solidFill>
                <a:round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OMEGA!$E$20:$E$220</c:f>
              <c:numCache>
                <c:formatCode>0.00E+00</c:formatCode>
                <c:ptCount val="201"/>
                <c:pt idx="0">
                  <c:v>1.3346413733257048</c:v>
                </c:pt>
                <c:pt idx="1">
                  <c:v>1.3307549189272052</c:v>
                </c:pt>
                <c:pt idx="2">
                  <c:v>1.3898562549403528</c:v>
                </c:pt>
                <c:pt idx="3">
                  <c:v>1.4244690722229554</c:v>
                </c:pt>
                <c:pt idx="4">
                  <c:v>1.4901298696992864</c:v>
                </c:pt>
                <c:pt idx="5">
                  <c:v>1.5423480767701299</c:v>
                </c:pt>
                <c:pt idx="6">
                  <c:v>1.6310700095472428</c:v>
                </c:pt>
                <c:pt idx="7">
                  <c:v>1.6757109390246516</c:v>
                </c:pt>
                <c:pt idx="8">
                  <c:v>1.7593970543840793</c:v>
                </c:pt>
                <c:pt idx="9">
                  <c:v>1.83127824467802</c:v>
                </c:pt>
                <c:pt idx="10">
                  <c:v>1.8706393947957793</c:v>
                </c:pt>
                <c:pt idx="11">
                  <c:v>1.977317180948797</c:v>
                </c:pt>
                <c:pt idx="12">
                  <c:v>2.0766724616883527</c:v>
                </c:pt>
                <c:pt idx="13">
                  <c:v>2.1121261691248865</c:v>
                </c:pt>
                <c:pt idx="14">
                  <c:v>2.2274467597679286</c:v>
                </c:pt>
                <c:pt idx="15">
                  <c:v>2.3074317486648845</c:v>
                </c:pt>
                <c:pt idx="16">
                  <c:v>2.4247826422634753</c:v>
                </c:pt>
                <c:pt idx="17">
                  <c:v>2.5452747020105035</c:v>
                </c:pt>
                <c:pt idx="18">
                  <c:v>2.6698690113519383</c:v>
                </c:pt>
                <c:pt idx="19">
                  <c:v>2.7841302327673541</c:v>
                </c:pt>
                <c:pt idx="20">
                  <c:v>2.9262501529584286</c:v>
                </c:pt>
                <c:pt idx="21">
                  <c:v>3.0665747567441213</c:v>
                </c:pt>
                <c:pt idx="22">
                  <c:v>3.1973778880516428</c:v>
                </c:pt>
                <c:pt idx="23">
                  <c:v>3.4243244677940274</c:v>
                </c:pt>
                <c:pt idx="24">
                  <c:v>3.5580751458670501</c:v>
                </c:pt>
                <c:pt idx="25">
                  <c:v>3.7147657052977521</c:v>
                </c:pt>
                <c:pt idx="26">
                  <c:v>3.9455149107882974</c:v>
                </c:pt>
                <c:pt idx="27">
                  <c:v>4.1699441621579751</c:v>
                </c:pt>
                <c:pt idx="28">
                  <c:v>4.3618982418005894</c:v>
                </c:pt>
                <c:pt idx="29">
                  <c:v>4.6328536583061535</c:v>
                </c:pt>
                <c:pt idx="30">
                  <c:v>4.8619096097548766</c:v>
                </c:pt>
                <c:pt idx="31">
                  <c:v>5.1673133380803327</c:v>
                </c:pt>
                <c:pt idx="32">
                  <c:v>5.3855830172328645</c:v>
                </c:pt>
                <c:pt idx="33">
                  <c:v>5.7583235290388064</c:v>
                </c:pt>
                <c:pt idx="34">
                  <c:v>6.1068195794351388</c:v>
                </c:pt>
                <c:pt idx="35">
                  <c:v>6.4462980693910596</c:v>
                </c:pt>
                <c:pt idx="36">
                  <c:v>6.8764162047972697</c:v>
                </c:pt>
                <c:pt idx="37">
                  <c:v>7.1660891642270776</c:v>
                </c:pt>
                <c:pt idx="38">
                  <c:v>7.6014087120189693</c:v>
                </c:pt>
                <c:pt idx="39">
                  <c:v>8.1140942291724105</c:v>
                </c:pt>
                <c:pt idx="40">
                  <c:v>8.5841032296065336</c:v>
                </c:pt>
                <c:pt idx="41">
                  <c:v>9.1274538710609505</c:v>
                </c:pt>
                <c:pt idx="42">
                  <c:v>9.6787155753881038</c:v>
                </c:pt>
                <c:pt idx="43">
                  <c:v>10.431215772060588</c:v>
                </c:pt>
                <c:pt idx="44">
                  <c:v>11.095094751325867</c:v>
                </c:pt>
                <c:pt idx="45">
                  <c:v>11.856577192228984</c:v>
                </c:pt>
                <c:pt idx="46">
                  <c:v>12.836140121833026</c:v>
                </c:pt>
                <c:pt idx="47">
                  <c:v>13.776109363172523</c:v>
                </c:pt>
                <c:pt idx="48">
                  <c:v>14.703474390909943</c:v>
                </c:pt>
                <c:pt idx="49">
                  <c:v>15.829417339407321</c:v>
                </c:pt>
                <c:pt idx="50">
                  <c:v>17.125571025195438</c:v>
                </c:pt>
                <c:pt idx="51">
                  <c:v>18.431886214090859</c:v>
                </c:pt>
                <c:pt idx="52">
                  <c:v>19.902607590308914</c:v>
                </c:pt>
                <c:pt idx="53">
                  <c:v>21.524907204860607</c:v>
                </c:pt>
                <c:pt idx="54">
                  <c:v>23.400776854629768</c:v>
                </c:pt>
                <c:pt idx="55">
                  <c:v>25.142386284406271</c:v>
                </c:pt>
                <c:pt idx="56">
                  <c:v>27.227312263631891</c:v>
                </c:pt>
                <c:pt idx="57">
                  <c:v>29.466082946789175</c:v>
                </c:pt>
                <c:pt idx="58">
                  <c:v>31.931613393689492</c:v>
                </c:pt>
                <c:pt idx="59">
                  <c:v>34.388525506246644</c:v>
                </c:pt>
                <c:pt idx="60">
                  <c:v>37.61580840516482</c:v>
                </c:pt>
                <c:pt idx="61">
                  <c:v>40.821822575453666</c:v>
                </c:pt>
                <c:pt idx="62">
                  <c:v>44.326735583018177</c:v>
                </c:pt>
                <c:pt idx="63">
                  <c:v>48.403836178556915</c:v>
                </c:pt>
                <c:pt idx="64">
                  <c:v>52.669114874671379</c:v>
                </c:pt>
                <c:pt idx="65">
                  <c:v>57.608223970689032</c:v>
                </c:pt>
                <c:pt idx="66">
                  <c:v>62.870267938218859</c:v>
                </c:pt>
                <c:pt idx="67">
                  <c:v>69.205871586798466</c:v>
                </c:pt>
                <c:pt idx="68">
                  <c:v>76.258321951625604</c:v>
                </c:pt>
                <c:pt idx="69">
                  <c:v>84.307937174121221</c:v>
                </c:pt>
                <c:pt idx="70">
                  <c:v>93.214378150479405</c:v>
                </c:pt>
                <c:pt idx="71">
                  <c:v>103.91322393239747</c:v>
                </c:pt>
                <c:pt idx="72">
                  <c:v>115.55097901547224</c:v>
                </c:pt>
                <c:pt idx="73">
                  <c:v>129.62984489085738</c:v>
                </c:pt>
                <c:pt idx="74">
                  <c:v>144.77578228135164</c:v>
                </c:pt>
                <c:pt idx="75">
                  <c:v>164.028245894447</c:v>
                </c:pt>
                <c:pt idx="76">
                  <c:v>184.92875372723657</c:v>
                </c:pt>
                <c:pt idx="77">
                  <c:v>208.41432950468206</c:v>
                </c:pt>
                <c:pt idx="78">
                  <c:v>236.33774248760361</c:v>
                </c:pt>
                <c:pt idx="79">
                  <c:v>268.55196728655449</c:v>
                </c:pt>
                <c:pt idx="80">
                  <c:v>305.20738687406146</c:v>
                </c:pt>
                <c:pt idx="81">
                  <c:v>348.83816431400447</c:v>
                </c:pt>
                <c:pt idx="82">
                  <c:v>399.6349573340317</c:v>
                </c:pt>
                <c:pt idx="83">
                  <c:v>460.55995852311787</c:v>
                </c:pt>
                <c:pt idx="84">
                  <c:v>533.96552365672756</c:v>
                </c:pt>
                <c:pt idx="85">
                  <c:v>624.94473014452433</c:v>
                </c:pt>
                <c:pt idx="86">
                  <c:v>768.15033303490304</c:v>
                </c:pt>
                <c:pt idx="87">
                  <c:v>915.41328120512117</c:v>
                </c:pt>
                <c:pt idx="88">
                  <c:v>1090.2063463359493</c:v>
                </c:pt>
                <c:pt idx="89">
                  <c:v>1327.3068035101505</c:v>
                </c:pt>
                <c:pt idx="90">
                  <c:v>1636.5759097146376</c:v>
                </c:pt>
                <c:pt idx="91">
                  <c:v>2036.418878483674</c:v>
                </c:pt>
                <c:pt idx="92">
                  <c:v>2558.920930944852</c:v>
                </c:pt>
                <c:pt idx="93">
                  <c:v>3263.8071811057057</c:v>
                </c:pt>
                <c:pt idx="94">
                  <c:v>4254.7117465186948</c:v>
                </c:pt>
                <c:pt idx="95">
                  <c:v>5602.5513131895159</c:v>
                </c:pt>
                <c:pt idx="96">
                  <c:v>7390.0752899747486</c:v>
                </c:pt>
                <c:pt idx="97">
                  <c:v>9596.2242336462114</c:v>
                </c:pt>
                <c:pt idx="98">
                  <c:v>11900.75087649251</c:v>
                </c:pt>
                <c:pt idx="99">
                  <c:v>13690.541602090849</c:v>
                </c:pt>
                <c:pt idx="100">
                  <c:v>14719.365772523828</c:v>
                </c:pt>
                <c:pt idx="101">
                  <c:v>14611.36737254523</c:v>
                </c:pt>
                <c:pt idx="102">
                  <c:v>13511.023148890125</c:v>
                </c:pt>
                <c:pt idx="103">
                  <c:v>11439.950249225247</c:v>
                </c:pt>
                <c:pt idx="104">
                  <c:v>9265.650166362122</c:v>
                </c:pt>
                <c:pt idx="105">
                  <c:v>7180.9472133402114</c:v>
                </c:pt>
                <c:pt idx="106">
                  <c:v>5455.1824232108438</c:v>
                </c:pt>
                <c:pt idx="107">
                  <c:v>4077.0170605566786</c:v>
                </c:pt>
                <c:pt idx="108">
                  <c:v>3088.4430487766872</c:v>
                </c:pt>
                <c:pt idx="109">
                  <c:v>2413.405701400407</c:v>
                </c:pt>
                <c:pt idx="110">
                  <c:v>1887.9689770634839</c:v>
                </c:pt>
                <c:pt idx="111">
                  <c:v>1502.6793989119133</c:v>
                </c:pt>
                <c:pt idx="112">
                  <c:v>1206.694783350033</c:v>
                </c:pt>
                <c:pt idx="113">
                  <c:v>980.37763570566653</c:v>
                </c:pt>
                <c:pt idx="114">
                  <c:v>800.30958949828596</c:v>
                </c:pt>
                <c:pt idx="115">
                  <c:v>670.18709083578506</c:v>
                </c:pt>
                <c:pt idx="116">
                  <c:v>555.88606302709616</c:v>
                </c:pt>
                <c:pt idx="117">
                  <c:v>466.74050260938668</c:v>
                </c:pt>
                <c:pt idx="118">
                  <c:v>403.20644423064488</c:v>
                </c:pt>
                <c:pt idx="119">
                  <c:v>343.35612719772644</c:v>
                </c:pt>
                <c:pt idx="120">
                  <c:v>301.70115056113116</c:v>
                </c:pt>
                <c:pt idx="121">
                  <c:v>247.19167147175222</c:v>
                </c:pt>
                <c:pt idx="122">
                  <c:v>216.64831842728429</c:v>
                </c:pt>
                <c:pt idx="123">
                  <c:v>189.68174867719773</c:v>
                </c:pt>
                <c:pt idx="124">
                  <c:v>166.73150384676245</c:v>
                </c:pt>
                <c:pt idx="125">
                  <c:v>147.19693801732151</c:v>
                </c:pt>
                <c:pt idx="126">
                  <c:v>130.4859556534619</c:v>
                </c:pt>
                <c:pt idx="127">
                  <c:v>115.81360160187302</c:v>
                </c:pt>
                <c:pt idx="128">
                  <c:v>103.49489439267755</c:v>
                </c:pt>
                <c:pt idx="129">
                  <c:v>92.465227943033113</c:v>
                </c:pt>
                <c:pt idx="130">
                  <c:v>83.137570719889382</c:v>
                </c:pt>
                <c:pt idx="131">
                  <c:v>75.076185667566889</c:v>
                </c:pt>
                <c:pt idx="132">
                  <c:v>67.420213320008386</c:v>
                </c:pt>
                <c:pt idx="133">
                  <c:v>60.827647879087387</c:v>
                </c:pt>
                <c:pt idx="134">
                  <c:v>55.142357681691188</c:v>
                </c:pt>
                <c:pt idx="135">
                  <c:v>49.842604158219999</c:v>
                </c:pt>
                <c:pt idx="136">
                  <c:v>45.008169048019667</c:v>
                </c:pt>
                <c:pt idx="137">
                  <c:v>40.992354551973676</c:v>
                </c:pt>
                <c:pt idx="138">
                  <c:v>37.504443374170741</c:v>
                </c:pt>
                <c:pt idx="139">
                  <c:v>34.560931328947447</c:v>
                </c:pt>
                <c:pt idx="140">
                  <c:v>31.306314576980412</c:v>
                </c:pt>
                <c:pt idx="141">
                  <c:v>28.843441150678991</c:v>
                </c:pt>
                <c:pt idx="142">
                  <c:v>26.716634025186774</c:v>
                </c:pt>
                <c:pt idx="143">
                  <c:v>24.510977279473014</c:v>
                </c:pt>
                <c:pt idx="144">
                  <c:v>22.711490823772298</c:v>
                </c:pt>
                <c:pt idx="145">
                  <c:v>21.214268536794407</c:v>
                </c:pt>
                <c:pt idx="146">
                  <c:v>19.545142159158484</c:v>
                </c:pt>
                <c:pt idx="147">
                  <c:v>18.21957838432364</c:v>
                </c:pt>
                <c:pt idx="148">
                  <c:v>17.048234764893312</c:v>
                </c:pt>
                <c:pt idx="149">
                  <c:v>15.818523991344934</c:v>
                </c:pt>
                <c:pt idx="150">
                  <c:v>14.752513640421203</c:v>
                </c:pt>
                <c:pt idx="151">
                  <c:v>13.548260008528697</c:v>
                </c:pt>
                <c:pt idx="152">
                  <c:v>12.721548451629832</c:v>
                </c:pt>
                <c:pt idx="153">
                  <c:v>11.890000615107157</c:v>
                </c:pt>
                <c:pt idx="154">
                  <c:v>11.090508516444308</c:v>
                </c:pt>
                <c:pt idx="155">
                  <c:v>10.331698029405183</c:v>
                </c:pt>
                <c:pt idx="156">
                  <c:v>9.7768860071826147</c:v>
                </c:pt>
                <c:pt idx="157">
                  <c:v>9.0968775888119904</c:v>
                </c:pt>
                <c:pt idx="158">
                  <c:v>8.5867691063318361</c:v>
                </c:pt>
                <c:pt idx="159">
                  <c:v>8.0859148512633201</c:v>
                </c:pt>
                <c:pt idx="160">
                  <c:v>7.5469077049344007</c:v>
                </c:pt>
                <c:pt idx="161">
                  <c:v>7.2111259854662508</c:v>
                </c:pt>
                <c:pt idx="162">
                  <c:v>6.6822151248326085</c:v>
                </c:pt>
                <c:pt idx="163">
                  <c:v>6.3748686872667246</c:v>
                </c:pt>
                <c:pt idx="164">
                  <c:v>5.9880985609729045</c:v>
                </c:pt>
                <c:pt idx="165">
                  <c:v>5.7006798057565451</c:v>
                </c:pt>
                <c:pt idx="166">
                  <c:v>5.3857363751463652</c:v>
                </c:pt>
                <c:pt idx="167">
                  <c:v>5.1095060805273382</c:v>
                </c:pt>
                <c:pt idx="168">
                  <c:v>4.7264529415689225</c:v>
                </c:pt>
                <c:pt idx="169">
                  <c:v>4.5707979159098606</c:v>
                </c:pt>
                <c:pt idx="170">
                  <c:v>4.3278520083224228</c:v>
                </c:pt>
                <c:pt idx="171">
                  <c:v>4.1068714544263516</c:v>
                </c:pt>
                <c:pt idx="172">
                  <c:v>3.975185963062132</c:v>
                </c:pt>
                <c:pt idx="173">
                  <c:v>3.7590821722325574</c:v>
                </c:pt>
                <c:pt idx="174">
                  <c:v>3.5749956961327261</c:v>
                </c:pt>
                <c:pt idx="175">
                  <c:v>3.4694636861112702</c:v>
                </c:pt>
                <c:pt idx="176">
                  <c:v>3.3181226868110825</c:v>
                </c:pt>
                <c:pt idx="177">
                  <c:v>3.1683624368380121</c:v>
                </c:pt>
                <c:pt idx="178">
                  <c:v>3.0073991530361734</c:v>
                </c:pt>
                <c:pt idx="179">
                  <c:v>2.880966604335045</c:v>
                </c:pt>
                <c:pt idx="180">
                  <c:v>2.7600447740596681</c:v>
                </c:pt>
                <c:pt idx="181">
                  <c:v>2.6524818597882467</c:v>
                </c:pt>
                <c:pt idx="182">
                  <c:v>2.5470263731308052</c:v>
                </c:pt>
                <c:pt idx="183">
                  <c:v>2.4549980146907693</c:v>
                </c:pt>
                <c:pt idx="184">
                  <c:v>2.322051506742572</c:v>
                </c:pt>
                <c:pt idx="185">
                  <c:v>2.2632890464685533</c:v>
                </c:pt>
                <c:pt idx="186">
                  <c:v>2.157494790421655</c:v>
                </c:pt>
                <c:pt idx="187">
                  <c:v>2.0587196908022887</c:v>
                </c:pt>
                <c:pt idx="188">
                  <c:v>1.9782178960765227</c:v>
                </c:pt>
                <c:pt idx="189">
                  <c:v>1.8722167947414996</c:v>
                </c:pt>
                <c:pt idx="190">
                  <c:v>1.8285854464749198</c:v>
                </c:pt>
                <c:pt idx="191">
                  <c:v>1.7826779593517725</c:v>
                </c:pt>
                <c:pt idx="192">
                  <c:v>1.6519592637444136</c:v>
                </c:pt>
                <c:pt idx="193">
                  <c:v>1.6197722861951207</c:v>
                </c:pt>
                <c:pt idx="194">
                  <c:v>1.5542836866556569</c:v>
                </c:pt>
                <c:pt idx="195">
                  <c:v>1.4762615533501515</c:v>
                </c:pt>
                <c:pt idx="196">
                  <c:v>1.4003983020547039</c:v>
                </c:pt>
                <c:pt idx="197">
                  <c:v>1.3431356217750174</c:v>
                </c:pt>
                <c:pt idx="198">
                  <c:v>1.3377703868736539</c:v>
                </c:pt>
                <c:pt idx="199">
                  <c:v>1.2702656284473872</c:v>
                </c:pt>
                <c:pt idx="200">
                  <c:v>1.1900731119648071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5E1-4091-ABFB-A42DEE8A7A55}"/>
            </c:ext>
          </c:extLst>
        </c:ser>
        <c:ser>
          <c:idx val="1"/>
          <c:order val="1"/>
          <c:tx>
            <c:strRef>
              <c:f>OMEGA!$R$1</c:f>
              <c:strCache>
                <c:ptCount val="1"/>
                <c:pt idx="0">
                  <c:v>Si_RoughTEOS_omega_90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accent2">
                  <a:alpha val="39000"/>
                </a:schemeClr>
              </a:solidFill>
              <a:ln w="9525">
                <a:solidFill>
                  <a:schemeClr val="accent2"/>
                </a:solidFill>
                <a:round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OMEGA!$V$20:$V$220</c:f>
              <c:numCache>
                <c:formatCode>0.00E+00</c:formatCode>
                <c:ptCount val="201"/>
                <c:pt idx="0">
                  <c:v>2.7545381848502912</c:v>
                </c:pt>
                <c:pt idx="1">
                  <c:v>2.8128607858624473</c:v>
                </c:pt>
                <c:pt idx="2">
                  <c:v>2.9780773624242016</c:v>
                </c:pt>
                <c:pt idx="3">
                  <c:v>3.0649709279906037</c:v>
                </c:pt>
                <c:pt idx="4">
                  <c:v>3.2303323076173669</c:v>
                </c:pt>
                <c:pt idx="5">
                  <c:v>3.3336427708438081</c:v>
                </c:pt>
                <c:pt idx="6">
                  <c:v>3.523030607896676</c:v>
                </c:pt>
                <c:pt idx="7">
                  <c:v>3.6536649776582921</c:v>
                </c:pt>
                <c:pt idx="8">
                  <c:v>3.8505526471415332</c:v>
                </c:pt>
                <c:pt idx="9">
                  <c:v>3.9438076226920034</c:v>
                </c:pt>
                <c:pt idx="10">
                  <c:v>4.2030903456724218</c:v>
                </c:pt>
                <c:pt idx="11">
                  <c:v>4.3318472872198095</c:v>
                </c:pt>
                <c:pt idx="12">
                  <c:v>4.5971135298538508</c:v>
                </c:pt>
                <c:pt idx="13">
                  <c:v>4.8303272574485936</c:v>
                </c:pt>
                <c:pt idx="14">
                  <c:v>5.0029436343413467</c:v>
                </c:pt>
                <c:pt idx="15">
                  <c:v>5.2979531129175603</c:v>
                </c:pt>
                <c:pt idx="16">
                  <c:v>5.4871163470822495</c:v>
                </c:pt>
                <c:pt idx="17">
                  <c:v>5.7868151329474911</c:v>
                </c:pt>
                <c:pt idx="18">
                  <c:v>6.0980413901163324</c:v>
                </c:pt>
                <c:pt idx="19">
                  <c:v>6.4043656392840349</c:v>
                </c:pt>
                <c:pt idx="20">
                  <c:v>6.7304419338972812</c:v>
                </c:pt>
                <c:pt idx="21">
                  <c:v>7.0624617051536767</c:v>
                </c:pt>
                <c:pt idx="22">
                  <c:v>7.4717550260849066</c:v>
                </c:pt>
                <c:pt idx="23">
                  <c:v>7.8798254941418451</c:v>
                </c:pt>
                <c:pt idx="24">
                  <c:v>8.2540018316964545</c:v>
                </c:pt>
                <c:pt idx="25">
                  <c:v>8.6155619177186527</c:v>
                </c:pt>
                <c:pt idx="26">
                  <c:v>9.1449186956635593</c:v>
                </c:pt>
                <c:pt idx="27">
                  <c:v>9.7025424088417989</c:v>
                </c:pt>
                <c:pt idx="28">
                  <c:v>10.101795049717156</c:v>
                </c:pt>
                <c:pt idx="29">
                  <c:v>10.812411525256339</c:v>
                </c:pt>
                <c:pt idx="30">
                  <c:v>11.414574446612294</c:v>
                </c:pt>
                <c:pt idx="31">
                  <c:v>12.095135730052549</c:v>
                </c:pt>
                <c:pt idx="32">
                  <c:v>12.723703625860679</c:v>
                </c:pt>
                <c:pt idx="33">
                  <c:v>13.550596729532858</c:v>
                </c:pt>
                <c:pt idx="34">
                  <c:v>14.417127895394071</c:v>
                </c:pt>
                <c:pt idx="35">
                  <c:v>15.223356675269002</c:v>
                </c:pt>
                <c:pt idx="36">
                  <c:v>16.078473660714042</c:v>
                </c:pt>
                <c:pt idx="37">
                  <c:v>17.090905553644575</c:v>
                </c:pt>
                <c:pt idx="38">
                  <c:v>18.191865768703604</c:v>
                </c:pt>
                <c:pt idx="39">
                  <c:v>19.399527468362407</c:v>
                </c:pt>
                <c:pt idx="40">
                  <c:v>20.598633613405383</c:v>
                </c:pt>
                <c:pt idx="41">
                  <c:v>22.196093695551525</c:v>
                </c:pt>
                <c:pt idx="42">
                  <c:v>23.554071822713116</c:v>
                </c:pt>
                <c:pt idx="43">
                  <c:v>25.128022422926147</c:v>
                </c:pt>
                <c:pt idx="44">
                  <c:v>26.786619096446753</c:v>
                </c:pt>
                <c:pt idx="45">
                  <c:v>28.921889560477386</c:v>
                </c:pt>
                <c:pt idx="46">
                  <c:v>30.904986885981007</c:v>
                </c:pt>
                <c:pt idx="47">
                  <c:v>32.908564776934384</c:v>
                </c:pt>
                <c:pt idx="48">
                  <c:v>35.369472949632168</c:v>
                </c:pt>
                <c:pt idx="49">
                  <c:v>37.885257790558647</c:v>
                </c:pt>
                <c:pt idx="50">
                  <c:v>40.597227304082338</c:v>
                </c:pt>
                <c:pt idx="51">
                  <c:v>43.452404997986022</c:v>
                </c:pt>
                <c:pt idx="52">
                  <c:v>46.911539527811577</c:v>
                </c:pt>
                <c:pt idx="53">
                  <c:v>50.132750478442226</c:v>
                </c:pt>
                <c:pt idx="54">
                  <c:v>53.914696245077714</c:v>
                </c:pt>
                <c:pt idx="55">
                  <c:v>57.918365829170646</c:v>
                </c:pt>
                <c:pt idx="56">
                  <c:v>62.309429242555844</c:v>
                </c:pt>
                <c:pt idx="57">
                  <c:v>67.464201435727148</c:v>
                </c:pt>
                <c:pt idx="58">
                  <c:v>72.962554826903215</c:v>
                </c:pt>
                <c:pt idx="59">
                  <c:v>79.091720471835032</c:v>
                </c:pt>
                <c:pt idx="60">
                  <c:v>85.939438190189335</c:v>
                </c:pt>
                <c:pt idx="61">
                  <c:v>93.577549893318306</c:v>
                </c:pt>
                <c:pt idx="62">
                  <c:v>101.33638921975016</c:v>
                </c:pt>
                <c:pt idx="63">
                  <c:v>111.00647727473913</c:v>
                </c:pt>
                <c:pt idx="64">
                  <c:v>121.06808150465305</c:v>
                </c:pt>
                <c:pt idx="65">
                  <c:v>132.46686684166676</c:v>
                </c:pt>
                <c:pt idx="66">
                  <c:v>144.83607208755188</c:v>
                </c:pt>
                <c:pt idx="67">
                  <c:v>159.28486183057962</c:v>
                </c:pt>
                <c:pt idx="68">
                  <c:v>174.32392247106793</c:v>
                </c:pt>
                <c:pt idx="69">
                  <c:v>191.54606787130399</c:v>
                </c:pt>
                <c:pt idx="70">
                  <c:v>211.0077715576256</c:v>
                </c:pt>
                <c:pt idx="71">
                  <c:v>233.0030618411962</c:v>
                </c:pt>
                <c:pt idx="72">
                  <c:v>257.77257136141009</c:v>
                </c:pt>
                <c:pt idx="73">
                  <c:v>287.14640102974499</c:v>
                </c:pt>
                <c:pt idx="74">
                  <c:v>319.82066305926122</c:v>
                </c:pt>
                <c:pt idx="75">
                  <c:v>358.38871084049453</c:v>
                </c:pt>
                <c:pt idx="76">
                  <c:v>403.27447315282853</c:v>
                </c:pt>
                <c:pt idx="77">
                  <c:v>456.71746068501602</c:v>
                </c:pt>
                <c:pt idx="78">
                  <c:v>519.11122689805939</c:v>
                </c:pt>
                <c:pt idx="79">
                  <c:v>619.01345118724294</c:v>
                </c:pt>
                <c:pt idx="80">
                  <c:v>700.41593410981011</c:v>
                </c:pt>
                <c:pt idx="81">
                  <c:v>813.05027332382269</c:v>
                </c:pt>
                <c:pt idx="82">
                  <c:v>942.86436137603766</c:v>
                </c:pt>
                <c:pt idx="83">
                  <c:v>1124.8541388437579</c:v>
                </c:pt>
                <c:pt idx="84">
                  <c:v>1343.5417305243168</c:v>
                </c:pt>
                <c:pt idx="85">
                  <c:v>1671.8998694156762</c:v>
                </c:pt>
                <c:pt idx="86">
                  <c:v>2093.0803219921504</c:v>
                </c:pt>
                <c:pt idx="87">
                  <c:v>2636.9716986741796</c:v>
                </c:pt>
                <c:pt idx="88">
                  <c:v>3285.4172883884844</c:v>
                </c:pt>
                <c:pt idx="89">
                  <c:v>4057.1525923601994</c:v>
                </c:pt>
                <c:pt idx="90">
                  <c:v>4867.1887702399008</c:v>
                </c:pt>
                <c:pt idx="91">
                  <c:v>5677.2272951780515</c:v>
                </c:pt>
                <c:pt idx="92">
                  <c:v>6477.205636580592</c:v>
                </c:pt>
                <c:pt idx="93">
                  <c:v>7227.7253989949404</c:v>
                </c:pt>
                <c:pt idx="94">
                  <c:v>7982.9768591373486</c:v>
                </c:pt>
                <c:pt idx="95">
                  <c:v>8698.8604460729875</c:v>
                </c:pt>
                <c:pt idx="96">
                  <c:v>9398.7035911550156</c:v>
                </c:pt>
                <c:pt idx="97">
                  <c:v>10013.12436964128</c:v>
                </c:pt>
                <c:pt idx="98">
                  <c:v>10453.972991970066</c:v>
                </c:pt>
                <c:pt idx="99">
                  <c:v>10597.792496793154</c:v>
                </c:pt>
                <c:pt idx="100">
                  <c:v>10522.185612214087</c:v>
                </c:pt>
                <c:pt idx="101">
                  <c:v>10199.05304709568</c:v>
                </c:pt>
                <c:pt idx="102">
                  <c:v>9697.4725646781844</c:v>
                </c:pt>
                <c:pt idx="103">
                  <c:v>9019.5235239378344</c:v>
                </c:pt>
                <c:pt idx="104">
                  <c:v>8228.284367881146</c:v>
                </c:pt>
                <c:pt idx="105">
                  <c:v>7246.8538253972856</c:v>
                </c:pt>
                <c:pt idx="106">
                  <c:v>6185.3569138648145</c:v>
                </c:pt>
                <c:pt idx="107">
                  <c:v>5127.772108675842</c:v>
                </c:pt>
                <c:pt idx="108">
                  <c:v>4169.8557586003481</c:v>
                </c:pt>
                <c:pt idx="109">
                  <c:v>3364.2116256915879</c:v>
                </c:pt>
                <c:pt idx="110">
                  <c:v>2713.1460398976328</c:v>
                </c:pt>
                <c:pt idx="111">
                  <c:v>2213.0932344374769</c:v>
                </c:pt>
                <c:pt idx="112">
                  <c:v>1805.0644331621463</c:v>
                </c:pt>
                <c:pt idx="113">
                  <c:v>1512.5093418347783</c:v>
                </c:pt>
                <c:pt idx="114">
                  <c:v>1255.3696514359265</c:v>
                </c:pt>
                <c:pt idx="115">
                  <c:v>1060.7015148790283</c:v>
                </c:pt>
                <c:pt idx="116">
                  <c:v>899.4902405734955</c:v>
                </c:pt>
                <c:pt idx="117">
                  <c:v>770.59026101780978</c:v>
                </c:pt>
                <c:pt idx="118">
                  <c:v>664.62164293857938</c:v>
                </c:pt>
                <c:pt idx="119">
                  <c:v>579.66282146885317</c:v>
                </c:pt>
                <c:pt idx="120">
                  <c:v>512.95270822002749</c:v>
                </c:pt>
                <c:pt idx="121">
                  <c:v>455.69823345196318</c:v>
                </c:pt>
                <c:pt idx="122">
                  <c:v>398.75387444792136</c:v>
                </c:pt>
                <c:pt idx="123">
                  <c:v>355.91012298061759</c:v>
                </c:pt>
                <c:pt idx="124">
                  <c:v>317.93263663704221</c:v>
                </c:pt>
                <c:pt idx="125">
                  <c:v>285.92148210680489</c:v>
                </c:pt>
                <c:pt idx="126">
                  <c:v>255.28714566694788</c:v>
                </c:pt>
                <c:pt idx="127">
                  <c:v>223.8232538612331</c:v>
                </c:pt>
                <c:pt idx="128">
                  <c:v>202.50358481922299</c:v>
                </c:pt>
                <c:pt idx="129">
                  <c:v>183.84515005502467</c:v>
                </c:pt>
                <c:pt idx="130">
                  <c:v>167.29746644471609</c:v>
                </c:pt>
                <c:pt idx="131">
                  <c:v>153.0218285755976</c:v>
                </c:pt>
                <c:pt idx="132">
                  <c:v>140.06450383416671</c:v>
                </c:pt>
                <c:pt idx="133">
                  <c:v>128.91876340445691</c:v>
                </c:pt>
                <c:pt idx="134">
                  <c:v>118.54725757124874</c:v>
                </c:pt>
                <c:pt idx="135">
                  <c:v>109.14827628708053</c:v>
                </c:pt>
                <c:pt idx="136">
                  <c:v>100.88640395748698</c:v>
                </c:pt>
                <c:pt idx="137">
                  <c:v>92.119669175340121</c:v>
                </c:pt>
                <c:pt idx="138">
                  <c:v>84.596370570769366</c:v>
                </c:pt>
                <c:pt idx="139">
                  <c:v>77.634709902268952</c:v>
                </c:pt>
                <c:pt idx="140">
                  <c:v>70.932751240874225</c:v>
                </c:pt>
                <c:pt idx="141">
                  <c:v>65.52799510669</c:v>
                </c:pt>
                <c:pt idx="142">
                  <c:v>60.244021481714825</c:v>
                </c:pt>
                <c:pt idx="143">
                  <c:v>56.005327419770403</c:v>
                </c:pt>
                <c:pt idx="144">
                  <c:v>51.58972514273637</c:v>
                </c:pt>
                <c:pt idx="145">
                  <c:v>48.220331813695537</c:v>
                </c:pt>
                <c:pt idx="146">
                  <c:v>44.806630924870213</c:v>
                </c:pt>
                <c:pt idx="147">
                  <c:v>41.754012410855331</c:v>
                </c:pt>
                <c:pt idx="148">
                  <c:v>38.692409641936244</c:v>
                </c:pt>
                <c:pt idx="149">
                  <c:v>36.14261083718538</c:v>
                </c:pt>
                <c:pt idx="150">
                  <c:v>33.624264266371597</c:v>
                </c:pt>
                <c:pt idx="151">
                  <c:v>31.201702358109927</c:v>
                </c:pt>
                <c:pt idx="152">
                  <c:v>28.998805103683519</c:v>
                </c:pt>
                <c:pt idx="153">
                  <c:v>27.07800695674301</c:v>
                </c:pt>
                <c:pt idx="154">
                  <c:v>25.349080042975256</c:v>
                </c:pt>
                <c:pt idx="155">
                  <c:v>23.673525083578546</c:v>
                </c:pt>
                <c:pt idx="156">
                  <c:v>22.132481270276937</c:v>
                </c:pt>
                <c:pt idx="157">
                  <c:v>20.598402395542767</c:v>
                </c:pt>
                <c:pt idx="158">
                  <c:v>19.343097187534561</c:v>
                </c:pt>
                <c:pt idx="159">
                  <c:v>17.972493976042134</c:v>
                </c:pt>
                <c:pt idx="160">
                  <c:v>17.072137021366686</c:v>
                </c:pt>
                <c:pt idx="161">
                  <c:v>15.962872102698229</c:v>
                </c:pt>
                <c:pt idx="162">
                  <c:v>14.852143187439058</c:v>
                </c:pt>
                <c:pt idx="163">
                  <c:v>14.088056422048998</c:v>
                </c:pt>
                <c:pt idx="164">
                  <c:v>13.18122372929073</c:v>
                </c:pt>
                <c:pt idx="165">
                  <c:v>12.440855468430559</c:v>
                </c:pt>
                <c:pt idx="166">
                  <c:v>11.652309170659821</c:v>
                </c:pt>
                <c:pt idx="167">
                  <c:v>11.084407243193967</c:v>
                </c:pt>
                <c:pt idx="168">
                  <c:v>10.643654437055888</c:v>
                </c:pt>
                <c:pt idx="169">
                  <c:v>9.949876229854695</c:v>
                </c:pt>
                <c:pt idx="170">
                  <c:v>9.4116557376917722</c:v>
                </c:pt>
                <c:pt idx="171">
                  <c:v>8.8648205537597313</c:v>
                </c:pt>
                <c:pt idx="172">
                  <c:v>8.3918252481759978</c:v>
                </c:pt>
                <c:pt idx="173">
                  <c:v>7.9269777595429831</c:v>
                </c:pt>
                <c:pt idx="174">
                  <c:v>7.4968764058678481</c:v>
                </c:pt>
                <c:pt idx="175">
                  <c:v>7.068097647138937</c:v>
                </c:pt>
                <c:pt idx="176">
                  <c:v>6.7014349570628831</c:v>
                </c:pt>
                <c:pt idx="177">
                  <c:v>6.3983266523703</c:v>
                </c:pt>
                <c:pt idx="178">
                  <c:v>6.1129702245050055</c:v>
                </c:pt>
                <c:pt idx="179">
                  <c:v>5.7432833961010878</c:v>
                </c:pt>
                <c:pt idx="180">
                  <c:v>5.4503743788520662</c:v>
                </c:pt>
                <c:pt idx="181">
                  <c:v>5.2382132745727192</c:v>
                </c:pt>
                <c:pt idx="182">
                  <c:v>5.0338320749923149</c:v>
                </c:pt>
                <c:pt idx="183">
                  <c:v>4.6815228127206847</c:v>
                </c:pt>
                <c:pt idx="184">
                  <c:v>4.4477555792490451</c:v>
                </c:pt>
                <c:pt idx="185">
                  <c:v>4.2544837599922225</c:v>
                </c:pt>
                <c:pt idx="186">
                  <c:v>4.0745578080931706</c:v>
                </c:pt>
                <c:pt idx="187">
                  <c:v>3.8562366277334905</c:v>
                </c:pt>
                <c:pt idx="188">
                  <c:v>3.7388261536435698</c:v>
                </c:pt>
                <c:pt idx="189">
                  <c:v>3.5318400173393107</c:v>
                </c:pt>
                <c:pt idx="190">
                  <c:v>3.4138955791759198</c:v>
                </c:pt>
                <c:pt idx="191">
                  <c:v>3.19624055825392</c:v>
                </c:pt>
                <c:pt idx="192">
                  <c:v>3.045240907301034</c:v>
                </c:pt>
                <c:pt idx="193">
                  <c:v>2.9259521835408004</c:v>
                </c:pt>
                <c:pt idx="194">
                  <c:v>2.8309285257220855</c:v>
                </c:pt>
                <c:pt idx="195">
                  <c:v>2.6892624006266286</c:v>
                </c:pt>
                <c:pt idx="196">
                  <c:v>2.5739805215625702</c:v>
                </c:pt>
                <c:pt idx="197">
                  <c:v>2.4721866441881319</c:v>
                </c:pt>
                <c:pt idx="198">
                  <c:v>2.33393486768778</c:v>
                </c:pt>
                <c:pt idx="199">
                  <c:v>2.2371219009483361</c:v>
                </c:pt>
                <c:pt idx="200">
                  <c:v>2.204376938853716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E1-4091-ABFB-A42DEE8A7A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14715839"/>
        <c:axId val="714716319"/>
      </c:scatterChart>
      <c:valAx>
        <c:axId val="7147158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9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角度（</a:t>
                </a:r>
                <a:r>
                  <a:rPr lang="en-US" altLang="ja-JP" sz="9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9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9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4716319"/>
        <c:crosses val="autoZero"/>
        <c:crossBetween val="midCat"/>
      </c:valAx>
      <c:valAx>
        <c:axId val="714716319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/>
                  <a:t>計算散乱強度（</a:t>
                </a:r>
                <a:r>
                  <a:rPr lang="en-US" altLang="ja-JP"/>
                  <a:t>I/I0*Att</a:t>
                </a:r>
                <a:r>
                  <a:rPr lang="ja-JP" altLang="en-US"/>
                  <a:t>）</a:t>
                </a:r>
                <a:endParaRPr lang="zh-CN" alt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14715839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legend>
      <c:legendPos val="r"/>
      <c:layout>
        <c:manualLayout>
          <c:xMode val="edge"/>
          <c:yMode val="edge"/>
          <c:x val="0.65488975356679635"/>
          <c:y val="0.17113328445280371"/>
          <c:w val="0.29064014941770178"/>
          <c:h val="0.1720654149000605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Si_Thermo_2thome.VS.</a:t>
            </a:r>
            <a:r>
              <a:rPr lang="en-US" altLang="zh-CN"/>
              <a:t>Si_Thermo_2thome_2</a:t>
            </a:r>
            <a:endParaRPr lang="zh-CN" altLang="en-US"/>
          </a:p>
        </c:rich>
      </c:tx>
      <c:layout>
        <c:manualLayout>
          <c:xMode val="edge"/>
          <c:yMode val="edge"/>
          <c:x val="0.28058152341742937"/>
          <c:y val="1.5788247201205716E-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400" b="0" i="0" u="none" strike="noStrike" kern="1200" spc="0" baseline="0">
              <a:solidFill>
                <a:sysClr val="windowText" lastClr="000000">
                  <a:lumMod val="65000"/>
                  <a:lumOff val="35000"/>
                </a:sys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960669869641659"/>
          <c:y val="7.3494405628797388E-2"/>
          <c:w val="0.77410049350362764"/>
          <c:h val="0.79592208189756797"/>
        </c:manualLayout>
      </c:layout>
      <c:scatterChart>
        <c:scatterStyle val="lineMarker"/>
        <c:varyColors val="0"/>
        <c:ser>
          <c:idx val="0"/>
          <c:order val="0"/>
          <c:tx>
            <c:strRef>
              <c:f>'2thome'!$A$1</c:f>
              <c:strCache>
                <c:ptCount val="1"/>
                <c:pt idx="0">
                  <c:v>Si_Thermo_2θ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'2thome'!$A$20:$A$220</c:f>
              <c:numCache>
                <c:formatCode>General</c:formatCode>
                <c:ptCount val="201"/>
                <c:pt idx="0">
                  <c:v>68.588899999999995</c:v>
                </c:pt>
                <c:pt idx="1">
                  <c:v>68.5989</c:v>
                </c:pt>
                <c:pt idx="2">
                  <c:v>68.608900000000006</c:v>
                </c:pt>
                <c:pt idx="3">
                  <c:v>68.618899999999996</c:v>
                </c:pt>
                <c:pt idx="4">
                  <c:v>68.628900000000002</c:v>
                </c:pt>
                <c:pt idx="5">
                  <c:v>68.638900000000007</c:v>
                </c:pt>
                <c:pt idx="6">
                  <c:v>68.648899999999998</c:v>
                </c:pt>
                <c:pt idx="7">
                  <c:v>68.658900000000003</c:v>
                </c:pt>
                <c:pt idx="8">
                  <c:v>68.668899999999994</c:v>
                </c:pt>
                <c:pt idx="9">
                  <c:v>68.678899999999999</c:v>
                </c:pt>
                <c:pt idx="10">
                  <c:v>68.688900000000004</c:v>
                </c:pt>
                <c:pt idx="11">
                  <c:v>68.698899999999995</c:v>
                </c:pt>
                <c:pt idx="12">
                  <c:v>68.7089</c:v>
                </c:pt>
                <c:pt idx="13">
                  <c:v>68.718900000000005</c:v>
                </c:pt>
                <c:pt idx="14">
                  <c:v>68.728899999999996</c:v>
                </c:pt>
                <c:pt idx="15">
                  <c:v>68.738900000000001</c:v>
                </c:pt>
                <c:pt idx="16">
                  <c:v>68.748900000000006</c:v>
                </c:pt>
                <c:pt idx="17">
                  <c:v>68.758899999999997</c:v>
                </c:pt>
                <c:pt idx="18">
                  <c:v>68.768900000000002</c:v>
                </c:pt>
                <c:pt idx="19">
                  <c:v>68.778899999999993</c:v>
                </c:pt>
                <c:pt idx="20">
                  <c:v>68.788899999999998</c:v>
                </c:pt>
                <c:pt idx="21">
                  <c:v>68.798900000000003</c:v>
                </c:pt>
                <c:pt idx="22">
                  <c:v>68.808899999999994</c:v>
                </c:pt>
                <c:pt idx="23">
                  <c:v>68.818899999999999</c:v>
                </c:pt>
                <c:pt idx="24">
                  <c:v>68.828900000000004</c:v>
                </c:pt>
                <c:pt idx="25">
                  <c:v>68.838899999999995</c:v>
                </c:pt>
                <c:pt idx="26">
                  <c:v>68.8489</c:v>
                </c:pt>
                <c:pt idx="27">
                  <c:v>68.858900000000006</c:v>
                </c:pt>
                <c:pt idx="28">
                  <c:v>68.868899999999996</c:v>
                </c:pt>
                <c:pt idx="29">
                  <c:v>68.878900000000002</c:v>
                </c:pt>
                <c:pt idx="30">
                  <c:v>68.888900000000007</c:v>
                </c:pt>
                <c:pt idx="31">
                  <c:v>68.898899999999998</c:v>
                </c:pt>
                <c:pt idx="32">
                  <c:v>68.908900000000003</c:v>
                </c:pt>
                <c:pt idx="33">
                  <c:v>68.918899999999994</c:v>
                </c:pt>
                <c:pt idx="34">
                  <c:v>68.928899999999999</c:v>
                </c:pt>
                <c:pt idx="35">
                  <c:v>68.938900000000004</c:v>
                </c:pt>
                <c:pt idx="36">
                  <c:v>68.948899999999995</c:v>
                </c:pt>
                <c:pt idx="37">
                  <c:v>68.9589</c:v>
                </c:pt>
                <c:pt idx="38">
                  <c:v>68.968900000000005</c:v>
                </c:pt>
                <c:pt idx="39">
                  <c:v>68.978899999999996</c:v>
                </c:pt>
                <c:pt idx="40">
                  <c:v>68.988900000000001</c:v>
                </c:pt>
                <c:pt idx="41">
                  <c:v>68.998900000000006</c:v>
                </c:pt>
                <c:pt idx="42">
                  <c:v>69.008899999999997</c:v>
                </c:pt>
                <c:pt idx="43">
                  <c:v>69.018900000000002</c:v>
                </c:pt>
                <c:pt idx="44">
                  <c:v>69.028899999999993</c:v>
                </c:pt>
                <c:pt idx="45">
                  <c:v>69.038899999999998</c:v>
                </c:pt>
                <c:pt idx="46">
                  <c:v>69.048900000000003</c:v>
                </c:pt>
                <c:pt idx="47">
                  <c:v>69.058899999999994</c:v>
                </c:pt>
                <c:pt idx="48">
                  <c:v>69.068899999999999</c:v>
                </c:pt>
                <c:pt idx="49">
                  <c:v>69.078900000000004</c:v>
                </c:pt>
                <c:pt idx="50">
                  <c:v>69.088899999999995</c:v>
                </c:pt>
                <c:pt idx="51">
                  <c:v>69.0989</c:v>
                </c:pt>
                <c:pt idx="52">
                  <c:v>69.108900000000006</c:v>
                </c:pt>
                <c:pt idx="53">
                  <c:v>69.118899999999996</c:v>
                </c:pt>
                <c:pt idx="54">
                  <c:v>69.128900000000002</c:v>
                </c:pt>
                <c:pt idx="55">
                  <c:v>69.138900000000007</c:v>
                </c:pt>
                <c:pt idx="56">
                  <c:v>69.148899999999998</c:v>
                </c:pt>
                <c:pt idx="57">
                  <c:v>69.158900000000003</c:v>
                </c:pt>
                <c:pt idx="58">
                  <c:v>69.168899999999994</c:v>
                </c:pt>
                <c:pt idx="59">
                  <c:v>69.178899999999999</c:v>
                </c:pt>
                <c:pt idx="60">
                  <c:v>69.188900000000004</c:v>
                </c:pt>
                <c:pt idx="61">
                  <c:v>69.198899999999995</c:v>
                </c:pt>
                <c:pt idx="62">
                  <c:v>69.2089</c:v>
                </c:pt>
                <c:pt idx="63">
                  <c:v>69.218900000000005</c:v>
                </c:pt>
                <c:pt idx="64">
                  <c:v>69.228899999999996</c:v>
                </c:pt>
                <c:pt idx="65">
                  <c:v>69.238900000000001</c:v>
                </c:pt>
                <c:pt idx="66">
                  <c:v>69.248900000000006</c:v>
                </c:pt>
                <c:pt idx="67">
                  <c:v>69.258899999999997</c:v>
                </c:pt>
                <c:pt idx="68">
                  <c:v>69.268900000000002</c:v>
                </c:pt>
                <c:pt idx="69">
                  <c:v>69.278899999999993</c:v>
                </c:pt>
                <c:pt idx="70">
                  <c:v>69.288899999999998</c:v>
                </c:pt>
                <c:pt idx="71">
                  <c:v>69.298900000000003</c:v>
                </c:pt>
                <c:pt idx="72">
                  <c:v>69.308899999999994</c:v>
                </c:pt>
                <c:pt idx="73">
                  <c:v>69.318899999999999</c:v>
                </c:pt>
                <c:pt idx="74">
                  <c:v>69.328900000000004</c:v>
                </c:pt>
                <c:pt idx="75">
                  <c:v>69.338899999999995</c:v>
                </c:pt>
                <c:pt idx="76">
                  <c:v>69.3489</c:v>
                </c:pt>
                <c:pt idx="77">
                  <c:v>69.358900000000006</c:v>
                </c:pt>
                <c:pt idx="78">
                  <c:v>69.368899999999996</c:v>
                </c:pt>
                <c:pt idx="79">
                  <c:v>69.378900000000002</c:v>
                </c:pt>
                <c:pt idx="80">
                  <c:v>69.388900000000007</c:v>
                </c:pt>
                <c:pt idx="81">
                  <c:v>69.398899999999998</c:v>
                </c:pt>
                <c:pt idx="82">
                  <c:v>69.408900000000003</c:v>
                </c:pt>
                <c:pt idx="83">
                  <c:v>69.418899999999994</c:v>
                </c:pt>
                <c:pt idx="84">
                  <c:v>69.428899999999999</c:v>
                </c:pt>
                <c:pt idx="85">
                  <c:v>69.438900000000004</c:v>
                </c:pt>
                <c:pt idx="86">
                  <c:v>69.448899999999995</c:v>
                </c:pt>
                <c:pt idx="87">
                  <c:v>69.4589</c:v>
                </c:pt>
                <c:pt idx="88">
                  <c:v>69.468900000000005</c:v>
                </c:pt>
                <c:pt idx="89">
                  <c:v>69.478899999999996</c:v>
                </c:pt>
                <c:pt idx="90">
                  <c:v>69.488900000000001</c:v>
                </c:pt>
                <c:pt idx="91">
                  <c:v>69.498900000000006</c:v>
                </c:pt>
                <c:pt idx="92">
                  <c:v>69.508899999999997</c:v>
                </c:pt>
                <c:pt idx="93">
                  <c:v>69.518900000000002</c:v>
                </c:pt>
                <c:pt idx="94">
                  <c:v>69.528899999999993</c:v>
                </c:pt>
                <c:pt idx="95">
                  <c:v>69.538899999999998</c:v>
                </c:pt>
                <c:pt idx="96">
                  <c:v>69.548900000000003</c:v>
                </c:pt>
                <c:pt idx="97">
                  <c:v>69.558899999999994</c:v>
                </c:pt>
                <c:pt idx="98">
                  <c:v>69.568899999999999</c:v>
                </c:pt>
                <c:pt idx="99">
                  <c:v>69.578900000000004</c:v>
                </c:pt>
                <c:pt idx="100">
                  <c:v>69.588899999999995</c:v>
                </c:pt>
                <c:pt idx="101">
                  <c:v>69.5989</c:v>
                </c:pt>
                <c:pt idx="102">
                  <c:v>69.608900000000006</c:v>
                </c:pt>
                <c:pt idx="103">
                  <c:v>69.618899999999996</c:v>
                </c:pt>
                <c:pt idx="104">
                  <c:v>69.628900000000002</c:v>
                </c:pt>
                <c:pt idx="105">
                  <c:v>69.638900000000007</c:v>
                </c:pt>
                <c:pt idx="106">
                  <c:v>69.648899999999998</c:v>
                </c:pt>
                <c:pt idx="107">
                  <c:v>69.658900000000003</c:v>
                </c:pt>
                <c:pt idx="108">
                  <c:v>69.668899999999994</c:v>
                </c:pt>
                <c:pt idx="109">
                  <c:v>69.678899999999999</c:v>
                </c:pt>
                <c:pt idx="110">
                  <c:v>69.688900000000004</c:v>
                </c:pt>
                <c:pt idx="111">
                  <c:v>69.698899999999995</c:v>
                </c:pt>
                <c:pt idx="112">
                  <c:v>69.7089</c:v>
                </c:pt>
                <c:pt idx="113">
                  <c:v>69.718900000000005</c:v>
                </c:pt>
                <c:pt idx="114">
                  <c:v>69.728899999999996</c:v>
                </c:pt>
                <c:pt idx="115">
                  <c:v>69.738900000000001</c:v>
                </c:pt>
                <c:pt idx="116">
                  <c:v>69.748900000000006</c:v>
                </c:pt>
                <c:pt idx="117">
                  <c:v>69.758899999999997</c:v>
                </c:pt>
                <c:pt idx="118">
                  <c:v>69.768900000000002</c:v>
                </c:pt>
                <c:pt idx="119">
                  <c:v>69.778899999999993</c:v>
                </c:pt>
                <c:pt idx="120">
                  <c:v>69.788899999999998</c:v>
                </c:pt>
                <c:pt idx="121">
                  <c:v>69.798900000000003</c:v>
                </c:pt>
                <c:pt idx="122">
                  <c:v>69.808899999999994</c:v>
                </c:pt>
                <c:pt idx="123">
                  <c:v>69.818899999999999</c:v>
                </c:pt>
                <c:pt idx="124">
                  <c:v>69.828900000000004</c:v>
                </c:pt>
                <c:pt idx="125">
                  <c:v>69.838899999999995</c:v>
                </c:pt>
                <c:pt idx="126">
                  <c:v>69.8489</c:v>
                </c:pt>
                <c:pt idx="127">
                  <c:v>69.858900000000006</c:v>
                </c:pt>
                <c:pt idx="128">
                  <c:v>69.868899999999996</c:v>
                </c:pt>
                <c:pt idx="129">
                  <c:v>69.878900000000002</c:v>
                </c:pt>
                <c:pt idx="130">
                  <c:v>69.888900000000007</c:v>
                </c:pt>
                <c:pt idx="131">
                  <c:v>69.898899999999998</c:v>
                </c:pt>
                <c:pt idx="132">
                  <c:v>69.908900000000003</c:v>
                </c:pt>
                <c:pt idx="133">
                  <c:v>69.918899999999994</c:v>
                </c:pt>
                <c:pt idx="134">
                  <c:v>69.928899999999999</c:v>
                </c:pt>
                <c:pt idx="135">
                  <c:v>69.938900000000004</c:v>
                </c:pt>
                <c:pt idx="136">
                  <c:v>69.948899999999995</c:v>
                </c:pt>
                <c:pt idx="137">
                  <c:v>69.9589</c:v>
                </c:pt>
                <c:pt idx="138">
                  <c:v>69.968900000000005</c:v>
                </c:pt>
                <c:pt idx="139">
                  <c:v>69.978899999999996</c:v>
                </c:pt>
                <c:pt idx="140">
                  <c:v>69.988900000000001</c:v>
                </c:pt>
                <c:pt idx="141">
                  <c:v>69.998900000000006</c:v>
                </c:pt>
                <c:pt idx="142">
                  <c:v>70.008899999999997</c:v>
                </c:pt>
                <c:pt idx="143">
                  <c:v>70.018900000000002</c:v>
                </c:pt>
                <c:pt idx="144">
                  <c:v>70.028899999999993</c:v>
                </c:pt>
                <c:pt idx="145">
                  <c:v>70.038899999999998</c:v>
                </c:pt>
                <c:pt idx="146">
                  <c:v>70.048900000000003</c:v>
                </c:pt>
                <c:pt idx="147">
                  <c:v>70.058899999999994</c:v>
                </c:pt>
                <c:pt idx="148">
                  <c:v>70.068899999999999</c:v>
                </c:pt>
                <c:pt idx="149">
                  <c:v>70.078900000000004</c:v>
                </c:pt>
                <c:pt idx="150">
                  <c:v>70.088899999999995</c:v>
                </c:pt>
                <c:pt idx="151">
                  <c:v>70.0989</c:v>
                </c:pt>
                <c:pt idx="152">
                  <c:v>70.108900000000006</c:v>
                </c:pt>
                <c:pt idx="153">
                  <c:v>70.118899999999996</c:v>
                </c:pt>
                <c:pt idx="154">
                  <c:v>70.128900000000002</c:v>
                </c:pt>
                <c:pt idx="155">
                  <c:v>70.138900000000007</c:v>
                </c:pt>
                <c:pt idx="156">
                  <c:v>70.148899999999998</c:v>
                </c:pt>
                <c:pt idx="157">
                  <c:v>70.158900000000003</c:v>
                </c:pt>
                <c:pt idx="158">
                  <c:v>70.168899999999994</c:v>
                </c:pt>
                <c:pt idx="159">
                  <c:v>70.178899999999999</c:v>
                </c:pt>
                <c:pt idx="160">
                  <c:v>70.188900000000004</c:v>
                </c:pt>
                <c:pt idx="161">
                  <c:v>70.198899999999995</c:v>
                </c:pt>
                <c:pt idx="162">
                  <c:v>70.2089</c:v>
                </c:pt>
                <c:pt idx="163">
                  <c:v>70.218900000000005</c:v>
                </c:pt>
                <c:pt idx="164">
                  <c:v>70.228899999999996</c:v>
                </c:pt>
                <c:pt idx="165">
                  <c:v>70.238900000000001</c:v>
                </c:pt>
                <c:pt idx="166">
                  <c:v>70.248900000000006</c:v>
                </c:pt>
                <c:pt idx="167">
                  <c:v>70.258899999999997</c:v>
                </c:pt>
                <c:pt idx="168">
                  <c:v>70.268900000000002</c:v>
                </c:pt>
                <c:pt idx="169">
                  <c:v>70.278899999999993</c:v>
                </c:pt>
                <c:pt idx="170">
                  <c:v>70.288899999999998</c:v>
                </c:pt>
                <c:pt idx="171">
                  <c:v>70.298900000000003</c:v>
                </c:pt>
                <c:pt idx="172">
                  <c:v>70.308899999999994</c:v>
                </c:pt>
                <c:pt idx="173">
                  <c:v>70.318899999999999</c:v>
                </c:pt>
                <c:pt idx="174">
                  <c:v>70.328900000000004</c:v>
                </c:pt>
                <c:pt idx="175">
                  <c:v>70.338899999999995</c:v>
                </c:pt>
                <c:pt idx="176">
                  <c:v>70.3489</c:v>
                </c:pt>
                <c:pt idx="177">
                  <c:v>70.358900000000006</c:v>
                </c:pt>
                <c:pt idx="178">
                  <c:v>70.368899999999996</c:v>
                </c:pt>
                <c:pt idx="179">
                  <c:v>70.378900000000002</c:v>
                </c:pt>
                <c:pt idx="180">
                  <c:v>70.388900000000007</c:v>
                </c:pt>
                <c:pt idx="181">
                  <c:v>70.398899999999998</c:v>
                </c:pt>
                <c:pt idx="182">
                  <c:v>70.408900000000003</c:v>
                </c:pt>
                <c:pt idx="183">
                  <c:v>70.418899999999994</c:v>
                </c:pt>
                <c:pt idx="184">
                  <c:v>70.428899999999999</c:v>
                </c:pt>
                <c:pt idx="185">
                  <c:v>70.438900000000004</c:v>
                </c:pt>
                <c:pt idx="186">
                  <c:v>70.448899999999995</c:v>
                </c:pt>
                <c:pt idx="187">
                  <c:v>70.4589</c:v>
                </c:pt>
                <c:pt idx="188">
                  <c:v>70.468900000000005</c:v>
                </c:pt>
                <c:pt idx="189">
                  <c:v>70.478899999999996</c:v>
                </c:pt>
                <c:pt idx="190">
                  <c:v>70.488900000000001</c:v>
                </c:pt>
                <c:pt idx="191">
                  <c:v>70.498900000000006</c:v>
                </c:pt>
                <c:pt idx="192">
                  <c:v>70.508899999999997</c:v>
                </c:pt>
                <c:pt idx="193">
                  <c:v>70.518900000000002</c:v>
                </c:pt>
                <c:pt idx="194">
                  <c:v>70.528899999999993</c:v>
                </c:pt>
                <c:pt idx="195">
                  <c:v>70.538899999999998</c:v>
                </c:pt>
                <c:pt idx="196">
                  <c:v>70.548900000000003</c:v>
                </c:pt>
                <c:pt idx="197">
                  <c:v>70.558899999999994</c:v>
                </c:pt>
                <c:pt idx="198">
                  <c:v>70.568899999999999</c:v>
                </c:pt>
                <c:pt idx="199">
                  <c:v>70.578900000000004</c:v>
                </c:pt>
                <c:pt idx="200">
                  <c:v>70.588899999999995</c:v>
                </c:pt>
              </c:numCache>
            </c:numRef>
          </c:xVal>
          <c:yVal>
            <c:numRef>
              <c:f>'2thome'!$E$20:$E$220</c:f>
              <c:numCache>
                <c:formatCode>0.00E+00</c:formatCode>
                <c:ptCount val="201"/>
                <c:pt idx="0">
                  <c:v>3.3946991123939268E-3</c:v>
                </c:pt>
                <c:pt idx="1">
                  <c:v>3.691562401070742E-3</c:v>
                </c:pt>
                <c:pt idx="2">
                  <c:v>4.1333725354194229E-3</c:v>
                </c:pt>
                <c:pt idx="3">
                  <c:v>2.954014487225549E-3</c:v>
                </c:pt>
                <c:pt idx="4">
                  <c:v>5.7601152164830751E-3</c:v>
                </c:pt>
                <c:pt idx="5">
                  <c:v>4.2843898183101085E-3</c:v>
                </c:pt>
                <c:pt idx="6">
                  <c:v>4.7289879096921728E-3</c:v>
                </c:pt>
                <c:pt idx="7">
                  <c:v>5.1769285593473106E-3</c:v>
                </c:pt>
                <c:pt idx="8">
                  <c:v>5.7691490965135301E-3</c:v>
                </c:pt>
                <c:pt idx="9">
                  <c:v>5.6205594622059383E-3</c:v>
                </c:pt>
                <c:pt idx="10">
                  <c:v>8.5856138240935319E-3</c:v>
                </c:pt>
                <c:pt idx="11">
                  <c:v>8.8863651611831122E-3</c:v>
                </c:pt>
                <c:pt idx="12">
                  <c:v>5.926289844020792E-3</c:v>
                </c:pt>
                <c:pt idx="13">
                  <c:v>8.592567133134419E-3</c:v>
                </c:pt>
                <c:pt idx="14">
                  <c:v>7.5557495424289937E-3</c:v>
                </c:pt>
                <c:pt idx="15">
                  <c:v>7.996097667416888E-3</c:v>
                </c:pt>
                <c:pt idx="16">
                  <c:v>6.6607786370297337E-3</c:v>
                </c:pt>
                <c:pt idx="17">
                  <c:v>7.9950523062972054E-3</c:v>
                </c:pt>
                <c:pt idx="18">
                  <c:v>1.0217423817259154E-2</c:v>
                </c:pt>
                <c:pt idx="19">
                  <c:v>1.1992916894445718E-2</c:v>
                </c:pt>
                <c:pt idx="20">
                  <c:v>1.1702577308966277E-2</c:v>
                </c:pt>
                <c:pt idx="21">
                  <c:v>1.0964919267003445E-2</c:v>
                </c:pt>
                <c:pt idx="22">
                  <c:v>1.3636471906177635E-2</c:v>
                </c:pt>
                <c:pt idx="23">
                  <c:v>1.2303517093772887E-2</c:v>
                </c:pt>
                <c:pt idx="24">
                  <c:v>1.1566490772965446E-2</c:v>
                </c:pt>
                <c:pt idx="25">
                  <c:v>1.2760051519153126E-2</c:v>
                </c:pt>
                <c:pt idx="26">
                  <c:v>1.5128168513321659E-2</c:v>
                </c:pt>
                <c:pt idx="27">
                  <c:v>1.5564483573918497E-2</c:v>
                </c:pt>
                <c:pt idx="28">
                  <c:v>1.5710928868947406E-2</c:v>
                </c:pt>
                <c:pt idx="29">
                  <c:v>1.8229497006827747E-2</c:v>
                </c:pt>
                <c:pt idx="30">
                  <c:v>1.9410596208909045E-2</c:v>
                </c:pt>
                <c:pt idx="31">
                  <c:v>2.0457814156383414E-2</c:v>
                </c:pt>
                <c:pt idx="32">
                  <c:v>1.7943459210950766E-2</c:v>
                </c:pt>
                <c:pt idx="33">
                  <c:v>2.298721225831208E-2</c:v>
                </c:pt>
                <c:pt idx="34">
                  <c:v>2.417079457127513E-2</c:v>
                </c:pt>
                <c:pt idx="35">
                  <c:v>2.832048576720626E-2</c:v>
                </c:pt>
                <c:pt idx="36">
                  <c:v>2.6260467578159089E-2</c:v>
                </c:pt>
                <c:pt idx="37">
                  <c:v>2.8339944008579733E-2</c:v>
                </c:pt>
                <c:pt idx="38">
                  <c:v>3.0427084201463811E-2</c:v>
                </c:pt>
                <c:pt idx="39">
                  <c:v>3.6393491720681168E-2</c:v>
                </c:pt>
                <c:pt idx="40">
                  <c:v>3.9819482240347481E-2</c:v>
                </c:pt>
                <c:pt idx="41">
                  <c:v>3.922953548931133E-2</c:v>
                </c:pt>
                <c:pt idx="42">
                  <c:v>3.9395111111309326E-2</c:v>
                </c:pt>
                <c:pt idx="43">
                  <c:v>4.6837640708636552E-2</c:v>
                </c:pt>
                <c:pt idx="44">
                  <c:v>4.8772971660732474E-2</c:v>
                </c:pt>
                <c:pt idx="45">
                  <c:v>5.058601217016135E-2</c:v>
                </c:pt>
                <c:pt idx="46">
                  <c:v>5.1066073514123907E-2</c:v>
                </c:pt>
                <c:pt idx="47">
                  <c:v>5.7027831517451034E-2</c:v>
                </c:pt>
                <c:pt idx="48">
                  <c:v>6.0472059793342844E-2</c:v>
                </c:pt>
                <c:pt idx="49">
                  <c:v>6.4772077927569865E-2</c:v>
                </c:pt>
                <c:pt idx="50">
                  <c:v>6.3290221225979534E-2</c:v>
                </c:pt>
                <c:pt idx="51">
                  <c:v>6.6431547644892161E-2</c:v>
                </c:pt>
                <c:pt idx="52">
                  <c:v>7.323759314236522E-2</c:v>
                </c:pt>
                <c:pt idx="53">
                  <c:v>8.1401422364107731E-2</c:v>
                </c:pt>
                <c:pt idx="54">
                  <c:v>7.7080583896434532E-2</c:v>
                </c:pt>
                <c:pt idx="55">
                  <c:v>8.2137634313818111E-2</c:v>
                </c:pt>
                <c:pt idx="56">
                  <c:v>8.1056634657327278E-2</c:v>
                </c:pt>
                <c:pt idx="57">
                  <c:v>9.4797202146149132E-2</c:v>
                </c:pt>
                <c:pt idx="58">
                  <c:v>9.9231495951845911E-2</c:v>
                </c:pt>
                <c:pt idx="59">
                  <c:v>9.881333224003723E-2</c:v>
                </c:pt>
                <c:pt idx="60">
                  <c:v>0.10953452988992687</c:v>
                </c:pt>
                <c:pt idx="61">
                  <c:v>0.11075215240258336</c:v>
                </c:pt>
                <c:pt idx="62">
                  <c:v>0.12428323481601991</c:v>
                </c:pt>
                <c:pt idx="63">
                  <c:v>0.12983298246379743</c:v>
                </c:pt>
                <c:pt idx="64">
                  <c:v>0.13365891671936408</c:v>
                </c:pt>
                <c:pt idx="65">
                  <c:v>0.15327535111685248</c:v>
                </c:pt>
                <c:pt idx="66">
                  <c:v>0.16473717995941764</c:v>
                </c:pt>
                <c:pt idx="67">
                  <c:v>0.17418169380547804</c:v>
                </c:pt>
                <c:pt idx="68">
                  <c:v>0.19396063038190356</c:v>
                </c:pt>
                <c:pt idx="69">
                  <c:v>0.20553343199933871</c:v>
                </c:pt>
                <c:pt idx="70">
                  <c:v>0.22737776488075426</c:v>
                </c:pt>
                <c:pt idx="71">
                  <c:v>0.23429326981674667</c:v>
                </c:pt>
                <c:pt idx="72">
                  <c:v>0.26405840523607343</c:v>
                </c:pt>
                <c:pt idx="73">
                  <c:v>0.27969530343449839</c:v>
                </c:pt>
                <c:pt idx="74">
                  <c:v>0.30304530948771208</c:v>
                </c:pt>
                <c:pt idx="75">
                  <c:v>0.32737924961538167</c:v>
                </c:pt>
                <c:pt idx="76">
                  <c:v>0.37128135158249931</c:v>
                </c:pt>
                <c:pt idx="77">
                  <c:v>0.40342704244734334</c:v>
                </c:pt>
                <c:pt idx="78">
                  <c:v>0.43211705689229246</c:v>
                </c:pt>
                <c:pt idx="79">
                  <c:v>0.50585511600921573</c:v>
                </c:pt>
                <c:pt idx="80">
                  <c:v>0.53944849798943706</c:v>
                </c:pt>
                <c:pt idx="81">
                  <c:v>0.58132610939552354</c:v>
                </c:pt>
                <c:pt idx="82">
                  <c:v>0.67424963789355918</c:v>
                </c:pt>
                <c:pt idx="83">
                  <c:v>0.76344392366021463</c:v>
                </c:pt>
                <c:pt idx="84">
                  <c:v>0.86314710644103976</c:v>
                </c:pt>
                <c:pt idx="85">
                  <c:v>0.97869733052227048</c:v>
                </c:pt>
                <c:pt idx="86">
                  <c:v>1.1300502345097299</c:v>
                </c:pt>
                <c:pt idx="87">
                  <c:v>1.3203855471947259</c:v>
                </c:pt>
                <c:pt idx="88">
                  <c:v>1.5834157368275676</c:v>
                </c:pt>
                <c:pt idx="89">
                  <c:v>1.9131690395990215</c:v>
                </c:pt>
                <c:pt idx="90">
                  <c:v>2.2906535066699738</c:v>
                </c:pt>
                <c:pt idx="91">
                  <c:v>2.8802174778199237</c:v>
                </c:pt>
                <c:pt idx="92">
                  <c:v>3.7146865177918071</c:v>
                </c:pt>
                <c:pt idx="93">
                  <c:v>4.9763885560833891</c:v>
                </c:pt>
                <c:pt idx="94">
                  <c:v>6.9960907588100483</c:v>
                </c:pt>
                <c:pt idx="95">
                  <c:v>10.545257756600973</c:v>
                </c:pt>
                <c:pt idx="96">
                  <c:v>17.790741783790711</c:v>
                </c:pt>
                <c:pt idx="97">
                  <c:v>36.672456418865664</c:v>
                </c:pt>
                <c:pt idx="98">
                  <c:v>127.52415137218667</c:v>
                </c:pt>
                <c:pt idx="99">
                  <c:v>8246.4958319914203</c:v>
                </c:pt>
                <c:pt idx="100">
                  <c:v>15421.187251350579</c:v>
                </c:pt>
                <c:pt idx="101">
                  <c:v>192.41958161017442</c:v>
                </c:pt>
                <c:pt idx="102">
                  <c:v>43.548261582485203</c:v>
                </c:pt>
                <c:pt idx="103">
                  <c:v>19.833856507128914</c:v>
                </c:pt>
                <c:pt idx="104">
                  <c:v>11.514196950272874</c:v>
                </c:pt>
                <c:pt idx="105">
                  <c:v>7.5864213118573289</c:v>
                </c:pt>
                <c:pt idx="106">
                  <c:v>5.3401518251592828</c:v>
                </c:pt>
                <c:pt idx="107">
                  <c:v>4.0453302596343601</c:v>
                </c:pt>
                <c:pt idx="108">
                  <c:v>3.1135874408889763</c:v>
                </c:pt>
                <c:pt idx="109">
                  <c:v>2.4835526530492698</c:v>
                </c:pt>
                <c:pt idx="110">
                  <c:v>2.0426967295268099</c:v>
                </c:pt>
                <c:pt idx="111">
                  <c:v>1.6668144525426767</c:v>
                </c:pt>
                <c:pt idx="112">
                  <c:v>1.4100199571362344</c:v>
                </c:pt>
                <c:pt idx="113">
                  <c:v>1.1959706260840879</c:v>
                </c:pt>
                <c:pt idx="114">
                  <c:v>1.0122790303609115</c:v>
                </c:pt>
                <c:pt idx="115">
                  <c:v>0.92309467836820269</c:v>
                </c:pt>
                <c:pt idx="116">
                  <c:v>0.81071671194246653</c:v>
                </c:pt>
                <c:pt idx="117">
                  <c:v>0.71925561798450222</c:v>
                </c:pt>
                <c:pt idx="118">
                  <c:v>0.64214185640816768</c:v>
                </c:pt>
                <c:pt idx="119">
                  <c:v>0.58564115704742403</c:v>
                </c:pt>
                <c:pt idx="120">
                  <c:v>0.51473765106134872</c:v>
                </c:pt>
                <c:pt idx="121">
                  <c:v>0.46260438019229777</c:v>
                </c:pt>
                <c:pt idx="122">
                  <c:v>0.42156198180968324</c:v>
                </c:pt>
                <c:pt idx="123">
                  <c:v>0.39691053744816318</c:v>
                </c:pt>
                <c:pt idx="124">
                  <c:v>0.35902991200279094</c:v>
                </c:pt>
                <c:pt idx="125">
                  <c:v>0.32356462011166964</c:v>
                </c:pt>
                <c:pt idx="126">
                  <c:v>0.30229262549090014</c:v>
                </c:pt>
                <c:pt idx="127">
                  <c:v>0.2873009130648646</c:v>
                </c:pt>
                <c:pt idx="128">
                  <c:v>0.26919168973203583</c:v>
                </c:pt>
                <c:pt idx="129">
                  <c:v>0.2501464778353073</c:v>
                </c:pt>
                <c:pt idx="130">
                  <c:v>0.23940385160620722</c:v>
                </c:pt>
                <c:pt idx="131">
                  <c:v>0.2201907514135065</c:v>
                </c:pt>
                <c:pt idx="132">
                  <c:v>0.21402126772382438</c:v>
                </c:pt>
                <c:pt idx="133">
                  <c:v>0.19569605957252997</c:v>
                </c:pt>
                <c:pt idx="134">
                  <c:v>0.19481585377694119</c:v>
                </c:pt>
                <c:pt idx="135">
                  <c:v>0.1831818926747836</c:v>
                </c:pt>
                <c:pt idx="136">
                  <c:v>0.17556946521179209</c:v>
                </c:pt>
                <c:pt idx="137">
                  <c:v>0.16943938747601128</c:v>
                </c:pt>
                <c:pt idx="138">
                  <c:v>0.15784018902470684</c:v>
                </c:pt>
                <c:pt idx="139">
                  <c:v>0.137221114107273</c:v>
                </c:pt>
                <c:pt idx="140">
                  <c:v>0.13184803256109356</c:v>
                </c:pt>
                <c:pt idx="141">
                  <c:v>0.12628692715751935</c:v>
                </c:pt>
                <c:pt idx="142">
                  <c:v>0.12220108780391054</c:v>
                </c:pt>
                <c:pt idx="143">
                  <c:v>0.10813488320030028</c:v>
                </c:pt>
                <c:pt idx="144">
                  <c:v>0.11736202155931286</c:v>
                </c:pt>
                <c:pt idx="145">
                  <c:v>0.10737731143047315</c:v>
                </c:pt>
                <c:pt idx="146">
                  <c:v>0.10289092418468673</c:v>
                </c:pt>
                <c:pt idx="147">
                  <c:v>0.10154887688526509</c:v>
                </c:pt>
                <c:pt idx="148">
                  <c:v>9.2967894850533958E-2</c:v>
                </c:pt>
                <c:pt idx="149">
                  <c:v>8.8976609318346569E-2</c:v>
                </c:pt>
                <c:pt idx="150">
                  <c:v>8.8735505293299641E-2</c:v>
                </c:pt>
                <c:pt idx="151">
                  <c:v>8.4530495850747275E-2</c:v>
                </c:pt>
                <c:pt idx="152">
                  <c:v>8.1210592541065676E-2</c:v>
                </c:pt>
                <c:pt idx="153">
                  <c:v>7.0940031653472374E-2</c:v>
                </c:pt>
                <c:pt idx="154">
                  <c:v>6.6099652653131905E-2</c:v>
                </c:pt>
                <c:pt idx="155">
                  <c:v>6.5830295038216302E-2</c:v>
                </c:pt>
                <c:pt idx="156">
                  <c:v>6.7198895032223302E-2</c:v>
                </c:pt>
                <c:pt idx="157">
                  <c:v>6.3357011315199316E-2</c:v>
                </c:pt>
                <c:pt idx="158">
                  <c:v>5.5955814385308292E-2</c:v>
                </c:pt>
                <c:pt idx="159">
                  <c:v>6.1128724959805592E-2</c:v>
                </c:pt>
                <c:pt idx="160">
                  <c:v>6.024536088772478E-2</c:v>
                </c:pt>
                <c:pt idx="161">
                  <c:v>5.2213152066219716E-2</c:v>
                </c:pt>
                <c:pt idx="162">
                  <c:v>5.2074773258641155E-2</c:v>
                </c:pt>
                <c:pt idx="163">
                  <c:v>5.2201305604584858E-2</c:v>
                </c:pt>
                <c:pt idx="164">
                  <c:v>4.8888739279592495E-2</c:v>
                </c:pt>
                <c:pt idx="165">
                  <c:v>4.9475924379726234E-2</c:v>
                </c:pt>
                <c:pt idx="166">
                  <c:v>4.7533221824028048E-2</c:v>
                </c:pt>
                <c:pt idx="167">
                  <c:v>4.4956194275605176E-2</c:v>
                </c:pt>
                <c:pt idx="168">
                  <c:v>4.1643408192230578E-2</c:v>
                </c:pt>
                <c:pt idx="169">
                  <c:v>4.1640043537012505E-2</c:v>
                </c:pt>
                <c:pt idx="170">
                  <c:v>3.921477485533495E-2</c:v>
                </c:pt>
                <c:pt idx="171">
                  <c:v>4.1803673409952599E-2</c:v>
                </c:pt>
                <c:pt idx="172">
                  <c:v>3.877849909152277E-2</c:v>
                </c:pt>
                <c:pt idx="173">
                  <c:v>3.8634216510512721E-2</c:v>
                </c:pt>
                <c:pt idx="174">
                  <c:v>3.7437725110426513E-2</c:v>
                </c:pt>
                <c:pt idx="175">
                  <c:v>3.320381017208883E-2</c:v>
                </c:pt>
                <c:pt idx="176">
                  <c:v>3.1537874075576386E-2</c:v>
                </c:pt>
                <c:pt idx="177">
                  <c:v>3.2157161391499225E-2</c:v>
                </c:pt>
                <c:pt idx="178">
                  <c:v>2.928335793995188E-2</c:v>
                </c:pt>
                <c:pt idx="179">
                  <c:v>3.2328320227766216E-2</c:v>
                </c:pt>
                <c:pt idx="180">
                  <c:v>2.6568751152704247E-2</c:v>
                </c:pt>
                <c:pt idx="181">
                  <c:v>2.7939813935720176E-2</c:v>
                </c:pt>
                <c:pt idx="182">
                  <c:v>2.6877478422395882E-2</c:v>
                </c:pt>
                <c:pt idx="183">
                  <c:v>2.7034221512305591E-2</c:v>
                </c:pt>
                <c:pt idx="184">
                  <c:v>2.4009091969607588E-2</c:v>
                </c:pt>
                <c:pt idx="185">
                  <c:v>2.5386141067137602E-2</c:v>
                </c:pt>
                <c:pt idx="186">
                  <c:v>2.7505871933784828E-2</c:v>
                </c:pt>
                <c:pt idx="187">
                  <c:v>2.5384011453265968E-2</c:v>
                </c:pt>
                <c:pt idx="188">
                  <c:v>2.2197435423859421E-2</c:v>
                </c:pt>
                <c:pt idx="189">
                  <c:v>2.1887328864457566E-2</c:v>
                </c:pt>
                <c:pt idx="190">
                  <c:v>1.96060732562841E-2</c:v>
                </c:pt>
                <c:pt idx="191">
                  <c:v>2.4177604485684647E-2</c:v>
                </c:pt>
                <c:pt idx="192">
                  <c:v>2.2353340871021803E-2</c:v>
                </c:pt>
                <c:pt idx="193">
                  <c:v>2.0838501129507605E-2</c:v>
                </c:pt>
                <c:pt idx="194">
                  <c:v>2.2506127559347784E-2</c:v>
                </c:pt>
                <c:pt idx="195">
                  <c:v>2.1287476621599001E-2</c:v>
                </c:pt>
                <c:pt idx="196">
                  <c:v>2.1755515532844757E-2</c:v>
                </c:pt>
                <c:pt idx="197">
                  <c:v>1.7796397169587981E-2</c:v>
                </c:pt>
                <c:pt idx="198">
                  <c:v>1.7497183409919268E-2</c:v>
                </c:pt>
                <c:pt idx="199">
                  <c:v>1.6584075687530515E-2</c:v>
                </c:pt>
                <c:pt idx="200">
                  <c:v>1.4308179432119926E-2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8B9-4A65-AC88-FBB5EE7879A3}"/>
            </c:ext>
          </c:extLst>
        </c:ser>
        <c:ser>
          <c:idx val="1"/>
          <c:order val="1"/>
          <c:tx>
            <c:strRef>
              <c:f>'2thome'!$G$1</c:f>
              <c:strCache>
                <c:ptCount val="1"/>
                <c:pt idx="0">
                  <c:v>Si_Thermo_2θ_90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'2thome'!$A$20:$A$220</c:f>
              <c:numCache>
                <c:formatCode>General</c:formatCode>
                <c:ptCount val="201"/>
                <c:pt idx="0">
                  <c:v>68.588899999999995</c:v>
                </c:pt>
                <c:pt idx="1">
                  <c:v>68.5989</c:v>
                </c:pt>
                <c:pt idx="2">
                  <c:v>68.608900000000006</c:v>
                </c:pt>
                <c:pt idx="3">
                  <c:v>68.618899999999996</c:v>
                </c:pt>
                <c:pt idx="4">
                  <c:v>68.628900000000002</c:v>
                </c:pt>
                <c:pt idx="5">
                  <c:v>68.638900000000007</c:v>
                </c:pt>
                <c:pt idx="6">
                  <c:v>68.648899999999998</c:v>
                </c:pt>
                <c:pt idx="7">
                  <c:v>68.658900000000003</c:v>
                </c:pt>
                <c:pt idx="8">
                  <c:v>68.668899999999994</c:v>
                </c:pt>
                <c:pt idx="9">
                  <c:v>68.678899999999999</c:v>
                </c:pt>
                <c:pt idx="10">
                  <c:v>68.688900000000004</c:v>
                </c:pt>
                <c:pt idx="11">
                  <c:v>68.698899999999995</c:v>
                </c:pt>
                <c:pt idx="12">
                  <c:v>68.7089</c:v>
                </c:pt>
                <c:pt idx="13">
                  <c:v>68.718900000000005</c:v>
                </c:pt>
                <c:pt idx="14">
                  <c:v>68.728899999999996</c:v>
                </c:pt>
                <c:pt idx="15">
                  <c:v>68.738900000000001</c:v>
                </c:pt>
                <c:pt idx="16">
                  <c:v>68.748900000000006</c:v>
                </c:pt>
                <c:pt idx="17">
                  <c:v>68.758899999999997</c:v>
                </c:pt>
                <c:pt idx="18">
                  <c:v>68.768900000000002</c:v>
                </c:pt>
                <c:pt idx="19">
                  <c:v>68.778899999999993</c:v>
                </c:pt>
                <c:pt idx="20">
                  <c:v>68.788899999999998</c:v>
                </c:pt>
                <c:pt idx="21">
                  <c:v>68.798900000000003</c:v>
                </c:pt>
                <c:pt idx="22">
                  <c:v>68.808899999999994</c:v>
                </c:pt>
                <c:pt idx="23">
                  <c:v>68.818899999999999</c:v>
                </c:pt>
                <c:pt idx="24">
                  <c:v>68.828900000000004</c:v>
                </c:pt>
                <c:pt idx="25">
                  <c:v>68.838899999999995</c:v>
                </c:pt>
                <c:pt idx="26">
                  <c:v>68.8489</c:v>
                </c:pt>
                <c:pt idx="27">
                  <c:v>68.858900000000006</c:v>
                </c:pt>
                <c:pt idx="28">
                  <c:v>68.868899999999996</c:v>
                </c:pt>
                <c:pt idx="29">
                  <c:v>68.878900000000002</c:v>
                </c:pt>
                <c:pt idx="30">
                  <c:v>68.888900000000007</c:v>
                </c:pt>
                <c:pt idx="31">
                  <c:v>68.898899999999998</c:v>
                </c:pt>
                <c:pt idx="32">
                  <c:v>68.908900000000003</c:v>
                </c:pt>
                <c:pt idx="33">
                  <c:v>68.918899999999994</c:v>
                </c:pt>
                <c:pt idx="34">
                  <c:v>68.928899999999999</c:v>
                </c:pt>
                <c:pt idx="35">
                  <c:v>68.938900000000004</c:v>
                </c:pt>
                <c:pt idx="36">
                  <c:v>68.948899999999995</c:v>
                </c:pt>
                <c:pt idx="37">
                  <c:v>68.9589</c:v>
                </c:pt>
                <c:pt idx="38">
                  <c:v>68.968900000000005</c:v>
                </c:pt>
                <c:pt idx="39">
                  <c:v>68.978899999999996</c:v>
                </c:pt>
                <c:pt idx="40">
                  <c:v>68.988900000000001</c:v>
                </c:pt>
                <c:pt idx="41">
                  <c:v>68.998900000000006</c:v>
                </c:pt>
                <c:pt idx="42">
                  <c:v>69.008899999999997</c:v>
                </c:pt>
                <c:pt idx="43">
                  <c:v>69.018900000000002</c:v>
                </c:pt>
                <c:pt idx="44">
                  <c:v>69.028899999999993</c:v>
                </c:pt>
                <c:pt idx="45">
                  <c:v>69.038899999999998</c:v>
                </c:pt>
                <c:pt idx="46">
                  <c:v>69.048900000000003</c:v>
                </c:pt>
                <c:pt idx="47">
                  <c:v>69.058899999999994</c:v>
                </c:pt>
                <c:pt idx="48">
                  <c:v>69.068899999999999</c:v>
                </c:pt>
                <c:pt idx="49">
                  <c:v>69.078900000000004</c:v>
                </c:pt>
                <c:pt idx="50">
                  <c:v>69.088899999999995</c:v>
                </c:pt>
                <c:pt idx="51">
                  <c:v>69.0989</c:v>
                </c:pt>
                <c:pt idx="52">
                  <c:v>69.108900000000006</c:v>
                </c:pt>
                <c:pt idx="53">
                  <c:v>69.118899999999996</c:v>
                </c:pt>
                <c:pt idx="54">
                  <c:v>69.128900000000002</c:v>
                </c:pt>
                <c:pt idx="55">
                  <c:v>69.138900000000007</c:v>
                </c:pt>
                <c:pt idx="56">
                  <c:v>69.148899999999998</c:v>
                </c:pt>
                <c:pt idx="57">
                  <c:v>69.158900000000003</c:v>
                </c:pt>
                <c:pt idx="58">
                  <c:v>69.168899999999994</c:v>
                </c:pt>
                <c:pt idx="59">
                  <c:v>69.178899999999999</c:v>
                </c:pt>
                <c:pt idx="60">
                  <c:v>69.188900000000004</c:v>
                </c:pt>
                <c:pt idx="61">
                  <c:v>69.198899999999995</c:v>
                </c:pt>
                <c:pt idx="62">
                  <c:v>69.2089</c:v>
                </c:pt>
                <c:pt idx="63">
                  <c:v>69.218900000000005</c:v>
                </c:pt>
                <c:pt idx="64">
                  <c:v>69.228899999999996</c:v>
                </c:pt>
                <c:pt idx="65">
                  <c:v>69.238900000000001</c:v>
                </c:pt>
                <c:pt idx="66">
                  <c:v>69.248900000000006</c:v>
                </c:pt>
                <c:pt idx="67">
                  <c:v>69.258899999999997</c:v>
                </c:pt>
                <c:pt idx="68">
                  <c:v>69.268900000000002</c:v>
                </c:pt>
                <c:pt idx="69">
                  <c:v>69.278899999999993</c:v>
                </c:pt>
                <c:pt idx="70">
                  <c:v>69.288899999999998</c:v>
                </c:pt>
                <c:pt idx="71">
                  <c:v>69.298900000000003</c:v>
                </c:pt>
                <c:pt idx="72">
                  <c:v>69.308899999999994</c:v>
                </c:pt>
                <c:pt idx="73">
                  <c:v>69.318899999999999</c:v>
                </c:pt>
                <c:pt idx="74">
                  <c:v>69.328900000000004</c:v>
                </c:pt>
                <c:pt idx="75">
                  <c:v>69.338899999999995</c:v>
                </c:pt>
                <c:pt idx="76">
                  <c:v>69.3489</c:v>
                </c:pt>
                <c:pt idx="77">
                  <c:v>69.358900000000006</c:v>
                </c:pt>
                <c:pt idx="78">
                  <c:v>69.368899999999996</c:v>
                </c:pt>
                <c:pt idx="79">
                  <c:v>69.378900000000002</c:v>
                </c:pt>
                <c:pt idx="80">
                  <c:v>69.388900000000007</c:v>
                </c:pt>
                <c:pt idx="81">
                  <c:v>69.398899999999998</c:v>
                </c:pt>
                <c:pt idx="82">
                  <c:v>69.408900000000003</c:v>
                </c:pt>
                <c:pt idx="83">
                  <c:v>69.418899999999994</c:v>
                </c:pt>
                <c:pt idx="84">
                  <c:v>69.428899999999999</c:v>
                </c:pt>
                <c:pt idx="85">
                  <c:v>69.438900000000004</c:v>
                </c:pt>
                <c:pt idx="86">
                  <c:v>69.448899999999995</c:v>
                </c:pt>
                <c:pt idx="87">
                  <c:v>69.4589</c:v>
                </c:pt>
                <c:pt idx="88">
                  <c:v>69.468900000000005</c:v>
                </c:pt>
                <c:pt idx="89">
                  <c:v>69.478899999999996</c:v>
                </c:pt>
                <c:pt idx="90">
                  <c:v>69.488900000000001</c:v>
                </c:pt>
                <c:pt idx="91">
                  <c:v>69.498900000000006</c:v>
                </c:pt>
                <c:pt idx="92">
                  <c:v>69.508899999999997</c:v>
                </c:pt>
                <c:pt idx="93">
                  <c:v>69.518900000000002</c:v>
                </c:pt>
                <c:pt idx="94">
                  <c:v>69.528899999999993</c:v>
                </c:pt>
                <c:pt idx="95">
                  <c:v>69.538899999999998</c:v>
                </c:pt>
                <c:pt idx="96">
                  <c:v>69.548900000000003</c:v>
                </c:pt>
                <c:pt idx="97">
                  <c:v>69.558899999999994</c:v>
                </c:pt>
                <c:pt idx="98">
                  <c:v>69.568899999999999</c:v>
                </c:pt>
                <c:pt idx="99">
                  <c:v>69.578900000000004</c:v>
                </c:pt>
                <c:pt idx="100">
                  <c:v>69.588899999999995</c:v>
                </c:pt>
                <c:pt idx="101">
                  <c:v>69.5989</c:v>
                </c:pt>
                <c:pt idx="102">
                  <c:v>69.608900000000006</c:v>
                </c:pt>
                <c:pt idx="103">
                  <c:v>69.618899999999996</c:v>
                </c:pt>
                <c:pt idx="104">
                  <c:v>69.628900000000002</c:v>
                </c:pt>
                <c:pt idx="105">
                  <c:v>69.638900000000007</c:v>
                </c:pt>
                <c:pt idx="106">
                  <c:v>69.648899999999998</c:v>
                </c:pt>
                <c:pt idx="107">
                  <c:v>69.658900000000003</c:v>
                </c:pt>
                <c:pt idx="108">
                  <c:v>69.668899999999994</c:v>
                </c:pt>
                <c:pt idx="109">
                  <c:v>69.678899999999999</c:v>
                </c:pt>
                <c:pt idx="110">
                  <c:v>69.688900000000004</c:v>
                </c:pt>
                <c:pt idx="111">
                  <c:v>69.698899999999995</c:v>
                </c:pt>
                <c:pt idx="112">
                  <c:v>69.7089</c:v>
                </c:pt>
                <c:pt idx="113">
                  <c:v>69.718900000000005</c:v>
                </c:pt>
                <c:pt idx="114">
                  <c:v>69.728899999999996</c:v>
                </c:pt>
                <c:pt idx="115">
                  <c:v>69.738900000000001</c:v>
                </c:pt>
                <c:pt idx="116">
                  <c:v>69.748900000000006</c:v>
                </c:pt>
                <c:pt idx="117">
                  <c:v>69.758899999999997</c:v>
                </c:pt>
                <c:pt idx="118">
                  <c:v>69.768900000000002</c:v>
                </c:pt>
                <c:pt idx="119">
                  <c:v>69.778899999999993</c:v>
                </c:pt>
                <c:pt idx="120">
                  <c:v>69.788899999999998</c:v>
                </c:pt>
                <c:pt idx="121">
                  <c:v>69.798900000000003</c:v>
                </c:pt>
                <c:pt idx="122">
                  <c:v>69.808899999999994</c:v>
                </c:pt>
                <c:pt idx="123">
                  <c:v>69.818899999999999</c:v>
                </c:pt>
                <c:pt idx="124">
                  <c:v>69.828900000000004</c:v>
                </c:pt>
                <c:pt idx="125">
                  <c:v>69.838899999999995</c:v>
                </c:pt>
                <c:pt idx="126">
                  <c:v>69.8489</c:v>
                </c:pt>
                <c:pt idx="127">
                  <c:v>69.858900000000006</c:v>
                </c:pt>
                <c:pt idx="128">
                  <c:v>69.868899999999996</c:v>
                </c:pt>
                <c:pt idx="129">
                  <c:v>69.878900000000002</c:v>
                </c:pt>
                <c:pt idx="130">
                  <c:v>69.888900000000007</c:v>
                </c:pt>
                <c:pt idx="131">
                  <c:v>69.898899999999998</c:v>
                </c:pt>
                <c:pt idx="132">
                  <c:v>69.908900000000003</c:v>
                </c:pt>
                <c:pt idx="133">
                  <c:v>69.918899999999994</c:v>
                </c:pt>
                <c:pt idx="134">
                  <c:v>69.928899999999999</c:v>
                </c:pt>
                <c:pt idx="135">
                  <c:v>69.938900000000004</c:v>
                </c:pt>
                <c:pt idx="136">
                  <c:v>69.948899999999995</c:v>
                </c:pt>
                <c:pt idx="137">
                  <c:v>69.9589</c:v>
                </c:pt>
                <c:pt idx="138">
                  <c:v>69.968900000000005</c:v>
                </c:pt>
                <c:pt idx="139">
                  <c:v>69.978899999999996</c:v>
                </c:pt>
                <c:pt idx="140">
                  <c:v>69.988900000000001</c:v>
                </c:pt>
                <c:pt idx="141">
                  <c:v>69.998900000000006</c:v>
                </c:pt>
                <c:pt idx="142">
                  <c:v>70.008899999999997</c:v>
                </c:pt>
                <c:pt idx="143">
                  <c:v>70.018900000000002</c:v>
                </c:pt>
                <c:pt idx="144">
                  <c:v>70.028899999999993</c:v>
                </c:pt>
                <c:pt idx="145">
                  <c:v>70.038899999999998</c:v>
                </c:pt>
                <c:pt idx="146">
                  <c:v>70.048900000000003</c:v>
                </c:pt>
                <c:pt idx="147">
                  <c:v>70.058899999999994</c:v>
                </c:pt>
                <c:pt idx="148">
                  <c:v>70.068899999999999</c:v>
                </c:pt>
                <c:pt idx="149">
                  <c:v>70.078900000000004</c:v>
                </c:pt>
                <c:pt idx="150">
                  <c:v>70.088899999999995</c:v>
                </c:pt>
                <c:pt idx="151">
                  <c:v>70.0989</c:v>
                </c:pt>
                <c:pt idx="152">
                  <c:v>70.108900000000006</c:v>
                </c:pt>
                <c:pt idx="153">
                  <c:v>70.118899999999996</c:v>
                </c:pt>
                <c:pt idx="154">
                  <c:v>70.128900000000002</c:v>
                </c:pt>
                <c:pt idx="155">
                  <c:v>70.138900000000007</c:v>
                </c:pt>
                <c:pt idx="156">
                  <c:v>70.148899999999998</c:v>
                </c:pt>
                <c:pt idx="157">
                  <c:v>70.158900000000003</c:v>
                </c:pt>
                <c:pt idx="158">
                  <c:v>70.168899999999994</c:v>
                </c:pt>
                <c:pt idx="159">
                  <c:v>70.178899999999999</c:v>
                </c:pt>
                <c:pt idx="160">
                  <c:v>70.188900000000004</c:v>
                </c:pt>
                <c:pt idx="161">
                  <c:v>70.198899999999995</c:v>
                </c:pt>
                <c:pt idx="162">
                  <c:v>70.2089</c:v>
                </c:pt>
                <c:pt idx="163">
                  <c:v>70.218900000000005</c:v>
                </c:pt>
                <c:pt idx="164">
                  <c:v>70.228899999999996</c:v>
                </c:pt>
                <c:pt idx="165">
                  <c:v>70.238900000000001</c:v>
                </c:pt>
                <c:pt idx="166">
                  <c:v>70.248900000000006</c:v>
                </c:pt>
                <c:pt idx="167">
                  <c:v>70.258899999999997</c:v>
                </c:pt>
                <c:pt idx="168">
                  <c:v>70.268900000000002</c:v>
                </c:pt>
                <c:pt idx="169">
                  <c:v>70.278899999999993</c:v>
                </c:pt>
                <c:pt idx="170">
                  <c:v>70.288899999999998</c:v>
                </c:pt>
                <c:pt idx="171">
                  <c:v>70.298900000000003</c:v>
                </c:pt>
                <c:pt idx="172">
                  <c:v>70.308899999999994</c:v>
                </c:pt>
                <c:pt idx="173">
                  <c:v>70.318899999999999</c:v>
                </c:pt>
                <c:pt idx="174">
                  <c:v>70.328900000000004</c:v>
                </c:pt>
                <c:pt idx="175">
                  <c:v>70.338899999999995</c:v>
                </c:pt>
                <c:pt idx="176">
                  <c:v>70.3489</c:v>
                </c:pt>
                <c:pt idx="177">
                  <c:v>70.358900000000006</c:v>
                </c:pt>
                <c:pt idx="178">
                  <c:v>70.368899999999996</c:v>
                </c:pt>
                <c:pt idx="179">
                  <c:v>70.378900000000002</c:v>
                </c:pt>
                <c:pt idx="180">
                  <c:v>70.388900000000007</c:v>
                </c:pt>
                <c:pt idx="181">
                  <c:v>70.398899999999998</c:v>
                </c:pt>
                <c:pt idx="182">
                  <c:v>70.408900000000003</c:v>
                </c:pt>
                <c:pt idx="183">
                  <c:v>70.418899999999994</c:v>
                </c:pt>
                <c:pt idx="184">
                  <c:v>70.428899999999999</c:v>
                </c:pt>
                <c:pt idx="185">
                  <c:v>70.438900000000004</c:v>
                </c:pt>
                <c:pt idx="186">
                  <c:v>70.448899999999995</c:v>
                </c:pt>
                <c:pt idx="187">
                  <c:v>70.4589</c:v>
                </c:pt>
                <c:pt idx="188">
                  <c:v>70.468900000000005</c:v>
                </c:pt>
                <c:pt idx="189">
                  <c:v>70.478899999999996</c:v>
                </c:pt>
                <c:pt idx="190">
                  <c:v>70.488900000000001</c:v>
                </c:pt>
                <c:pt idx="191">
                  <c:v>70.498900000000006</c:v>
                </c:pt>
                <c:pt idx="192">
                  <c:v>70.508899999999997</c:v>
                </c:pt>
                <c:pt idx="193">
                  <c:v>70.518900000000002</c:v>
                </c:pt>
                <c:pt idx="194">
                  <c:v>70.528899999999993</c:v>
                </c:pt>
                <c:pt idx="195">
                  <c:v>70.538899999999998</c:v>
                </c:pt>
                <c:pt idx="196">
                  <c:v>70.548900000000003</c:v>
                </c:pt>
                <c:pt idx="197">
                  <c:v>70.558899999999994</c:v>
                </c:pt>
                <c:pt idx="198">
                  <c:v>70.568899999999999</c:v>
                </c:pt>
                <c:pt idx="199">
                  <c:v>70.578900000000004</c:v>
                </c:pt>
                <c:pt idx="200">
                  <c:v>70.588899999999995</c:v>
                </c:pt>
              </c:numCache>
            </c:numRef>
          </c:xVal>
          <c:yVal>
            <c:numRef>
              <c:f>'2thome'!$K$20:$K$220</c:f>
              <c:numCache>
                <c:formatCode>0.00E+00</c:formatCode>
                <c:ptCount val="201"/>
                <c:pt idx="0">
                  <c:v>1.1978686339804744E-2</c:v>
                </c:pt>
                <c:pt idx="1">
                  <c:v>1.0008764067605034E-2</c:v>
                </c:pt>
                <c:pt idx="2">
                  <c:v>1.3951054285275589E-2</c:v>
                </c:pt>
                <c:pt idx="3">
                  <c:v>1.5919877782605896E-2</c:v>
                </c:pt>
                <c:pt idx="4">
                  <c:v>1.608861372033038E-2</c:v>
                </c:pt>
                <c:pt idx="5">
                  <c:v>1.7735033282253152E-2</c:v>
                </c:pt>
                <c:pt idx="6">
                  <c:v>1.970990501895321E-2</c:v>
                </c:pt>
                <c:pt idx="7">
                  <c:v>1.8066698374269791E-2</c:v>
                </c:pt>
                <c:pt idx="8">
                  <c:v>1.7906683410018023E-2</c:v>
                </c:pt>
                <c:pt idx="9">
                  <c:v>1.8893315656637679E-2</c:v>
                </c:pt>
                <c:pt idx="10">
                  <c:v>1.6594579921024914E-2</c:v>
                </c:pt>
                <c:pt idx="11">
                  <c:v>2.0547587621160084E-2</c:v>
                </c:pt>
                <c:pt idx="12">
                  <c:v>2.1693378912875427E-2</c:v>
                </c:pt>
                <c:pt idx="13">
                  <c:v>1.9236892848517376E-2</c:v>
                </c:pt>
                <c:pt idx="14">
                  <c:v>2.3180458538075554E-2</c:v>
                </c:pt>
                <c:pt idx="15">
                  <c:v>2.2364326321042668E-2</c:v>
                </c:pt>
                <c:pt idx="16">
                  <c:v>2.434000513705676E-2</c:v>
                </c:pt>
                <c:pt idx="17">
                  <c:v>2.3687772653048798E-2</c:v>
                </c:pt>
                <c:pt idx="18">
                  <c:v>2.6162672024299234E-2</c:v>
                </c:pt>
                <c:pt idx="19">
                  <c:v>2.6162685800113428E-2</c:v>
                </c:pt>
                <c:pt idx="20">
                  <c:v>2.896419862126794E-2</c:v>
                </c:pt>
                <c:pt idx="21">
                  <c:v>2.7153556819722764E-2</c:v>
                </c:pt>
                <c:pt idx="22">
                  <c:v>2.9455429985101148E-2</c:v>
                </c:pt>
                <c:pt idx="23">
                  <c:v>3.0778253317336104E-2</c:v>
                </c:pt>
                <c:pt idx="24">
                  <c:v>2.7823940640503822E-2</c:v>
                </c:pt>
                <c:pt idx="25">
                  <c:v>3.4410914127744906E-2</c:v>
                </c:pt>
                <c:pt idx="26">
                  <c:v>3.095945151708723E-2</c:v>
                </c:pt>
                <c:pt idx="27">
                  <c:v>3.5404178048698234E-2</c:v>
                </c:pt>
                <c:pt idx="28">
                  <c:v>3.4575875028957294E-2</c:v>
                </c:pt>
                <c:pt idx="29">
                  <c:v>4.2158833999953425E-2</c:v>
                </c:pt>
                <c:pt idx="30">
                  <c:v>4.2990663811427729E-2</c:v>
                </c:pt>
                <c:pt idx="31">
                  <c:v>3.8390837975439226E-2</c:v>
                </c:pt>
                <c:pt idx="32">
                  <c:v>4.4806446118905996E-2</c:v>
                </c:pt>
                <c:pt idx="33">
                  <c:v>4.2019432158292049E-2</c:v>
                </c:pt>
                <c:pt idx="34">
                  <c:v>4.2675085247190075E-2</c:v>
                </c:pt>
                <c:pt idx="35">
                  <c:v>5.0936919521051852E-2</c:v>
                </c:pt>
                <c:pt idx="36">
                  <c:v>4.6988082849453633E-2</c:v>
                </c:pt>
                <c:pt idx="37">
                  <c:v>4.8804569980790455E-2</c:v>
                </c:pt>
                <c:pt idx="38">
                  <c:v>6.3157521537250766E-2</c:v>
                </c:pt>
                <c:pt idx="39">
                  <c:v>5.5898750247401437E-2</c:v>
                </c:pt>
                <c:pt idx="40">
                  <c:v>5.8377219177417825E-2</c:v>
                </c:pt>
                <c:pt idx="41">
                  <c:v>5.6385212295517663E-2</c:v>
                </c:pt>
                <c:pt idx="42">
                  <c:v>6.3974181339466668E-2</c:v>
                </c:pt>
                <c:pt idx="43">
                  <c:v>6.6611038754961854E-2</c:v>
                </c:pt>
                <c:pt idx="44">
                  <c:v>6.4966913455744305E-2</c:v>
                </c:pt>
                <c:pt idx="45">
                  <c:v>7.1256576573776959E-2</c:v>
                </c:pt>
                <c:pt idx="46">
                  <c:v>7.5547023543768022E-2</c:v>
                </c:pt>
                <c:pt idx="47">
                  <c:v>7.488475994189206E-2</c:v>
                </c:pt>
                <c:pt idx="48">
                  <c:v>8.6002726170868932E-2</c:v>
                </c:pt>
                <c:pt idx="49">
                  <c:v>8.6872068129634133E-2</c:v>
                </c:pt>
                <c:pt idx="50">
                  <c:v>9.282525216838633E-2</c:v>
                </c:pt>
                <c:pt idx="51">
                  <c:v>9.6537321973359069E-2</c:v>
                </c:pt>
                <c:pt idx="52">
                  <c:v>9.0760633624946643E-2</c:v>
                </c:pt>
                <c:pt idx="53">
                  <c:v>9.4805430137365629E-2</c:v>
                </c:pt>
                <c:pt idx="54">
                  <c:v>0.1014635026098217</c:v>
                </c:pt>
                <c:pt idx="55">
                  <c:v>0.10912888094343789</c:v>
                </c:pt>
                <c:pt idx="56">
                  <c:v>0.11277039434366222</c:v>
                </c:pt>
                <c:pt idx="57">
                  <c:v>0.11556421496136049</c:v>
                </c:pt>
                <c:pt idx="58">
                  <c:v>0.12381946499595584</c:v>
                </c:pt>
                <c:pt idx="59">
                  <c:v>0.12410814644880425</c:v>
                </c:pt>
                <c:pt idx="60">
                  <c:v>0.14384769373081294</c:v>
                </c:pt>
                <c:pt idx="61">
                  <c:v>0.15340419548063297</c:v>
                </c:pt>
                <c:pt idx="62">
                  <c:v>0.14956964808280335</c:v>
                </c:pt>
                <c:pt idx="63">
                  <c:v>0.15669850448237976</c:v>
                </c:pt>
                <c:pt idx="64">
                  <c:v>0.17735373176985211</c:v>
                </c:pt>
                <c:pt idx="65">
                  <c:v>0.18222957135748369</c:v>
                </c:pt>
                <c:pt idx="66">
                  <c:v>0.19315970025255921</c:v>
                </c:pt>
                <c:pt idx="67">
                  <c:v>0.19748389624768845</c:v>
                </c:pt>
                <c:pt idx="68">
                  <c:v>0.22349143282840825</c:v>
                </c:pt>
                <c:pt idx="69">
                  <c:v>0.22646671840636562</c:v>
                </c:pt>
                <c:pt idx="70">
                  <c:v>0.23888418340206538</c:v>
                </c:pt>
                <c:pt idx="71">
                  <c:v>0.25397458217745783</c:v>
                </c:pt>
                <c:pt idx="72">
                  <c:v>0.28961087789717266</c:v>
                </c:pt>
                <c:pt idx="73">
                  <c:v>0.2983344527221678</c:v>
                </c:pt>
                <c:pt idx="74">
                  <c:v>0.34218585976448707</c:v>
                </c:pt>
                <c:pt idx="75">
                  <c:v>0.33938299244877806</c:v>
                </c:pt>
                <c:pt idx="76">
                  <c:v>0.39072574044721509</c:v>
                </c:pt>
                <c:pt idx="77">
                  <c:v>0.4214615647836189</c:v>
                </c:pt>
                <c:pt idx="78">
                  <c:v>0.441713026383799</c:v>
                </c:pt>
                <c:pt idx="79">
                  <c:v>0.48362475411185424</c:v>
                </c:pt>
                <c:pt idx="80">
                  <c:v>0.53947211957220587</c:v>
                </c:pt>
                <c:pt idx="81">
                  <c:v>0.58644905099621791</c:v>
                </c:pt>
                <c:pt idx="82">
                  <c:v>0.66799133381525955</c:v>
                </c:pt>
                <c:pt idx="83">
                  <c:v>0.74369498982675286</c:v>
                </c:pt>
                <c:pt idx="84">
                  <c:v>0.82650778006175529</c:v>
                </c:pt>
                <c:pt idx="85">
                  <c:v>0.9100009552523689</c:v>
                </c:pt>
                <c:pt idx="86">
                  <c:v>1.0458924439560076</c:v>
                </c:pt>
                <c:pt idx="87">
                  <c:v>1.2048223749598661</c:v>
                </c:pt>
                <c:pt idx="88">
                  <c:v>1.384814913024847</c:v>
                </c:pt>
                <c:pt idx="89">
                  <c:v>1.5629704900354617</c:v>
                </c:pt>
                <c:pt idx="90">
                  <c:v>1.8979324133327165</c:v>
                </c:pt>
                <c:pt idx="91">
                  <c:v>2.3735845935925393</c:v>
                </c:pt>
                <c:pt idx="92">
                  <c:v>3.0024166443775555</c:v>
                </c:pt>
                <c:pt idx="93">
                  <c:v>3.7956303866888041</c:v>
                </c:pt>
                <c:pt idx="94">
                  <c:v>5.0886525205001547</c:v>
                </c:pt>
                <c:pt idx="95">
                  <c:v>7.1198079358223314</c:v>
                </c:pt>
                <c:pt idx="96">
                  <c:v>11.051106364051215</c:v>
                </c:pt>
                <c:pt idx="97">
                  <c:v>18.737379072691301</c:v>
                </c:pt>
                <c:pt idx="98">
                  <c:v>39.952260413515617</c:v>
                </c:pt>
                <c:pt idx="99">
                  <c:v>187.50362405538468</c:v>
                </c:pt>
                <c:pt idx="100">
                  <c:v>11747.363038625652</c:v>
                </c:pt>
                <c:pt idx="101">
                  <c:v>5819.7639594137927</c:v>
                </c:pt>
                <c:pt idx="102">
                  <c:v>104.1875430828705</c:v>
                </c:pt>
                <c:pt idx="103">
                  <c:v>31.059037744809935</c:v>
                </c:pt>
                <c:pt idx="104">
                  <c:v>14.629796815420331</c:v>
                </c:pt>
                <c:pt idx="105">
                  <c:v>8.5112530689758064</c:v>
                </c:pt>
                <c:pt idx="106">
                  <c:v>5.7252626091885634</c:v>
                </c:pt>
                <c:pt idx="107">
                  <c:v>4.0247201393610839</c:v>
                </c:pt>
                <c:pt idx="108">
                  <c:v>2.8825993717747243</c:v>
                </c:pt>
                <c:pt idx="109">
                  <c:v>2.1540654805010315</c:v>
                </c:pt>
                <c:pt idx="110">
                  <c:v>1.7302038076110364</c:v>
                </c:pt>
                <c:pt idx="111">
                  <c:v>1.4757337908495765</c:v>
                </c:pt>
                <c:pt idx="112">
                  <c:v>1.2462239099901409</c:v>
                </c:pt>
                <c:pt idx="113">
                  <c:v>1.0368686811713204</c:v>
                </c:pt>
                <c:pt idx="114">
                  <c:v>0.89395279394305038</c:v>
                </c:pt>
                <c:pt idx="115">
                  <c:v>0.7680808574956971</c:v>
                </c:pt>
                <c:pt idx="116">
                  <c:v>0.66314483737427188</c:v>
                </c:pt>
                <c:pt idx="117">
                  <c:v>0.59695177433124635</c:v>
                </c:pt>
                <c:pt idx="118">
                  <c:v>0.50083348020519991</c:v>
                </c:pt>
                <c:pt idx="119">
                  <c:v>0.43470447393427791</c:v>
                </c:pt>
                <c:pt idx="120">
                  <c:v>0.39570173925776053</c:v>
                </c:pt>
                <c:pt idx="121">
                  <c:v>0.37152842544393994</c:v>
                </c:pt>
                <c:pt idx="122">
                  <c:v>0.33223341922674665</c:v>
                </c:pt>
                <c:pt idx="123">
                  <c:v>0.29124415565769018</c:v>
                </c:pt>
                <c:pt idx="124">
                  <c:v>0.25259517865267628</c:v>
                </c:pt>
                <c:pt idx="125">
                  <c:v>0.23205064182780638</c:v>
                </c:pt>
                <c:pt idx="126">
                  <c:v>0.204645703510003</c:v>
                </c:pt>
                <c:pt idx="127">
                  <c:v>0.17838413828857094</c:v>
                </c:pt>
                <c:pt idx="128">
                  <c:v>0.15513738446317885</c:v>
                </c:pt>
                <c:pt idx="129">
                  <c:v>0.1394800211411148</c:v>
                </c:pt>
                <c:pt idx="130">
                  <c:v>0.12383484706612476</c:v>
                </c:pt>
                <c:pt idx="131">
                  <c:v>0.12323946560773198</c:v>
                </c:pt>
                <c:pt idx="132">
                  <c:v>0.11259542857570526</c:v>
                </c:pt>
                <c:pt idx="133">
                  <c:v>9.6985225091145724E-2</c:v>
                </c:pt>
                <c:pt idx="134">
                  <c:v>8.7677881910004932E-2</c:v>
                </c:pt>
                <c:pt idx="135">
                  <c:v>7.8009484057081982E-2</c:v>
                </c:pt>
                <c:pt idx="136">
                  <c:v>6.6204813239631899E-2</c:v>
                </c:pt>
                <c:pt idx="137">
                  <c:v>5.43825961323397E-2</c:v>
                </c:pt>
                <c:pt idx="138">
                  <c:v>5.2881558529284035E-2</c:v>
                </c:pt>
                <c:pt idx="139">
                  <c:v>4.6053765859661706E-2</c:v>
                </c:pt>
                <c:pt idx="140">
                  <c:v>4.8049873440956181E-2</c:v>
                </c:pt>
                <c:pt idx="141">
                  <c:v>4.1743186139984956E-2</c:v>
                </c:pt>
                <c:pt idx="142">
                  <c:v>3.3924846852182479E-2</c:v>
                </c:pt>
                <c:pt idx="143">
                  <c:v>2.861569972082224E-2</c:v>
                </c:pt>
                <c:pt idx="144">
                  <c:v>2.7291114434155602E-2</c:v>
                </c:pt>
                <c:pt idx="145">
                  <c:v>2.5302187184315681E-2</c:v>
                </c:pt>
                <c:pt idx="146">
                  <c:v>2.3139231636676638E-2</c:v>
                </c:pt>
                <c:pt idx="147">
                  <c:v>1.6970946587988693E-2</c:v>
                </c:pt>
                <c:pt idx="148">
                  <c:v>1.3146370642350474E-2</c:v>
                </c:pt>
                <c:pt idx="149">
                  <c:v>1.4975117843362064E-2</c:v>
                </c:pt>
                <c:pt idx="150">
                  <c:v>1.4977437738167263E-2</c:v>
                </c:pt>
                <c:pt idx="151">
                  <c:v>1.3648871949862033E-2</c:v>
                </c:pt>
                <c:pt idx="152">
                  <c:v>1.1820392564560196E-2</c:v>
                </c:pt>
                <c:pt idx="153">
                  <c:v>1.3152920549400489E-2</c:v>
                </c:pt>
                <c:pt idx="154">
                  <c:v>1.032206129832685E-2</c:v>
                </c:pt>
                <c:pt idx="155">
                  <c:v>6.9955509461907392E-3</c:v>
                </c:pt>
                <c:pt idx="156">
                  <c:v>1.0328074277911022E-2</c:v>
                </c:pt>
                <c:pt idx="157">
                  <c:v>7.665767855385623E-3</c:v>
                </c:pt>
                <c:pt idx="158">
                  <c:v>5.5005260336396834E-3</c:v>
                </c:pt>
                <c:pt idx="159">
                  <c:v>4.334962050825196E-3</c:v>
                </c:pt>
                <c:pt idx="160">
                  <c:v>6.6704583775570826E-3</c:v>
                </c:pt>
                <c:pt idx="161">
                  <c:v>4.6714297342809012E-3</c:v>
                </c:pt>
                <c:pt idx="162">
                  <c:v>4.1712524721136341E-3</c:v>
                </c:pt>
                <c:pt idx="163">
                  <c:v>4.0033970158144857E-3</c:v>
                </c:pt>
                <c:pt idx="164">
                  <c:v>4.1683525568582879E-3</c:v>
                </c:pt>
                <c:pt idx="165">
                  <c:v>3.0002025136696728E-3</c:v>
                </c:pt>
                <c:pt idx="166">
                  <c:v>3.1660749800208172E-3</c:v>
                </c:pt>
                <c:pt idx="167">
                  <c:v>3.4991189801594456E-3</c:v>
                </c:pt>
                <c:pt idx="168">
                  <c:v>2.1668012611383378E-3</c:v>
                </c:pt>
                <c:pt idx="169">
                  <c:v>2.6675747980470818E-3</c:v>
                </c:pt>
                <c:pt idx="170">
                  <c:v>6.3365490263550582E-3</c:v>
                </c:pt>
                <c:pt idx="171">
                  <c:v>2.8361096483365839E-3</c:v>
                </c:pt>
                <c:pt idx="172">
                  <c:v>2.001488940981345E-3</c:v>
                </c:pt>
                <c:pt idx="173">
                  <c:v>2.3359702154453648E-3</c:v>
                </c:pt>
                <c:pt idx="174">
                  <c:v>2.8370116608021465E-3</c:v>
                </c:pt>
                <c:pt idx="175">
                  <c:v>1.6695031246503956E-3</c:v>
                </c:pt>
                <c:pt idx="176">
                  <c:v>1.5025743857379915E-3</c:v>
                </c:pt>
                <c:pt idx="177">
                  <c:v>1.8365598629191719E-3</c:v>
                </c:pt>
                <c:pt idx="178">
                  <c:v>1.1688874944617692E-3</c:v>
                </c:pt>
                <c:pt idx="179">
                  <c:v>6.6768961166437731E-4</c:v>
                </c:pt>
                <c:pt idx="180">
                  <c:v>1.6692504159229529E-3</c:v>
                </c:pt>
                <c:pt idx="181">
                  <c:v>8.3445259851125972E-4</c:v>
                </c:pt>
                <c:pt idx="182">
                  <c:v>1.3353356245912203E-3</c:v>
                </c:pt>
                <c:pt idx="183">
                  <c:v>1.0014516041001432E-3</c:v>
                </c:pt>
                <c:pt idx="184">
                  <c:v>1.6688960057661024E-3</c:v>
                </c:pt>
                <c:pt idx="185">
                  <c:v>1.8355325154322812E-3</c:v>
                </c:pt>
                <c:pt idx="186">
                  <c:v>2.8364069111356882E-3</c:v>
                </c:pt>
                <c:pt idx="187">
                  <c:v>1.8352125604083154E-3</c:v>
                </c:pt>
                <c:pt idx="188">
                  <c:v>1.0010452413887962E-3</c:v>
                </c:pt>
                <c:pt idx="189">
                  <c:v>6.6776363537868503E-4</c:v>
                </c:pt>
                <c:pt idx="190">
                  <c:v>1.5024002095347492E-3</c:v>
                </c:pt>
                <c:pt idx="191">
                  <c:v>1.0021493598395157E-3</c:v>
                </c:pt>
                <c:pt idx="192">
                  <c:v>8.3514036830525387E-4</c:v>
                </c:pt>
                <c:pt idx="193">
                  <c:v>6.6821901740297908E-4</c:v>
                </c:pt>
                <c:pt idx="194">
                  <c:v>2.5061135386719134E-3</c:v>
                </c:pt>
                <c:pt idx="195">
                  <c:v>1.002624989194627E-3</c:v>
                </c:pt>
                <c:pt idx="196">
                  <c:v>5.0122408109712076E-4</c:v>
                </c:pt>
                <c:pt idx="197">
                  <c:v>1.3367298078232012E-3</c:v>
                </c:pt>
                <c:pt idx="198">
                  <c:v>1.1699259047484101E-3</c:v>
                </c:pt>
                <c:pt idx="199">
                  <c:v>8.356122987557298E-4</c:v>
                </c:pt>
                <c:pt idx="200">
                  <c:v>6.6862575126162577E-4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98B9-4A65-AC88-FBB5EE7879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5340448"/>
        <c:axId val="365364928"/>
      </c:scatterChart>
      <c:valAx>
        <c:axId val="365340448"/>
        <c:scaling>
          <c:orientation val="minMax"/>
          <c:max val="70.7"/>
          <c:min val="68.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65364928"/>
        <c:crosses val="autoZero"/>
        <c:crossBetween val="midCat"/>
      </c:valAx>
      <c:valAx>
        <c:axId val="365364928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65340448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20419243050699848"/>
          <c:y val="0.14457805851901184"/>
          <c:w val="0.29072171008014358"/>
          <c:h val="9.93933137203204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dirty="0"/>
              <a:t>Si_TEOS_2thome_VS  Si_TEOS_2thome_90</a:t>
            </a:r>
            <a:endParaRPr lang="zh-CN" altLang="en-US" dirty="0"/>
          </a:p>
        </c:rich>
      </c:tx>
      <c:layout>
        <c:manualLayout>
          <c:xMode val="edge"/>
          <c:yMode val="edge"/>
          <c:x val="0.27363722391843881"/>
          <c:y val="1.18046327699580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48482511114682"/>
          <c:y val="8.9512958898143494E-2"/>
          <c:w val="0.84957808845322902"/>
          <c:h val="0.81431464701558376"/>
        </c:manualLayout>
      </c:layout>
      <c:scatterChart>
        <c:scatterStyle val="lineMarker"/>
        <c:varyColors val="0"/>
        <c:ser>
          <c:idx val="0"/>
          <c:order val="0"/>
          <c:tx>
            <c:strRef>
              <c:f>'[Microsoft PowerPoint 中的图表]Si_TEOS_2thome'!$A$1</c:f>
              <c:strCache>
                <c:ptCount val="1"/>
                <c:pt idx="0">
                  <c:v>Si_TEOS_2θ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'[Microsoft PowerPoint 中的图表]Si_TEOS_2thome'!$A$20:$A$220</c:f>
              <c:numCache>
                <c:formatCode>General</c:formatCode>
                <c:ptCount val="201"/>
                <c:pt idx="0">
                  <c:v>68.587100000000007</c:v>
                </c:pt>
                <c:pt idx="1">
                  <c:v>68.597099999999998</c:v>
                </c:pt>
                <c:pt idx="2">
                  <c:v>68.607100000000003</c:v>
                </c:pt>
                <c:pt idx="3">
                  <c:v>68.617099999999994</c:v>
                </c:pt>
                <c:pt idx="4">
                  <c:v>68.627099999999999</c:v>
                </c:pt>
                <c:pt idx="5">
                  <c:v>68.637100000000004</c:v>
                </c:pt>
                <c:pt idx="6">
                  <c:v>68.647099999999995</c:v>
                </c:pt>
                <c:pt idx="7">
                  <c:v>68.6571</c:v>
                </c:pt>
                <c:pt idx="8">
                  <c:v>68.667100000000005</c:v>
                </c:pt>
                <c:pt idx="9">
                  <c:v>68.677099999999996</c:v>
                </c:pt>
                <c:pt idx="10">
                  <c:v>68.687100000000001</c:v>
                </c:pt>
                <c:pt idx="11">
                  <c:v>68.697100000000006</c:v>
                </c:pt>
                <c:pt idx="12">
                  <c:v>68.707099999999997</c:v>
                </c:pt>
                <c:pt idx="13">
                  <c:v>68.717100000000002</c:v>
                </c:pt>
                <c:pt idx="14">
                  <c:v>68.727099999999993</c:v>
                </c:pt>
                <c:pt idx="15">
                  <c:v>68.737099999999998</c:v>
                </c:pt>
                <c:pt idx="16">
                  <c:v>68.747100000000003</c:v>
                </c:pt>
                <c:pt idx="17">
                  <c:v>68.757099999999994</c:v>
                </c:pt>
                <c:pt idx="18">
                  <c:v>68.767099999999999</c:v>
                </c:pt>
                <c:pt idx="19">
                  <c:v>68.777100000000004</c:v>
                </c:pt>
                <c:pt idx="20">
                  <c:v>68.787099999999995</c:v>
                </c:pt>
                <c:pt idx="21">
                  <c:v>68.7971</c:v>
                </c:pt>
                <c:pt idx="22">
                  <c:v>68.807100000000005</c:v>
                </c:pt>
                <c:pt idx="23">
                  <c:v>68.817099999999996</c:v>
                </c:pt>
                <c:pt idx="24">
                  <c:v>68.827100000000002</c:v>
                </c:pt>
                <c:pt idx="25">
                  <c:v>68.837100000000007</c:v>
                </c:pt>
                <c:pt idx="26">
                  <c:v>68.847099999999998</c:v>
                </c:pt>
                <c:pt idx="27">
                  <c:v>68.857100000000003</c:v>
                </c:pt>
                <c:pt idx="28">
                  <c:v>68.867099999999994</c:v>
                </c:pt>
                <c:pt idx="29">
                  <c:v>68.877099999999999</c:v>
                </c:pt>
                <c:pt idx="30">
                  <c:v>68.887100000000004</c:v>
                </c:pt>
                <c:pt idx="31">
                  <c:v>68.897099999999995</c:v>
                </c:pt>
                <c:pt idx="32">
                  <c:v>68.9071</c:v>
                </c:pt>
                <c:pt idx="33">
                  <c:v>68.917100000000005</c:v>
                </c:pt>
                <c:pt idx="34">
                  <c:v>68.927099999999996</c:v>
                </c:pt>
                <c:pt idx="35">
                  <c:v>68.937100000000001</c:v>
                </c:pt>
                <c:pt idx="36">
                  <c:v>68.947100000000006</c:v>
                </c:pt>
                <c:pt idx="37">
                  <c:v>68.957099999999997</c:v>
                </c:pt>
                <c:pt idx="38">
                  <c:v>68.967100000000002</c:v>
                </c:pt>
                <c:pt idx="39">
                  <c:v>68.977099999999993</c:v>
                </c:pt>
                <c:pt idx="40">
                  <c:v>68.987099999999998</c:v>
                </c:pt>
                <c:pt idx="41">
                  <c:v>68.997100000000003</c:v>
                </c:pt>
                <c:pt idx="42">
                  <c:v>69.007099999999994</c:v>
                </c:pt>
                <c:pt idx="43">
                  <c:v>69.017099999999999</c:v>
                </c:pt>
                <c:pt idx="44">
                  <c:v>69.027100000000004</c:v>
                </c:pt>
                <c:pt idx="45">
                  <c:v>69.037099999999995</c:v>
                </c:pt>
                <c:pt idx="46">
                  <c:v>69.0471</c:v>
                </c:pt>
                <c:pt idx="47">
                  <c:v>69.057100000000005</c:v>
                </c:pt>
                <c:pt idx="48">
                  <c:v>69.067099999999996</c:v>
                </c:pt>
                <c:pt idx="49">
                  <c:v>69.077100000000002</c:v>
                </c:pt>
                <c:pt idx="50">
                  <c:v>69.087100000000007</c:v>
                </c:pt>
                <c:pt idx="51">
                  <c:v>69.097099999999998</c:v>
                </c:pt>
                <c:pt idx="52">
                  <c:v>69.107100000000003</c:v>
                </c:pt>
                <c:pt idx="53">
                  <c:v>69.117099999999994</c:v>
                </c:pt>
                <c:pt idx="54">
                  <c:v>69.127099999999999</c:v>
                </c:pt>
                <c:pt idx="55">
                  <c:v>69.137100000000004</c:v>
                </c:pt>
                <c:pt idx="56">
                  <c:v>69.147099999999995</c:v>
                </c:pt>
                <c:pt idx="57">
                  <c:v>69.1571</c:v>
                </c:pt>
                <c:pt idx="58">
                  <c:v>69.167100000000005</c:v>
                </c:pt>
                <c:pt idx="59">
                  <c:v>69.177099999999996</c:v>
                </c:pt>
                <c:pt idx="60">
                  <c:v>69.187100000000001</c:v>
                </c:pt>
                <c:pt idx="61">
                  <c:v>69.197100000000006</c:v>
                </c:pt>
                <c:pt idx="62">
                  <c:v>69.207099999999997</c:v>
                </c:pt>
                <c:pt idx="63">
                  <c:v>69.217100000000002</c:v>
                </c:pt>
                <c:pt idx="64">
                  <c:v>69.227099999999993</c:v>
                </c:pt>
                <c:pt idx="65">
                  <c:v>69.237099999999998</c:v>
                </c:pt>
                <c:pt idx="66">
                  <c:v>69.247100000000003</c:v>
                </c:pt>
                <c:pt idx="67">
                  <c:v>69.257099999999994</c:v>
                </c:pt>
                <c:pt idx="68">
                  <c:v>69.267099999999999</c:v>
                </c:pt>
                <c:pt idx="69">
                  <c:v>69.277100000000004</c:v>
                </c:pt>
                <c:pt idx="70">
                  <c:v>69.287099999999995</c:v>
                </c:pt>
                <c:pt idx="71">
                  <c:v>69.2971</c:v>
                </c:pt>
                <c:pt idx="72">
                  <c:v>69.307100000000005</c:v>
                </c:pt>
                <c:pt idx="73">
                  <c:v>69.317099999999996</c:v>
                </c:pt>
                <c:pt idx="74">
                  <c:v>69.327100000000002</c:v>
                </c:pt>
                <c:pt idx="75">
                  <c:v>69.337100000000007</c:v>
                </c:pt>
                <c:pt idx="76">
                  <c:v>69.347099999999998</c:v>
                </c:pt>
                <c:pt idx="77">
                  <c:v>69.357100000000003</c:v>
                </c:pt>
                <c:pt idx="78">
                  <c:v>69.367099999999994</c:v>
                </c:pt>
                <c:pt idx="79">
                  <c:v>69.377099999999999</c:v>
                </c:pt>
                <c:pt idx="80">
                  <c:v>69.387100000000004</c:v>
                </c:pt>
                <c:pt idx="81">
                  <c:v>69.397099999999995</c:v>
                </c:pt>
                <c:pt idx="82">
                  <c:v>69.4071</c:v>
                </c:pt>
                <c:pt idx="83">
                  <c:v>69.417100000000005</c:v>
                </c:pt>
                <c:pt idx="84">
                  <c:v>69.427099999999996</c:v>
                </c:pt>
                <c:pt idx="85">
                  <c:v>69.437100000000001</c:v>
                </c:pt>
                <c:pt idx="86">
                  <c:v>69.447100000000006</c:v>
                </c:pt>
                <c:pt idx="87">
                  <c:v>69.457099999999997</c:v>
                </c:pt>
                <c:pt idx="88">
                  <c:v>69.467100000000002</c:v>
                </c:pt>
                <c:pt idx="89">
                  <c:v>69.477099999999993</c:v>
                </c:pt>
                <c:pt idx="90">
                  <c:v>69.487099999999998</c:v>
                </c:pt>
                <c:pt idx="91">
                  <c:v>69.497100000000003</c:v>
                </c:pt>
                <c:pt idx="92">
                  <c:v>69.507099999999994</c:v>
                </c:pt>
                <c:pt idx="93">
                  <c:v>69.517099999999999</c:v>
                </c:pt>
                <c:pt idx="94">
                  <c:v>69.527100000000004</c:v>
                </c:pt>
                <c:pt idx="95">
                  <c:v>69.537099999999995</c:v>
                </c:pt>
                <c:pt idx="96">
                  <c:v>69.5471</c:v>
                </c:pt>
                <c:pt idx="97">
                  <c:v>69.557100000000005</c:v>
                </c:pt>
                <c:pt idx="98">
                  <c:v>69.567099999999996</c:v>
                </c:pt>
                <c:pt idx="99">
                  <c:v>69.577100000000002</c:v>
                </c:pt>
                <c:pt idx="100">
                  <c:v>69.587100000000007</c:v>
                </c:pt>
                <c:pt idx="101">
                  <c:v>69.597099999999998</c:v>
                </c:pt>
                <c:pt idx="102">
                  <c:v>69.607100000000003</c:v>
                </c:pt>
                <c:pt idx="103">
                  <c:v>69.617099999999994</c:v>
                </c:pt>
                <c:pt idx="104">
                  <c:v>69.627099999999999</c:v>
                </c:pt>
                <c:pt idx="105">
                  <c:v>69.637100000000004</c:v>
                </c:pt>
                <c:pt idx="106">
                  <c:v>69.647099999999995</c:v>
                </c:pt>
                <c:pt idx="107">
                  <c:v>69.6571</c:v>
                </c:pt>
                <c:pt idx="108">
                  <c:v>69.667100000000005</c:v>
                </c:pt>
                <c:pt idx="109">
                  <c:v>69.677099999999996</c:v>
                </c:pt>
                <c:pt idx="110">
                  <c:v>69.687100000000001</c:v>
                </c:pt>
                <c:pt idx="111">
                  <c:v>69.697100000000006</c:v>
                </c:pt>
                <c:pt idx="112">
                  <c:v>69.707099999999997</c:v>
                </c:pt>
                <c:pt idx="113">
                  <c:v>69.717100000000002</c:v>
                </c:pt>
                <c:pt idx="114">
                  <c:v>69.727099999999993</c:v>
                </c:pt>
                <c:pt idx="115">
                  <c:v>69.737099999999998</c:v>
                </c:pt>
                <c:pt idx="116">
                  <c:v>69.747100000000003</c:v>
                </c:pt>
                <c:pt idx="117">
                  <c:v>69.757099999999994</c:v>
                </c:pt>
                <c:pt idx="118">
                  <c:v>69.767099999999999</c:v>
                </c:pt>
                <c:pt idx="119">
                  <c:v>69.777100000000004</c:v>
                </c:pt>
                <c:pt idx="120">
                  <c:v>69.787099999999995</c:v>
                </c:pt>
                <c:pt idx="121">
                  <c:v>69.7971</c:v>
                </c:pt>
                <c:pt idx="122">
                  <c:v>69.807100000000005</c:v>
                </c:pt>
                <c:pt idx="123">
                  <c:v>69.817099999999996</c:v>
                </c:pt>
                <c:pt idx="124">
                  <c:v>69.827100000000002</c:v>
                </c:pt>
                <c:pt idx="125">
                  <c:v>69.837100000000007</c:v>
                </c:pt>
                <c:pt idx="126">
                  <c:v>69.847099999999998</c:v>
                </c:pt>
                <c:pt idx="127">
                  <c:v>69.857100000000003</c:v>
                </c:pt>
                <c:pt idx="128">
                  <c:v>69.867099999999994</c:v>
                </c:pt>
                <c:pt idx="129">
                  <c:v>69.877099999999999</c:v>
                </c:pt>
                <c:pt idx="130">
                  <c:v>69.887100000000004</c:v>
                </c:pt>
                <c:pt idx="131">
                  <c:v>69.897099999999995</c:v>
                </c:pt>
                <c:pt idx="132">
                  <c:v>69.9071</c:v>
                </c:pt>
                <c:pt idx="133">
                  <c:v>69.917100000000005</c:v>
                </c:pt>
                <c:pt idx="134">
                  <c:v>69.927099999999996</c:v>
                </c:pt>
                <c:pt idx="135">
                  <c:v>69.937100000000001</c:v>
                </c:pt>
                <c:pt idx="136">
                  <c:v>69.947100000000006</c:v>
                </c:pt>
                <c:pt idx="137">
                  <c:v>69.957099999999997</c:v>
                </c:pt>
                <c:pt idx="138">
                  <c:v>69.967100000000002</c:v>
                </c:pt>
                <c:pt idx="139">
                  <c:v>69.977099999999993</c:v>
                </c:pt>
                <c:pt idx="140">
                  <c:v>69.987099999999998</c:v>
                </c:pt>
                <c:pt idx="141">
                  <c:v>69.997100000000003</c:v>
                </c:pt>
                <c:pt idx="142">
                  <c:v>70.007099999999994</c:v>
                </c:pt>
                <c:pt idx="143">
                  <c:v>70.017099999999999</c:v>
                </c:pt>
                <c:pt idx="144">
                  <c:v>70.027100000000004</c:v>
                </c:pt>
                <c:pt idx="145">
                  <c:v>70.037099999999995</c:v>
                </c:pt>
                <c:pt idx="146">
                  <c:v>70.0471</c:v>
                </c:pt>
                <c:pt idx="147">
                  <c:v>70.057100000000005</c:v>
                </c:pt>
                <c:pt idx="148">
                  <c:v>70.067099999999996</c:v>
                </c:pt>
                <c:pt idx="149">
                  <c:v>70.077100000000002</c:v>
                </c:pt>
                <c:pt idx="150">
                  <c:v>70.087100000000007</c:v>
                </c:pt>
                <c:pt idx="151">
                  <c:v>70.097099999999998</c:v>
                </c:pt>
                <c:pt idx="152">
                  <c:v>70.107100000000003</c:v>
                </c:pt>
                <c:pt idx="153">
                  <c:v>70.117099999999994</c:v>
                </c:pt>
                <c:pt idx="154">
                  <c:v>70.127099999999999</c:v>
                </c:pt>
                <c:pt idx="155">
                  <c:v>70.137100000000004</c:v>
                </c:pt>
                <c:pt idx="156">
                  <c:v>70.147099999999995</c:v>
                </c:pt>
                <c:pt idx="157">
                  <c:v>70.1571</c:v>
                </c:pt>
                <c:pt idx="158">
                  <c:v>70.167100000000005</c:v>
                </c:pt>
                <c:pt idx="159">
                  <c:v>70.177099999999996</c:v>
                </c:pt>
                <c:pt idx="160">
                  <c:v>70.187100000000001</c:v>
                </c:pt>
                <c:pt idx="161">
                  <c:v>70.197100000000006</c:v>
                </c:pt>
                <c:pt idx="162">
                  <c:v>70.207099999999997</c:v>
                </c:pt>
                <c:pt idx="163">
                  <c:v>70.217100000000002</c:v>
                </c:pt>
                <c:pt idx="164">
                  <c:v>70.227099999999993</c:v>
                </c:pt>
                <c:pt idx="165">
                  <c:v>70.237099999999998</c:v>
                </c:pt>
                <c:pt idx="166">
                  <c:v>70.247100000000003</c:v>
                </c:pt>
                <c:pt idx="167">
                  <c:v>70.257099999999994</c:v>
                </c:pt>
                <c:pt idx="168">
                  <c:v>70.267099999999999</c:v>
                </c:pt>
                <c:pt idx="169">
                  <c:v>70.277100000000004</c:v>
                </c:pt>
                <c:pt idx="170">
                  <c:v>70.287099999999995</c:v>
                </c:pt>
                <c:pt idx="171">
                  <c:v>70.2971</c:v>
                </c:pt>
                <c:pt idx="172">
                  <c:v>70.307100000000005</c:v>
                </c:pt>
                <c:pt idx="173">
                  <c:v>70.317099999999996</c:v>
                </c:pt>
                <c:pt idx="174">
                  <c:v>70.327100000000002</c:v>
                </c:pt>
                <c:pt idx="175">
                  <c:v>70.337100000000007</c:v>
                </c:pt>
                <c:pt idx="176">
                  <c:v>70.347099999999998</c:v>
                </c:pt>
                <c:pt idx="177">
                  <c:v>70.357100000000003</c:v>
                </c:pt>
                <c:pt idx="178">
                  <c:v>70.367099999999994</c:v>
                </c:pt>
                <c:pt idx="179">
                  <c:v>70.377099999999999</c:v>
                </c:pt>
                <c:pt idx="180">
                  <c:v>70.387100000000004</c:v>
                </c:pt>
                <c:pt idx="181">
                  <c:v>70.397099999999995</c:v>
                </c:pt>
                <c:pt idx="182">
                  <c:v>70.4071</c:v>
                </c:pt>
                <c:pt idx="183">
                  <c:v>70.417100000000005</c:v>
                </c:pt>
                <c:pt idx="184">
                  <c:v>70.427099999999996</c:v>
                </c:pt>
                <c:pt idx="185">
                  <c:v>70.437100000000001</c:v>
                </c:pt>
                <c:pt idx="186">
                  <c:v>70.447100000000006</c:v>
                </c:pt>
                <c:pt idx="187">
                  <c:v>70.457099999999997</c:v>
                </c:pt>
                <c:pt idx="188">
                  <c:v>70.467100000000002</c:v>
                </c:pt>
                <c:pt idx="189">
                  <c:v>70.477099999999993</c:v>
                </c:pt>
                <c:pt idx="190">
                  <c:v>70.487099999999998</c:v>
                </c:pt>
                <c:pt idx="191">
                  <c:v>70.497100000000003</c:v>
                </c:pt>
                <c:pt idx="192">
                  <c:v>70.507099999999994</c:v>
                </c:pt>
                <c:pt idx="193">
                  <c:v>70.517099999999999</c:v>
                </c:pt>
                <c:pt idx="194">
                  <c:v>70.527100000000004</c:v>
                </c:pt>
                <c:pt idx="195">
                  <c:v>70.537099999999995</c:v>
                </c:pt>
                <c:pt idx="196">
                  <c:v>70.5471</c:v>
                </c:pt>
                <c:pt idx="197">
                  <c:v>70.557100000000005</c:v>
                </c:pt>
                <c:pt idx="198">
                  <c:v>70.567099999999996</c:v>
                </c:pt>
                <c:pt idx="199">
                  <c:v>70.577100000000002</c:v>
                </c:pt>
                <c:pt idx="200">
                  <c:v>70.587100000000007</c:v>
                </c:pt>
              </c:numCache>
            </c:numRef>
          </c:xVal>
          <c:yVal>
            <c:numRef>
              <c:f>'[Microsoft PowerPoint 中的图表]Si_TEOS_2thome'!$E$20:$E$220</c:f>
              <c:numCache>
                <c:formatCode>0.00E+00</c:formatCode>
                <c:ptCount val="201"/>
                <c:pt idx="0">
                  <c:v>1.5223430528788186E-2</c:v>
                </c:pt>
                <c:pt idx="1">
                  <c:v>1.8655821511432233E-2</c:v>
                </c:pt>
                <c:pt idx="2">
                  <c:v>1.6863628767664313E-2</c:v>
                </c:pt>
                <c:pt idx="3">
                  <c:v>1.8668410631293667E-2</c:v>
                </c:pt>
                <c:pt idx="4">
                  <c:v>1.6151918194626164E-2</c:v>
                </c:pt>
                <c:pt idx="5">
                  <c:v>1.8127009349821685E-2</c:v>
                </c:pt>
                <c:pt idx="6">
                  <c:v>1.9744074435304213E-2</c:v>
                </c:pt>
                <c:pt idx="7">
                  <c:v>2.260766780680485E-2</c:v>
                </c:pt>
                <c:pt idx="8">
                  <c:v>2.6188757948288038E-2</c:v>
                </c:pt>
                <c:pt idx="9">
                  <c:v>2.3669420394530148E-2</c:v>
                </c:pt>
                <c:pt idx="10">
                  <c:v>2.2068295561651307E-2</c:v>
                </c:pt>
                <c:pt idx="11">
                  <c:v>2.00864420031606E-2</c:v>
                </c:pt>
                <c:pt idx="12">
                  <c:v>2.4751076806357797E-2</c:v>
                </c:pt>
                <c:pt idx="13">
                  <c:v>2.3849954734399822E-2</c:v>
                </c:pt>
                <c:pt idx="14">
                  <c:v>2.3666355167231305E-2</c:v>
                </c:pt>
                <c:pt idx="15">
                  <c:v>2.6887478108887513E-2</c:v>
                </c:pt>
                <c:pt idx="16">
                  <c:v>2.384225205953586E-2</c:v>
                </c:pt>
                <c:pt idx="17">
                  <c:v>2.5862552959414219E-2</c:v>
                </c:pt>
                <c:pt idx="18">
                  <c:v>2.7130554835118541E-2</c:v>
                </c:pt>
                <c:pt idx="19">
                  <c:v>2.6422576700561081E-2</c:v>
                </c:pt>
                <c:pt idx="20">
                  <c:v>2.932418159807219E-2</c:v>
                </c:pt>
                <c:pt idx="21">
                  <c:v>3.1311065575304477E-2</c:v>
                </c:pt>
                <c:pt idx="22">
                  <c:v>3.3467350278680467E-2</c:v>
                </c:pt>
                <c:pt idx="23">
                  <c:v>2.7536485573419235E-2</c:v>
                </c:pt>
                <c:pt idx="24">
                  <c:v>2.5895535969259122E-2</c:v>
                </c:pt>
                <c:pt idx="25">
                  <c:v>2.7896548583216187E-2</c:v>
                </c:pt>
                <c:pt idx="26">
                  <c:v>3.4402566914208448E-2</c:v>
                </c:pt>
                <c:pt idx="27">
                  <c:v>3.3525179671982076E-2</c:v>
                </c:pt>
                <c:pt idx="28">
                  <c:v>3.048990658704483E-2</c:v>
                </c:pt>
                <c:pt idx="29">
                  <c:v>3.7174859386094376E-2</c:v>
                </c:pt>
                <c:pt idx="30">
                  <c:v>3.7357868874710425E-2</c:v>
                </c:pt>
                <c:pt idx="31">
                  <c:v>4.2601054303888844E-2</c:v>
                </c:pt>
                <c:pt idx="32">
                  <c:v>3.7002980924042778E-2</c:v>
                </c:pt>
                <c:pt idx="33">
                  <c:v>3.627621380572351E-2</c:v>
                </c:pt>
                <c:pt idx="34">
                  <c:v>3.8254722134931078E-2</c:v>
                </c:pt>
                <c:pt idx="35">
                  <c:v>3.9901012268821028E-2</c:v>
                </c:pt>
                <c:pt idx="36">
                  <c:v>4.1882653434347793E-2</c:v>
                </c:pt>
                <c:pt idx="37">
                  <c:v>4.5121443372164428E-2</c:v>
                </c:pt>
                <c:pt idx="38">
                  <c:v>4.9308444549764227E-2</c:v>
                </c:pt>
                <c:pt idx="39">
                  <c:v>4.9318219870234915E-2</c:v>
                </c:pt>
                <c:pt idx="40">
                  <c:v>4.4436152907186534E-2</c:v>
                </c:pt>
                <c:pt idx="41">
                  <c:v>4.8596725296116652E-2</c:v>
                </c:pt>
                <c:pt idx="42">
                  <c:v>5.6916932285040286E-2</c:v>
                </c:pt>
                <c:pt idx="43">
                  <c:v>5.1832362508969533E-2</c:v>
                </c:pt>
                <c:pt idx="44">
                  <c:v>5.0411197270090927E-2</c:v>
                </c:pt>
                <c:pt idx="45">
                  <c:v>6.1406644534869138E-2</c:v>
                </c:pt>
                <c:pt idx="46">
                  <c:v>5.9807653887216532E-2</c:v>
                </c:pt>
                <c:pt idx="47">
                  <c:v>7.1185890262758511E-2</c:v>
                </c:pt>
                <c:pt idx="48">
                  <c:v>7.012963173231361E-2</c:v>
                </c:pt>
                <c:pt idx="49">
                  <c:v>6.8677063602985269E-2</c:v>
                </c:pt>
                <c:pt idx="50">
                  <c:v>7.5560268090000382E-2</c:v>
                </c:pt>
                <c:pt idx="51">
                  <c:v>7.8946366259544293E-2</c:v>
                </c:pt>
                <c:pt idx="52">
                  <c:v>8.6197372031869404E-2</c:v>
                </c:pt>
                <c:pt idx="53">
                  <c:v>8.5337863086391352E-2</c:v>
                </c:pt>
                <c:pt idx="54">
                  <c:v>8.9267727793713059E-2</c:v>
                </c:pt>
                <c:pt idx="55">
                  <c:v>9.6860979610384298E-2</c:v>
                </c:pt>
                <c:pt idx="56">
                  <c:v>9.9435648457377943E-2</c:v>
                </c:pt>
                <c:pt idx="57">
                  <c:v>0.11824125142201378</c:v>
                </c:pt>
                <c:pt idx="58">
                  <c:v>0.12210544077965715</c:v>
                </c:pt>
                <c:pt idx="59">
                  <c:v>0.13059577812066706</c:v>
                </c:pt>
                <c:pt idx="60">
                  <c:v>0.12232407490880252</c:v>
                </c:pt>
                <c:pt idx="61">
                  <c:v>0.14607260717231343</c:v>
                </c:pt>
                <c:pt idx="62">
                  <c:v>0.14987978934938648</c:v>
                </c:pt>
                <c:pt idx="63">
                  <c:v>0.15713066089680949</c:v>
                </c:pt>
                <c:pt idx="64">
                  <c:v>0.16774577384246958</c:v>
                </c:pt>
                <c:pt idx="65">
                  <c:v>0.18095722354002308</c:v>
                </c:pt>
                <c:pt idx="66">
                  <c:v>0.19907713991230075</c:v>
                </c:pt>
                <c:pt idx="67">
                  <c:v>0.20946582015681078</c:v>
                </c:pt>
                <c:pt idx="68">
                  <c:v>0.21770004215991334</c:v>
                </c:pt>
                <c:pt idx="69">
                  <c:v>0.23766379532451914</c:v>
                </c:pt>
                <c:pt idx="70">
                  <c:v>0.25427707993852</c:v>
                </c:pt>
                <c:pt idx="71">
                  <c:v>0.26834350090238196</c:v>
                </c:pt>
                <c:pt idx="72">
                  <c:v>0.28580231769550035</c:v>
                </c:pt>
                <c:pt idx="73">
                  <c:v>0.31370618213701151</c:v>
                </c:pt>
                <c:pt idx="74">
                  <c:v>0.32170981038833624</c:v>
                </c:pt>
                <c:pt idx="75">
                  <c:v>0.35909480035625829</c:v>
                </c:pt>
                <c:pt idx="76">
                  <c:v>0.38269102454853243</c:v>
                </c:pt>
                <c:pt idx="77">
                  <c:v>0.44258379148280225</c:v>
                </c:pt>
                <c:pt idx="78">
                  <c:v>0.48713392642327003</c:v>
                </c:pt>
                <c:pt idx="79">
                  <c:v>0.50896025618536245</c:v>
                </c:pt>
                <c:pt idx="80">
                  <c:v>0.57392589903996072</c:v>
                </c:pt>
                <c:pt idx="81">
                  <c:v>0.6708226851563529</c:v>
                </c:pt>
                <c:pt idx="82">
                  <c:v>0.73944563300326827</c:v>
                </c:pt>
                <c:pt idx="83">
                  <c:v>0.81504254416890376</c:v>
                </c:pt>
                <c:pt idx="84">
                  <c:v>0.91151563494959065</c:v>
                </c:pt>
                <c:pt idx="85">
                  <c:v>1.0360812013405063</c:v>
                </c:pt>
                <c:pt idx="86">
                  <c:v>1.2096273495274543</c:v>
                </c:pt>
                <c:pt idx="87">
                  <c:v>1.3977652880510352</c:v>
                </c:pt>
                <c:pt idx="88">
                  <c:v>1.6394620270429743</c:v>
                </c:pt>
                <c:pt idx="89">
                  <c:v>1.9991823935742132</c:v>
                </c:pt>
                <c:pt idx="90">
                  <c:v>2.4233062831701297</c:v>
                </c:pt>
                <c:pt idx="91">
                  <c:v>2.9847744675713948</c:v>
                </c:pt>
                <c:pt idx="92">
                  <c:v>3.8259673712609463</c:v>
                </c:pt>
                <c:pt idx="93">
                  <c:v>5.0423302908913632</c:v>
                </c:pt>
                <c:pt idx="94">
                  <c:v>7.126541114516014</c:v>
                </c:pt>
                <c:pt idx="95">
                  <c:v>10.658680216304107</c:v>
                </c:pt>
                <c:pt idx="96">
                  <c:v>17.606045599046499</c:v>
                </c:pt>
                <c:pt idx="97">
                  <c:v>35.691786032059909</c:v>
                </c:pt>
                <c:pt idx="98">
                  <c:v>121.66034240496381</c:v>
                </c:pt>
                <c:pt idx="99">
                  <c:v>7411.2050255298418</c:v>
                </c:pt>
                <c:pt idx="100">
                  <c:v>17653.435843421412</c:v>
                </c:pt>
                <c:pt idx="101">
                  <c:v>221.58295233692692</c:v>
                </c:pt>
                <c:pt idx="102">
                  <c:v>46.897407303092884</c:v>
                </c:pt>
                <c:pt idx="103">
                  <c:v>21.190627937453559</c:v>
                </c:pt>
                <c:pt idx="104">
                  <c:v>12.037255382752328</c:v>
                </c:pt>
                <c:pt idx="105">
                  <c:v>7.7431707042528997</c:v>
                </c:pt>
                <c:pt idx="106">
                  <c:v>5.3895328340289428</c:v>
                </c:pt>
                <c:pt idx="107">
                  <c:v>3.8624342623135712</c:v>
                </c:pt>
                <c:pt idx="108">
                  <c:v>2.9655089724631312</c:v>
                </c:pt>
                <c:pt idx="109">
                  <c:v>2.3725077314066176</c:v>
                </c:pt>
                <c:pt idx="110">
                  <c:v>1.9323301752254955</c:v>
                </c:pt>
                <c:pt idx="111">
                  <c:v>1.5724132501392598</c:v>
                </c:pt>
                <c:pt idx="112">
                  <c:v>1.3392364260667102</c:v>
                </c:pt>
                <c:pt idx="113">
                  <c:v>1.1591277432674756</c:v>
                </c:pt>
                <c:pt idx="114">
                  <c:v>1.0357853926976237</c:v>
                </c:pt>
                <c:pt idx="115">
                  <c:v>0.89422902624020617</c:v>
                </c:pt>
                <c:pt idx="116">
                  <c:v>0.75629786791527842</c:v>
                </c:pt>
                <c:pt idx="117">
                  <c:v>0.67680544470718607</c:v>
                </c:pt>
                <c:pt idx="118">
                  <c:v>0.60166448937083772</c:v>
                </c:pt>
                <c:pt idx="119">
                  <c:v>0.55416957333145256</c:v>
                </c:pt>
                <c:pt idx="120">
                  <c:v>0.47964175732623993</c:v>
                </c:pt>
                <c:pt idx="121">
                  <c:v>0.43136893697838807</c:v>
                </c:pt>
                <c:pt idx="122">
                  <c:v>0.40819815588844227</c:v>
                </c:pt>
                <c:pt idx="123">
                  <c:v>0.36979820393657686</c:v>
                </c:pt>
                <c:pt idx="124">
                  <c:v>0.33543074483585716</c:v>
                </c:pt>
                <c:pt idx="125">
                  <c:v>0.32124786427797292</c:v>
                </c:pt>
                <c:pt idx="126">
                  <c:v>0.28090716261508986</c:v>
                </c:pt>
                <c:pt idx="127">
                  <c:v>0.26061359384297456</c:v>
                </c:pt>
                <c:pt idx="128">
                  <c:v>0.24401805916559907</c:v>
                </c:pt>
                <c:pt idx="129">
                  <c:v>0.22137524743715156</c:v>
                </c:pt>
                <c:pt idx="130">
                  <c:v>0.2051095119353353</c:v>
                </c:pt>
                <c:pt idx="131">
                  <c:v>0.19363273757287855</c:v>
                </c:pt>
                <c:pt idx="132">
                  <c:v>0.18058604265098702</c:v>
                </c:pt>
                <c:pt idx="133">
                  <c:v>0.16923691422621767</c:v>
                </c:pt>
                <c:pt idx="134">
                  <c:v>0.15651348226517575</c:v>
                </c:pt>
                <c:pt idx="135">
                  <c:v>0.13680459758552688</c:v>
                </c:pt>
                <c:pt idx="136">
                  <c:v>0.13719092006102765</c:v>
                </c:pt>
                <c:pt idx="137">
                  <c:v>0.12806492760105448</c:v>
                </c:pt>
                <c:pt idx="138">
                  <c:v>0.10776649726224612</c:v>
                </c:pt>
                <c:pt idx="139">
                  <c:v>0.12101100539256894</c:v>
                </c:pt>
                <c:pt idx="140">
                  <c:v>0.10304439824386721</c:v>
                </c:pt>
                <c:pt idx="141">
                  <c:v>0.10071605821227018</c:v>
                </c:pt>
                <c:pt idx="142">
                  <c:v>9.9761732373282563E-2</c:v>
                </c:pt>
                <c:pt idx="143">
                  <c:v>9.4275115252243677E-2</c:v>
                </c:pt>
                <c:pt idx="144">
                  <c:v>8.8423063092802956E-2</c:v>
                </c:pt>
                <c:pt idx="145">
                  <c:v>8.7529439098536138E-2</c:v>
                </c:pt>
                <c:pt idx="146">
                  <c:v>8.2686595794863413E-2</c:v>
                </c:pt>
                <c:pt idx="147">
                  <c:v>7.0833936352212246E-2</c:v>
                </c:pt>
                <c:pt idx="148">
                  <c:v>7.5985959479196272E-2</c:v>
                </c:pt>
                <c:pt idx="149">
                  <c:v>6.7904715444374777E-2</c:v>
                </c:pt>
                <c:pt idx="150">
                  <c:v>6.8297084701403596E-2</c:v>
                </c:pt>
                <c:pt idx="151">
                  <c:v>6.2784576125035532E-2</c:v>
                </c:pt>
                <c:pt idx="152">
                  <c:v>5.9660446412401411E-2</c:v>
                </c:pt>
                <c:pt idx="153">
                  <c:v>5.6912885166871596E-2</c:v>
                </c:pt>
                <c:pt idx="154">
                  <c:v>5.5279388435705692E-2</c:v>
                </c:pt>
                <c:pt idx="155">
                  <c:v>5.6036283383615826E-2</c:v>
                </c:pt>
                <c:pt idx="156">
                  <c:v>4.9057483105829254E-2</c:v>
                </c:pt>
                <c:pt idx="157">
                  <c:v>4.8332426917251259E-2</c:v>
                </c:pt>
                <c:pt idx="158">
                  <c:v>4.4690758086765203E-2</c:v>
                </c:pt>
                <c:pt idx="159">
                  <c:v>4.7993404021022944E-2</c:v>
                </c:pt>
                <c:pt idx="160">
                  <c:v>4.2521542109706309E-2</c:v>
                </c:pt>
                <c:pt idx="161">
                  <c:v>4.1431772805610612E-2</c:v>
                </c:pt>
                <c:pt idx="162">
                  <c:v>3.925837985252608E-2</c:v>
                </c:pt>
                <c:pt idx="163">
                  <c:v>4.0541644441376402E-2</c:v>
                </c:pt>
                <c:pt idx="164">
                  <c:v>3.7265893545624346E-2</c:v>
                </c:pt>
                <c:pt idx="165">
                  <c:v>3.5449377710052118E-2</c:v>
                </c:pt>
                <c:pt idx="166">
                  <c:v>2.8829375672142204E-2</c:v>
                </c:pt>
                <c:pt idx="167">
                  <c:v>3.3425107905247387E-2</c:v>
                </c:pt>
                <c:pt idx="168">
                  <c:v>3.3816062526781765E-2</c:v>
                </c:pt>
                <c:pt idx="169">
                  <c:v>2.941434062350607E-2</c:v>
                </c:pt>
                <c:pt idx="170">
                  <c:v>2.79479261002409E-2</c:v>
                </c:pt>
                <c:pt idx="171">
                  <c:v>3.1834744333236097E-2</c:v>
                </c:pt>
                <c:pt idx="172">
                  <c:v>2.8713111474237898E-2</c:v>
                </c:pt>
                <c:pt idx="173">
                  <c:v>2.5044848694493065E-2</c:v>
                </c:pt>
                <c:pt idx="174">
                  <c:v>2.5970764618174411E-2</c:v>
                </c:pt>
                <c:pt idx="175">
                  <c:v>2.4487085317884252E-2</c:v>
                </c:pt>
                <c:pt idx="176">
                  <c:v>2.5765926204252464E-2</c:v>
                </c:pt>
                <c:pt idx="177">
                  <c:v>2.1173170779352567E-2</c:v>
                </c:pt>
                <c:pt idx="178">
                  <c:v>2.1172522903652811E-2</c:v>
                </c:pt>
                <c:pt idx="179">
                  <c:v>2.2106579837424898E-2</c:v>
                </c:pt>
                <c:pt idx="180">
                  <c:v>2.4130644710407947E-2</c:v>
                </c:pt>
                <c:pt idx="181">
                  <c:v>1.8062667244401694E-2</c:v>
                </c:pt>
                <c:pt idx="182">
                  <c:v>2.0287361250586718E-2</c:v>
                </c:pt>
                <c:pt idx="183">
                  <c:v>1.5683516236959846E-2</c:v>
                </c:pt>
                <c:pt idx="184">
                  <c:v>1.8457418311434898E-2</c:v>
                </c:pt>
                <c:pt idx="185">
                  <c:v>1.9752341450862642E-2</c:v>
                </c:pt>
                <c:pt idx="186">
                  <c:v>1.6445826928700061E-2</c:v>
                </c:pt>
                <c:pt idx="187">
                  <c:v>1.4971063429567884E-2</c:v>
                </c:pt>
                <c:pt idx="188">
                  <c:v>1.5171028368157936E-2</c:v>
                </c:pt>
                <c:pt idx="189">
                  <c:v>1.8510563089848348E-2</c:v>
                </c:pt>
                <c:pt idx="190">
                  <c:v>1.4255785335569801E-2</c:v>
                </c:pt>
                <c:pt idx="191">
                  <c:v>1.5547852746212603E-2</c:v>
                </c:pt>
                <c:pt idx="192">
                  <c:v>1.2777779670782172E-2</c:v>
                </c:pt>
                <c:pt idx="193">
                  <c:v>1.2784860353657031E-2</c:v>
                </c:pt>
                <c:pt idx="194">
                  <c:v>1.3719373006113927E-2</c:v>
                </c:pt>
                <c:pt idx="195">
                  <c:v>1.4088197230905517E-2</c:v>
                </c:pt>
                <c:pt idx="196">
                  <c:v>9.6424737618090173E-3</c:v>
                </c:pt>
                <c:pt idx="197">
                  <c:v>8.8905071258248095E-3</c:v>
                </c:pt>
                <c:pt idx="198">
                  <c:v>1.0370515941686736E-2</c:v>
                </c:pt>
                <c:pt idx="199">
                  <c:v>8.6988819456593064E-3</c:v>
                </c:pt>
                <c:pt idx="200">
                  <c:v>7.584551563388814E-3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12B-49B9-B98B-3FB4CA43CF93}"/>
            </c:ext>
          </c:extLst>
        </c:ser>
        <c:ser>
          <c:idx val="1"/>
          <c:order val="1"/>
          <c:tx>
            <c:strRef>
              <c:f>'[Microsoft PowerPoint 中的图表]Si_TEOS_2thome'!$G$1</c:f>
              <c:strCache>
                <c:ptCount val="1"/>
                <c:pt idx="0">
                  <c:v>Si_TEOS_2θ_90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'[Microsoft PowerPoint 中的图表]Si_TEOS_2thome'!$G$20:$G$220</c:f>
              <c:numCache>
                <c:formatCode>General</c:formatCode>
                <c:ptCount val="201"/>
                <c:pt idx="0">
                  <c:v>68.584599999999995</c:v>
                </c:pt>
                <c:pt idx="1">
                  <c:v>68.5946</c:v>
                </c:pt>
                <c:pt idx="2">
                  <c:v>68.604600000000005</c:v>
                </c:pt>
                <c:pt idx="3">
                  <c:v>68.614599999999996</c:v>
                </c:pt>
                <c:pt idx="4">
                  <c:v>68.624600000000001</c:v>
                </c:pt>
                <c:pt idx="5">
                  <c:v>68.634600000000006</c:v>
                </c:pt>
                <c:pt idx="6">
                  <c:v>68.644599999999997</c:v>
                </c:pt>
                <c:pt idx="7">
                  <c:v>68.654600000000002</c:v>
                </c:pt>
                <c:pt idx="8">
                  <c:v>68.664599999999993</c:v>
                </c:pt>
                <c:pt idx="9">
                  <c:v>68.674599999999998</c:v>
                </c:pt>
                <c:pt idx="10">
                  <c:v>68.684600000000003</c:v>
                </c:pt>
                <c:pt idx="11">
                  <c:v>68.694599999999994</c:v>
                </c:pt>
                <c:pt idx="12">
                  <c:v>68.704599999999999</c:v>
                </c:pt>
                <c:pt idx="13">
                  <c:v>68.714600000000004</c:v>
                </c:pt>
                <c:pt idx="14">
                  <c:v>68.724599999999995</c:v>
                </c:pt>
                <c:pt idx="15">
                  <c:v>68.7346</c:v>
                </c:pt>
                <c:pt idx="16">
                  <c:v>68.744600000000005</c:v>
                </c:pt>
                <c:pt idx="17">
                  <c:v>68.754599999999996</c:v>
                </c:pt>
                <c:pt idx="18">
                  <c:v>68.764600000000002</c:v>
                </c:pt>
                <c:pt idx="19">
                  <c:v>68.774600000000007</c:v>
                </c:pt>
                <c:pt idx="20">
                  <c:v>68.784599999999998</c:v>
                </c:pt>
                <c:pt idx="21">
                  <c:v>68.794600000000003</c:v>
                </c:pt>
                <c:pt idx="22">
                  <c:v>68.804599999999994</c:v>
                </c:pt>
                <c:pt idx="23">
                  <c:v>68.814599999999999</c:v>
                </c:pt>
                <c:pt idx="24">
                  <c:v>68.824600000000004</c:v>
                </c:pt>
                <c:pt idx="25">
                  <c:v>68.834599999999995</c:v>
                </c:pt>
                <c:pt idx="26">
                  <c:v>68.8446</c:v>
                </c:pt>
                <c:pt idx="27">
                  <c:v>68.854600000000005</c:v>
                </c:pt>
                <c:pt idx="28">
                  <c:v>68.864599999999996</c:v>
                </c:pt>
                <c:pt idx="29">
                  <c:v>68.874600000000001</c:v>
                </c:pt>
                <c:pt idx="30">
                  <c:v>68.884600000000006</c:v>
                </c:pt>
                <c:pt idx="31">
                  <c:v>68.894599999999997</c:v>
                </c:pt>
                <c:pt idx="32">
                  <c:v>68.904600000000002</c:v>
                </c:pt>
                <c:pt idx="33">
                  <c:v>68.914599999999993</c:v>
                </c:pt>
                <c:pt idx="34">
                  <c:v>68.924599999999998</c:v>
                </c:pt>
                <c:pt idx="35">
                  <c:v>68.934600000000003</c:v>
                </c:pt>
                <c:pt idx="36">
                  <c:v>68.944599999999994</c:v>
                </c:pt>
                <c:pt idx="37">
                  <c:v>68.954599999999999</c:v>
                </c:pt>
                <c:pt idx="38">
                  <c:v>68.964600000000004</c:v>
                </c:pt>
                <c:pt idx="39">
                  <c:v>68.974599999999995</c:v>
                </c:pt>
                <c:pt idx="40">
                  <c:v>68.9846</c:v>
                </c:pt>
                <c:pt idx="41">
                  <c:v>68.994600000000005</c:v>
                </c:pt>
                <c:pt idx="42">
                  <c:v>69.004599999999996</c:v>
                </c:pt>
                <c:pt idx="43">
                  <c:v>69.014600000000002</c:v>
                </c:pt>
                <c:pt idx="44">
                  <c:v>69.024600000000007</c:v>
                </c:pt>
                <c:pt idx="45">
                  <c:v>69.034599999999998</c:v>
                </c:pt>
                <c:pt idx="46">
                  <c:v>69.044600000000003</c:v>
                </c:pt>
                <c:pt idx="47">
                  <c:v>69.054599999999994</c:v>
                </c:pt>
                <c:pt idx="48">
                  <c:v>69.064599999999999</c:v>
                </c:pt>
                <c:pt idx="49">
                  <c:v>69.074600000000004</c:v>
                </c:pt>
                <c:pt idx="50">
                  <c:v>69.084599999999995</c:v>
                </c:pt>
                <c:pt idx="51">
                  <c:v>69.0946</c:v>
                </c:pt>
                <c:pt idx="52">
                  <c:v>69.104600000000005</c:v>
                </c:pt>
                <c:pt idx="53">
                  <c:v>69.114599999999996</c:v>
                </c:pt>
                <c:pt idx="54">
                  <c:v>69.124600000000001</c:v>
                </c:pt>
                <c:pt idx="55">
                  <c:v>69.134600000000006</c:v>
                </c:pt>
                <c:pt idx="56">
                  <c:v>69.144599999999997</c:v>
                </c:pt>
                <c:pt idx="57">
                  <c:v>69.154600000000002</c:v>
                </c:pt>
                <c:pt idx="58">
                  <c:v>69.164599999999993</c:v>
                </c:pt>
                <c:pt idx="59">
                  <c:v>69.174599999999998</c:v>
                </c:pt>
                <c:pt idx="60">
                  <c:v>69.184600000000003</c:v>
                </c:pt>
                <c:pt idx="61">
                  <c:v>69.194599999999994</c:v>
                </c:pt>
                <c:pt idx="62">
                  <c:v>69.204599999999999</c:v>
                </c:pt>
                <c:pt idx="63">
                  <c:v>69.214600000000004</c:v>
                </c:pt>
                <c:pt idx="64">
                  <c:v>69.224599999999995</c:v>
                </c:pt>
                <c:pt idx="65">
                  <c:v>69.2346</c:v>
                </c:pt>
                <c:pt idx="66">
                  <c:v>69.244600000000005</c:v>
                </c:pt>
                <c:pt idx="67">
                  <c:v>69.254599999999996</c:v>
                </c:pt>
                <c:pt idx="68">
                  <c:v>69.264600000000002</c:v>
                </c:pt>
                <c:pt idx="69">
                  <c:v>69.274600000000007</c:v>
                </c:pt>
                <c:pt idx="70">
                  <c:v>69.284599999999998</c:v>
                </c:pt>
                <c:pt idx="71">
                  <c:v>69.294600000000003</c:v>
                </c:pt>
                <c:pt idx="72">
                  <c:v>69.304599999999994</c:v>
                </c:pt>
                <c:pt idx="73">
                  <c:v>69.314599999999999</c:v>
                </c:pt>
                <c:pt idx="74">
                  <c:v>69.324600000000004</c:v>
                </c:pt>
                <c:pt idx="75">
                  <c:v>69.334599999999995</c:v>
                </c:pt>
                <c:pt idx="76">
                  <c:v>69.3446</c:v>
                </c:pt>
                <c:pt idx="77">
                  <c:v>69.354600000000005</c:v>
                </c:pt>
                <c:pt idx="78">
                  <c:v>69.364599999999996</c:v>
                </c:pt>
                <c:pt idx="79">
                  <c:v>69.374600000000001</c:v>
                </c:pt>
                <c:pt idx="80">
                  <c:v>69.384600000000006</c:v>
                </c:pt>
                <c:pt idx="81">
                  <c:v>69.394599999999997</c:v>
                </c:pt>
                <c:pt idx="82">
                  <c:v>69.404600000000002</c:v>
                </c:pt>
                <c:pt idx="83">
                  <c:v>69.414599999999993</c:v>
                </c:pt>
                <c:pt idx="84">
                  <c:v>69.424599999999998</c:v>
                </c:pt>
                <c:pt idx="85">
                  <c:v>69.434600000000003</c:v>
                </c:pt>
                <c:pt idx="86">
                  <c:v>69.444599999999994</c:v>
                </c:pt>
                <c:pt idx="87">
                  <c:v>69.454599999999999</c:v>
                </c:pt>
                <c:pt idx="88">
                  <c:v>69.464600000000004</c:v>
                </c:pt>
                <c:pt idx="89">
                  <c:v>69.474599999999995</c:v>
                </c:pt>
                <c:pt idx="90">
                  <c:v>69.4846</c:v>
                </c:pt>
                <c:pt idx="91">
                  <c:v>69.494600000000005</c:v>
                </c:pt>
                <c:pt idx="92">
                  <c:v>69.504599999999996</c:v>
                </c:pt>
                <c:pt idx="93">
                  <c:v>69.514600000000002</c:v>
                </c:pt>
                <c:pt idx="94">
                  <c:v>69.524600000000007</c:v>
                </c:pt>
                <c:pt idx="95">
                  <c:v>69.534599999999998</c:v>
                </c:pt>
                <c:pt idx="96">
                  <c:v>69.544600000000003</c:v>
                </c:pt>
                <c:pt idx="97">
                  <c:v>69.554599999999994</c:v>
                </c:pt>
                <c:pt idx="98">
                  <c:v>69.564599999999999</c:v>
                </c:pt>
                <c:pt idx="99">
                  <c:v>69.574600000000004</c:v>
                </c:pt>
                <c:pt idx="100">
                  <c:v>69.584599999999995</c:v>
                </c:pt>
                <c:pt idx="101">
                  <c:v>69.5946</c:v>
                </c:pt>
                <c:pt idx="102">
                  <c:v>69.604600000000005</c:v>
                </c:pt>
                <c:pt idx="103">
                  <c:v>69.614599999999996</c:v>
                </c:pt>
                <c:pt idx="104">
                  <c:v>69.624600000000001</c:v>
                </c:pt>
                <c:pt idx="105">
                  <c:v>69.634600000000006</c:v>
                </c:pt>
                <c:pt idx="106">
                  <c:v>69.644599999999997</c:v>
                </c:pt>
                <c:pt idx="107">
                  <c:v>69.654600000000002</c:v>
                </c:pt>
                <c:pt idx="108">
                  <c:v>69.664599999999993</c:v>
                </c:pt>
                <c:pt idx="109">
                  <c:v>69.674599999999998</c:v>
                </c:pt>
                <c:pt idx="110">
                  <c:v>69.684600000000003</c:v>
                </c:pt>
                <c:pt idx="111">
                  <c:v>69.694599999999994</c:v>
                </c:pt>
                <c:pt idx="112">
                  <c:v>69.704599999999999</c:v>
                </c:pt>
                <c:pt idx="113">
                  <c:v>69.714600000000004</c:v>
                </c:pt>
                <c:pt idx="114">
                  <c:v>69.724599999999995</c:v>
                </c:pt>
                <c:pt idx="115">
                  <c:v>69.7346</c:v>
                </c:pt>
                <c:pt idx="116">
                  <c:v>69.744600000000005</c:v>
                </c:pt>
                <c:pt idx="117">
                  <c:v>69.754599999999996</c:v>
                </c:pt>
                <c:pt idx="118">
                  <c:v>69.764600000000002</c:v>
                </c:pt>
                <c:pt idx="119">
                  <c:v>69.774600000000007</c:v>
                </c:pt>
                <c:pt idx="120">
                  <c:v>69.784599999999998</c:v>
                </c:pt>
                <c:pt idx="121">
                  <c:v>69.794600000000003</c:v>
                </c:pt>
                <c:pt idx="122">
                  <c:v>69.804599999999994</c:v>
                </c:pt>
                <c:pt idx="123">
                  <c:v>69.814599999999999</c:v>
                </c:pt>
                <c:pt idx="124">
                  <c:v>69.824600000000004</c:v>
                </c:pt>
                <c:pt idx="125">
                  <c:v>69.834599999999995</c:v>
                </c:pt>
                <c:pt idx="126">
                  <c:v>69.8446</c:v>
                </c:pt>
                <c:pt idx="127">
                  <c:v>69.854600000000005</c:v>
                </c:pt>
                <c:pt idx="128">
                  <c:v>69.864599999999996</c:v>
                </c:pt>
                <c:pt idx="129">
                  <c:v>69.874600000000001</c:v>
                </c:pt>
                <c:pt idx="130">
                  <c:v>69.884600000000006</c:v>
                </c:pt>
                <c:pt idx="131">
                  <c:v>69.894599999999997</c:v>
                </c:pt>
                <c:pt idx="132">
                  <c:v>69.904600000000002</c:v>
                </c:pt>
                <c:pt idx="133">
                  <c:v>69.914599999999993</c:v>
                </c:pt>
                <c:pt idx="134">
                  <c:v>69.924599999999998</c:v>
                </c:pt>
                <c:pt idx="135">
                  <c:v>69.934600000000003</c:v>
                </c:pt>
                <c:pt idx="136">
                  <c:v>69.944599999999994</c:v>
                </c:pt>
                <c:pt idx="137">
                  <c:v>69.954599999999999</c:v>
                </c:pt>
                <c:pt idx="138">
                  <c:v>69.964600000000004</c:v>
                </c:pt>
                <c:pt idx="139">
                  <c:v>69.974599999999995</c:v>
                </c:pt>
                <c:pt idx="140">
                  <c:v>69.9846</c:v>
                </c:pt>
                <c:pt idx="141">
                  <c:v>69.994600000000005</c:v>
                </c:pt>
                <c:pt idx="142">
                  <c:v>70.004599999999996</c:v>
                </c:pt>
                <c:pt idx="143">
                  <c:v>70.014600000000002</c:v>
                </c:pt>
                <c:pt idx="144">
                  <c:v>70.024600000000007</c:v>
                </c:pt>
                <c:pt idx="145">
                  <c:v>70.034599999999998</c:v>
                </c:pt>
                <c:pt idx="146">
                  <c:v>70.044600000000003</c:v>
                </c:pt>
                <c:pt idx="147">
                  <c:v>70.054599999999994</c:v>
                </c:pt>
                <c:pt idx="148">
                  <c:v>70.064599999999999</c:v>
                </c:pt>
                <c:pt idx="149">
                  <c:v>70.074600000000004</c:v>
                </c:pt>
                <c:pt idx="150">
                  <c:v>70.084599999999995</c:v>
                </c:pt>
                <c:pt idx="151">
                  <c:v>70.0946</c:v>
                </c:pt>
                <c:pt idx="152">
                  <c:v>70.104600000000005</c:v>
                </c:pt>
                <c:pt idx="153">
                  <c:v>70.114599999999996</c:v>
                </c:pt>
                <c:pt idx="154">
                  <c:v>70.124600000000001</c:v>
                </c:pt>
                <c:pt idx="155">
                  <c:v>70.134600000000006</c:v>
                </c:pt>
                <c:pt idx="156">
                  <c:v>70.144599999999997</c:v>
                </c:pt>
                <c:pt idx="157">
                  <c:v>70.154600000000002</c:v>
                </c:pt>
                <c:pt idx="158">
                  <c:v>70.164599999999993</c:v>
                </c:pt>
                <c:pt idx="159">
                  <c:v>70.174599999999998</c:v>
                </c:pt>
                <c:pt idx="160">
                  <c:v>70.184600000000003</c:v>
                </c:pt>
                <c:pt idx="161">
                  <c:v>70.194599999999994</c:v>
                </c:pt>
                <c:pt idx="162">
                  <c:v>70.204599999999999</c:v>
                </c:pt>
                <c:pt idx="163">
                  <c:v>70.214600000000004</c:v>
                </c:pt>
                <c:pt idx="164">
                  <c:v>70.224599999999995</c:v>
                </c:pt>
                <c:pt idx="165">
                  <c:v>70.2346</c:v>
                </c:pt>
                <c:pt idx="166">
                  <c:v>70.244600000000005</c:v>
                </c:pt>
                <c:pt idx="167">
                  <c:v>70.254599999999996</c:v>
                </c:pt>
                <c:pt idx="168">
                  <c:v>70.264600000000002</c:v>
                </c:pt>
                <c:pt idx="169">
                  <c:v>70.274600000000007</c:v>
                </c:pt>
                <c:pt idx="170">
                  <c:v>70.284599999999998</c:v>
                </c:pt>
                <c:pt idx="171">
                  <c:v>70.294600000000003</c:v>
                </c:pt>
                <c:pt idx="172">
                  <c:v>70.304599999999994</c:v>
                </c:pt>
                <c:pt idx="173">
                  <c:v>70.314599999999999</c:v>
                </c:pt>
                <c:pt idx="174">
                  <c:v>70.324600000000004</c:v>
                </c:pt>
                <c:pt idx="175">
                  <c:v>70.334599999999995</c:v>
                </c:pt>
                <c:pt idx="176">
                  <c:v>70.3446</c:v>
                </c:pt>
                <c:pt idx="177">
                  <c:v>70.354600000000005</c:v>
                </c:pt>
                <c:pt idx="178">
                  <c:v>70.364599999999996</c:v>
                </c:pt>
                <c:pt idx="179">
                  <c:v>70.374600000000001</c:v>
                </c:pt>
                <c:pt idx="180">
                  <c:v>70.384600000000006</c:v>
                </c:pt>
                <c:pt idx="181">
                  <c:v>70.394599999999997</c:v>
                </c:pt>
                <c:pt idx="182">
                  <c:v>70.404600000000002</c:v>
                </c:pt>
                <c:pt idx="183">
                  <c:v>70.414599999999993</c:v>
                </c:pt>
                <c:pt idx="184">
                  <c:v>70.424599999999998</c:v>
                </c:pt>
                <c:pt idx="185">
                  <c:v>70.434600000000003</c:v>
                </c:pt>
                <c:pt idx="186">
                  <c:v>70.444599999999994</c:v>
                </c:pt>
                <c:pt idx="187">
                  <c:v>70.454599999999999</c:v>
                </c:pt>
                <c:pt idx="188">
                  <c:v>70.464600000000004</c:v>
                </c:pt>
                <c:pt idx="189">
                  <c:v>70.474599999999995</c:v>
                </c:pt>
                <c:pt idx="190">
                  <c:v>70.4846</c:v>
                </c:pt>
                <c:pt idx="191">
                  <c:v>70.494600000000005</c:v>
                </c:pt>
                <c:pt idx="192">
                  <c:v>70.504599999999996</c:v>
                </c:pt>
                <c:pt idx="193">
                  <c:v>70.514600000000002</c:v>
                </c:pt>
                <c:pt idx="194">
                  <c:v>70.524600000000007</c:v>
                </c:pt>
                <c:pt idx="195">
                  <c:v>70.534599999999998</c:v>
                </c:pt>
                <c:pt idx="196">
                  <c:v>70.544600000000003</c:v>
                </c:pt>
                <c:pt idx="197">
                  <c:v>70.554599999999994</c:v>
                </c:pt>
                <c:pt idx="198">
                  <c:v>70.564599999999999</c:v>
                </c:pt>
                <c:pt idx="199">
                  <c:v>70.574600000000004</c:v>
                </c:pt>
                <c:pt idx="200">
                  <c:v>70.584599999999995</c:v>
                </c:pt>
              </c:numCache>
            </c:numRef>
          </c:xVal>
          <c:yVal>
            <c:numRef>
              <c:f>'[Microsoft PowerPoint 中的图表]Si_TEOS_2thome'!$K$20:$K$220</c:f>
              <c:numCache>
                <c:formatCode>0.00E+00</c:formatCode>
                <c:ptCount val="201"/>
                <c:pt idx="0">
                  <c:v>1.0154896995978371E-2</c:v>
                </c:pt>
                <c:pt idx="1">
                  <c:v>8.4144764509850641E-3</c:v>
                </c:pt>
                <c:pt idx="2">
                  <c:v>1.7695545129108294E-2</c:v>
                </c:pt>
                <c:pt idx="3">
                  <c:v>8.9952536689100731E-3</c:v>
                </c:pt>
                <c:pt idx="4">
                  <c:v>9.5748185753221238E-3</c:v>
                </c:pt>
                <c:pt idx="5">
                  <c:v>8.4143741535030805E-3</c:v>
                </c:pt>
                <c:pt idx="6">
                  <c:v>8.9965542326654619E-3</c:v>
                </c:pt>
                <c:pt idx="7">
                  <c:v>1.3926929232224061E-2</c:v>
                </c:pt>
                <c:pt idx="8">
                  <c:v>1.0450678241760474E-2</c:v>
                </c:pt>
                <c:pt idx="9">
                  <c:v>1.2192138346632247E-2</c:v>
                </c:pt>
                <c:pt idx="10">
                  <c:v>1.1900518630407043E-2</c:v>
                </c:pt>
                <c:pt idx="11">
                  <c:v>9.5793993449548673E-3</c:v>
                </c:pt>
                <c:pt idx="12">
                  <c:v>1.1034554212866482E-2</c:v>
                </c:pt>
                <c:pt idx="13">
                  <c:v>1.4809792176509491E-2</c:v>
                </c:pt>
                <c:pt idx="14">
                  <c:v>1.4522371262736736E-2</c:v>
                </c:pt>
                <c:pt idx="15">
                  <c:v>1.3073080641530349E-2</c:v>
                </c:pt>
                <c:pt idx="16">
                  <c:v>1.3065767703135304E-2</c:v>
                </c:pt>
                <c:pt idx="17">
                  <c:v>1.4815611005965462E-2</c:v>
                </c:pt>
                <c:pt idx="18">
                  <c:v>1.2203303905065965E-2</c:v>
                </c:pt>
                <c:pt idx="19">
                  <c:v>1.1332151341520415E-2</c:v>
                </c:pt>
                <c:pt idx="20">
                  <c:v>1.4525182672328583E-2</c:v>
                </c:pt>
                <c:pt idx="21">
                  <c:v>1.9174180815081644E-2</c:v>
                </c:pt>
                <c:pt idx="22">
                  <c:v>1.2503119964586511E-2</c:v>
                </c:pt>
                <c:pt idx="23">
                  <c:v>1.3954807182504371E-2</c:v>
                </c:pt>
                <c:pt idx="24">
                  <c:v>1.4833357265452556E-2</c:v>
                </c:pt>
                <c:pt idx="25">
                  <c:v>1.5695997137050121E-2</c:v>
                </c:pt>
                <c:pt idx="26">
                  <c:v>1.8032384184249548E-2</c:v>
                </c:pt>
                <c:pt idx="27">
                  <c:v>1.3378076601354314E-2</c:v>
                </c:pt>
                <c:pt idx="28">
                  <c:v>1.5712242042084018E-2</c:v>
                </c:pt>
                <c:pt idx="29">
                  <c:v>2.2991342449934168E-2</c:v>
                </c:pt>
                <c:pt idx="30">
                  <c:v>1.6592698647860987E-2</c:v>
                </c:pt>
                <c:pt idx="31">
                  <c:v>2.1831902732411087E-2</c:v>
                </c:pt>
                <c:pt idx="32">
                  <c:v>2.1543968284250883E-2</c:v>
                </c:pt>
                <c:pt idx="33">
                  <c:v>2.2423443669586655E-2</c:v>
                </c:pt>
                <c:pt idx="34">
                  <c:v>2.2422211524271259E-2</c:v>
                </c:pt>
                <c:pt idx="35">
                  <c:v>1.8647246569423803E-2</c:v>
                </c:pt>
                <c:pt idx="36">
                  <c:v>2.0691949275464111E-2</c:v>
                </c:pt>
                <c:pt idx="37">
                  <c:v>2.0689952810297351E-2</c:v>
                </c:pt>
                <c:pt idx="38">
                  <c:v>2.3609330290741613E-2</c:v>
                </c:pt>
                <c:pt idx="39">
                  <c:v>2.3316889971064611E-2</c:v>
                </c:pt>
                <c:pt idx="40">
                  <c:v>2.0697039562507725E-2</c:v>
                </c:pt>
                <c:pt idx="41">
                  <c:v>2.2757668006587586E-2</c:v>
                </c:pt>
                <c:pt idx="42">
                  <c:v>2.88741201814963E-2</c:v>
                </c:pt>
                <c:pt idx="43">
                  <c:v>2.5680443475578379E-2</c:v>
                </c:pt>
                <c:pt idx="44">
                  <c:v>3.1211294895077693E-2</c:v>
                </c:pt>
                <c:pt idx="45">
                  <c:v>2.6255716854148528E-2</c:v>
                </c:pt>
                <c:pt idx="46">
                  <c:v>2.7123058102052636E-2</c:v>
                </c:pt>
                <c:pt idx="47">
                  <c:v>2.8877422575108863E-2</c:v>
                </c:pt>
                <c:pt idx="48">
                  <c:v>3.1507384149317696E-2</c:v>
                </c:pt>
                <c:pt idx="49">
                  <c:v>2.8891766132651497E-2</c:v>
                </c:pt>
                <c:pt idx="50">
                  <c:v>3.7071709734701128E-2</c:v>
                </c:pt>
                <c:pt idx="51">
                  <c:v>3.0051810780611542E-2</c:v>
                </c:pt>
                <c:pt idx="52">
                  <c:v>3.9995376884756594E-2</c:v>
                </c:pt>
                <c:pt idx="53">
                  <c:v>3.7662075017423087E-2</c:v>
                </c:pt>
                <c:pt idx="54">
                  <c:v>3.9140131045248001E-2</c:v>
                </c:pt>
                <c:pt idx="55">
                  <c:v>4.4972470569387392E-2</c:v>
                </c:pt>
                <c:pt idx="56">
                  <c:v>4.7307535424583373E-2</c:v>
                </c:pt>
                <c:pt idx="57">
                  <c:v>4.5845008480158544E-2</c:v>
                </c:pt>
                <c:pt idx="58">
                  <c:v>4.643918359564754E-2</c:v>
                </c:pt>
                <c:pt idx="59">
                  <c:v>4.7299214833033773E-2</c:v>
                </c:pt>
                <c:pt idx="60">
                  <c:v>5.024748052705634E-2</c:v>
                </c:pt>
                <c:pt idx="61">
                  <c:v>5.7244147574477849E-2</c:v>
                </c:pt>
                <c:pt idx="62">
                  <c:v>5.2863185490580146E-2</c:v>
                </c:pt>
                <c:pt idx="63">
                  <c:v>6.6900778491347124E-2</c:v>
                </c:pt>
                <c:pt idx="64">
                  <c:v>6.5141416904104216E-2</c:v>
                </c:pt>
                <c:pt idx="65">
                  <c:v>6.8324972137864731E-2</c:v>
                </c:pt>
                <c:pt idx="66">
                  <c:v>7.446959904195298E-2</c:v>
                </c:pt>
                <c:pt idx="67">
                  <c:v>7.0678579492563426E-2</c:v>
                </c:pt>
                <c:pt idx="68">
                  <c:v>8.1508771176395059E-2</c:v>
                </c:pt>
                <c:pt idx="69">
                  <c:v>8.7348710718422984E-2</c:v>
                </c:pt>
                <c:pt idx="70">
                  <c:v>8.9671441792646037E-2</c:v>
                </c:pt>
                <c:pt idx="71">
                  <c:v>8.7603927459275852E-2</c:v>
                </c:pt>
                <c:pt idx="72">
                  <c:v>0.10716621658315732</c:v>
                </c:pt>
                <c:pt idx="73">
                  <c:v>0.10716271186133834</c:v>
                </c:pt>
                <c:pt idx="74">
                  <c:v>0.11501169747778472</c:v>
                </c:pt>
                <c:pt idx="75">
                  <c:v>0.11536587601223333</c:v>
                </c:pt>
                <c:pt idx="76">
                  <c:v>0.13257382741515786</c:v>
                </c:pt>
                <c:pt idx="77">
                  <c:v>0.14590512169289627</c:v>
                </c:pt>
                <c:pt idx="78">
                  <c:v>0.16089095864935923</c:v>
                </c:pt>
                <c:pt idx="79">
                  <c:v>0.16640054257086387</c:v>
                </c:pt>
                <c:pt idx="80">
                  <c:v>0.1694239390358919</c:v>
                </c:pt>
                <c:pt idx="81">
                  <c:v>0.19394431654212704</c:v>
                </c:pt>
                <c:pt idx="82">
                  <c:v>0.23078233165524389</c:v>
                </c:pt>
                <c:pt idx="83">
                  <c:v>0.2304853609808265</c:v>
                </c:pt>
                <c:pt idx="84">
                  <c:v>0.27089261483611349</c:v>
                </c:pt>
                <c:pt idx="85">
                  <c:v>0.32666169194218814</c:v>
                </c:pt>
                <c:pt idx="86">
                  <c:v>0.3857077019891873</c:v>
                </c:pt>
                <c:pt idx="87">
                  <c:v>0.38457169709062594</c:v>
                </c:pt>
                <c:pt idx="88">
                  <c:v>0.50595498784611304</c:v>
                </c:pt>
                <c:pt idx="89">
                  <c:v>0.56379695963716747</c:v>
                </c:pt>
                <c:pt idx="90">
                  <c:v>0.69622620822452608</c:v>
                </c:pt>
                <c:pt idx="91">
                  <c:v>0.81238245210607585</c:v>
                </c:pt>
                <c:pt idx="92">
                  <c:v>1.0321791879449427</c:v>
                </c:pt>
                <c:pt idx="93">
                  <c:v>1.2853663700768114</c:v>
                </c:pt>
                <c:pt idx="94">
                  <c:v>1.726371543826696</c:v>
                </c:pt>
                <c:pt idx="95">
                  <c:v>2.5131928731910795</c:v>
                </c:pt>
                <c:pt idx="96">
                  <c:v>3.924568965643294</c:v>
                </c:pt>
                <c:pt idx="97">
                  <c:v>7.1619266814913756</c:v>
                </c:pt>
                <c:pt idx="98">
                  <c:v>18.785064338984363</c:v>
                </c:pt>
                <c:pt idx="99">
                  <c:v>518.00874782448318</c:v>
                </c:pt>
                <c:pt idx="100">
                  <c:v>5978.369001148697</c:v>
                </c:pt>
                <c:pt idx="101">
                  <c:v>2515.0230876248238</c:v>
                </c:pt>
                <c:pt idx="102">
                  <c:v>76.920288108944234</c:v>
                </c:pt>
                <c:pt idx="103">
                  <c:v>17.731629117165149</c:v>
                </c:pt>
                <c:pt idx="104">
                  <c:v>5.6927047751184015</c:v>
                </c:pt>
                <c:pt idx="105">
                  <c:v>3.1122939356330792</c:v>
                </c:pt>
                <c:pt idx="106">
                  <c:v>2.0390353274133437</c:v>
                </c:pt>
                <c:pt idx="107">
                  <c:v>1.480418120399714</c:v>
                </c:pt>
                <c:pt idx="108">
                  <c:v>1.1246383361765755</c:v>
                </c:pt>
                <c:pt idx="109">
                  <c:v>0.83732295821606251</c:v>
                </c:pt>
                <c:pt idx="110">
                  <c:v>0.65533232355594084</c:v>
                </c:pt>
                <c:pt idx="111">
                  <c:v>0.54628685285636336</c:v>
                </c:pt>
                <c:pt idx="112">
                  <c:v>0.42265903498125934</c:v>
                </c:pt>
                <c:pt idx="113">
                  <c:v>0.37840295034805599</c:v>
                </c:pt>
                <c:pt idx="114">
                  <c:v>0.32013974846915794</c:v>
                </c:pt>
                <c:pt idx="115">
                  <c:v>0.27056462444839519</c:v>
                </c:pt>
                <c:pt idx="116">
                  <c:v>0.2451995020194391</c:v>
                </c:pt>
                <c:pt idx="117">
                  <c:v>0.20777276446615675</c:v>
                </c:pt>
                <c:pt idx="118">
                  <c:v>0.18201198688153736</c:v>
                </c:pt>
                <c:pt idx="119">
                  <c:v>0.15749417095596321</c:v>
                </c:pt>
                <c:pt idx="120">
                  <c:v>0.14549924487065294</c:v>
                </c:pt>
                <c:pt idx="121">
                  <c:v>0.12318738922484013</c:v>
                </c:pt>
                <c:pt idx="122">
                  <c:v>0.12025754473104035</c:v>
                </c:pt>
                <c:pt idx="123">
                  <c:v>0.10441242509031749</c:v>
                </c:pt>
                <c:pt idx="124">
                  <c:v>9.4202319701308795E-2</c:v>
                </c:pt>
                <c:pt idx="125">
                  <c:v>8.740046612017717E-2</c:v>
                </c:pt>
                <c:pt idx="126">
                  <c:v>8.7144634742506097E-2</c:v>
                </c:pt>
                <c:pt idx="127">
                  <c:v>7.246927889370687E-2</c:v>
                </c:pt>
                <c:pt idx="128">
                  <c:v>6.8424215570696723E-2</c:v>
                </c:pt>
                <c:pt idx="129">
                  <c:v>6.4318958124510869E-2</c:v>
                </c:pt>
                <c:pt idx="130">
                  <c:v>5.7552150249636849E-2</c:v>
                </c:pt>
                <c:pt idx="131">
                  <c:v>4.8488629974624872E-2</c:v>
                </c:pt>
                <c:pt idx="132">
                  <c:v>5.0837426113457908E-2</c:v>
                </c:pt>
                <c:pt idx="133">
                  <c:v>3.5270085233394061E-2</c:v>
                </c:pt>
                <c:pt idx="134">
                  <c:v>3.6438639050919208E-2</c:v>
                </c:pt>
                <c:pt idx="135">
                  <c:v>3.2633419014187925E-2</c:v>
                </c:pt>
                <c:pt idx="136">
                  <c:v>3.3511571780904872E-2</c:v>
                </c:pt>
                <c:pt idx="137">
                  <c:v>3.4082036342909357E-2</c:v>
                </c:pt>
                <c:pt idx="138">
                  <c:v>3.3789212491278343E-2</c:v>
                </c:pt>
                <c:pt idx="139">
                  <c:v>2.4993428933493045E-2</c:v>
                </c:pt>
                <c:pt idx="140">
                  <c:v>2.0865175991881979E-2</c:v>
                </c:pt>
                <c:pt idx="141">
                  <c:v>1.8510266160880008E-2</c:v>
                </c:pt>
                <c:pt idx="142">
                  <c:v>2.1154685617425797E-2</c:v>
                </c:pt>
                <c:pt idx="143">
                  <c:v>1.879298307597909E-2</c:v>
                </c:pt>
                <c:pt idx="144">
                  <c:v>1.791653017550475E-2</c:v>
                </c:pt>
                <c:pt idx="145">
                  <c:v>1.3795396945669764E-2</c:v>
                </c:pt>
                <c:pt idx="146">
                  <c:v>1.1451549360861134E-2</c:v>
                </c:pt>
                <c:pt idx="147">
                  <c:v>1.3798838014530411E-2</c:v>
                </c:pt>
                <c:pt idx="148">
                  <c:v>1.5850094735135673E-2</c:v>
                </c:pt>
                <c:pt idx="149">
                  <c:v>1.056487449222572E-2</c:v>
                </c:pt>
                <c:pt idx="150">
                  <c:v>1.1445933022273961E-2</c:v>
                </c:pt>
                <c:pt idx="151">
                  <c:v>9.9772902202102404E-3</c:v>
                </c:pt>
                <c:pt idx="152">
                  <c:v>1.1443265755469735E-2</c:v>
                </c:pt>
                <c:pt idx="153">
                  <c:v>8.2166657281082418E-3</c:v>
                </c:pt>
                <c:pt idx="154">
                  <c:v>5.5755260464807541E-3</c:v>
                </c:pt>
                <c:pt idx="155">
                  <c:v>8.8070175490099524E-3</c:v>
                </c:pt>
                <c:pt idx="156">
                  <c:v>5.284233022933571E-3</c:v>
                </c:pt>
                <c:pt idx="157">
                  <c:v>5.2867886031170786E-3</c:v>
                </c:pt>
                <c:pt idx="158">
                  <c:v>3.8160874799893912E-3</c:v>
                </c:pt>
                <c:pt idx="159">
                  <c:v>5.579873525411963E-3</c:v>
                </c:pt>
                <c:pt idx="160">
                  <c:v>5.2862184818767586E-3</c:v>
                </c:pt>
                <c:pt idx="161">
                  <c:v>6.1718054294254048E-3</c:v>
                </c:pt>
                <c:pt idx="162">
                  <c:v>4.7023236620544612E-3</c:v>
                </c:pt>
                <c:pt idx="163">
                  <c:v>3.5239977640234188E-3</c:v>
                </c:pt>
                <c:pt idx="164">
                  <c:v>4.7001680545087892E-3</c:v>
                </c:pt>
                <c:pt idx="165">
                  <c:v>2.350073671872021E-3</c:v>
                </c:pt>
                <c:pt idx="166">
                  <c:v>3.5249617079003469E-3</c:v>
                </c:pt>
                <c:pt idx="167">
                  <c:v>2.3511891256562463E-3</c:v>
                </c:pt>
                <c:pt idx="168">
                  <c:v>4.4077485987106041E-3</c:v>
                </c:pt>
                <c:pt idx="169">
                  <c:v>1.7634436716119897E-3</c:v>
                </c:pt>
                <c:pt idx="170">
                  <c:v>1.7635787480530826E-3</c:v>
                </c:pt>
                <c:pt idx="171">
                  <c:v>3.8196846744525353E-3</c:v>
                </c:pt>
                <c:pt idx="172">
                  <c:v>2.3525435966027623E-3</c:v>
                </c:pt>
                <c:pt idx="173">
                  <c:v>2.0598749138015914E-3</c:v>
                </c:pt>
                <c:pt idx="174">
                  <c:v>1.4711563612653945E-3</c:v>
                </c:pt>
                <c:pt idx="175">
                  <c:v>2.3520473293075885E-3</c:v>
                </c:pt>
                <c:pt idx="176">
                  <c:v>2.059303771164752E-3</c:v>
                </c:pt>
                <c:pt idx="177">
                  <c:v>1.4722795814167812E-3</c:v>
                </c:pt>
                <c:pt idx="178">
                  <c:v>1.7659467715976541E-3</c:v>
                </c:pt>
                <c:pt idx="179">
                  <c:v>1.1778639319807137E-3</c:v>
                </c:pt>
                <c:pt idx="180">
                  <c:v>5.0066526633536761E-3</c:v>
                </c:pt>
                <c:pt idx="181">
                  <c:v>1.7663958036088173E-3</c:v>
                </c:pt>
                <c:pt idx="182">
                  <c:v>1.7668346582875515E-3</c:v>
                </c:pt>
                <c:pt idx="183">
                  <c:v>1.4726078736808747E-3</c:v>
                </c:pt>
                <c:pt idx="184">
                  <c:v>8.834448270153188E-4</c:v>
                </c:pt>
                <c:pt idx="185">
                  <c:v>1.4727245522033726E-3</c:v>
                </c:pt>
                <c:pt idx="186">
                  <c:v>1.4730961815431949E-3</c:v>
                </c:pt>
                <c:pt idx="187">
                  <c:v>1.7687891320643115E-3</c:v>
                </c:pt>
                <c:pt idx="188">
                  <c:v>8.846681437282587E-4</c:v>
                </c:pt>
                <c:pt idx="189">
                  <c:v>2.9495502437301853E-4</c:v>
                </c:pt>
                <c:pt idx="190">
                  <c:v>1.4753389133798425E-3</c:v>
                </c:pt>
                <c:pt idx="191">
                  <c:v>1.4746450706272409E-3</c:v>
                </c:pt>
                <c:pt idx="192">
                  <c:v>2.0661558912848984E-3</c:v>
                </c:pt>
                <c:pt idx="193">
                  <c:v>2.6577982043679083E-3</c:v>
                </c:pt>
                <c:pt idx="194">
                  <c:v>5.9046530791939157E-4</c:v>
                </c:pt>
                <c:pt idx="195">
                  <c:v>8.8541360768562625E-4</c:v>
                </c:pt>
                <c:pt idx="196">
                  <c:v>1.7720731723272936E-3</c:v>
                </c:pt>
                <c:pt idx="197">
                  <c:v>1.1804463314797177E-3</c:v>
                </c:pt>
                <c:pt idx="198">
                  <c:v>5.904826885975874E-4</c:v>
                </c:pt>
                <c:pt idx="199">
                  <c:v>2.951022557350836E-4</c:v>
                </c:pt>
                <c:pt idx="200">
                  <c:v>1.1797396815912092E-3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12B-49B9-B98B-3FB4CA43CF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6590048"/>
        <c:axId val="1446591488"/>
      </c:scatterChart>
      <c:valAx>
        <c:axId val="1446590048"/>
        <c:scaling>
          <c:orientation val="minMax"/>
          <c:max val="70.599999999999994"/>
          <c:min val="68.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46591488"/>
        <c:crosses val="autoZero"/>
        <c:crossBetween val="midCat"/>
      </c:valAx>
      <c:valAx>
        <c:axId val="1446591488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446590048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1668170050172304"/>
          <c:y val="0.17794731006810621"/>
          <c:w val="0.18478832460253286"/>
          <c:h val="8.17815849289018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Si_RoughTEOS_2thome-vs-2</a:t>
            </a:r>
            <a:r>
              <a:rPr lang="zh-CN" altLang="en-US"/>
              <a:t>（</a:t>
            </a:r>
            <a:r>
              <a:rPr lang="en-US" altLang="zh-CN"/>
              <a:t>90deg</a:t>
            </a:r>
            <a:r>
              <a:rPr lang="zh-CN" altLang="en-US"/>
              <a:t>）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6756736755004692"/>
          <c:y val="0.103888007849257"/>
          <c:w val="0.79994677831673044"/>
          <c:h val="0.6842142976140787"/>
        </c:manualLayout>
      </c:layout>
      <c:scatterChart>
        <c:scatterStyle val="lineMarker"/>
        <c:varyColors val="0"/>
        <c:ser>
          <c:idx val="0"/>
          <c:order val="0"/>
          <c:tx>
            <c:strRef>
              <c:f>'2thermo'!$A$1</c:f>
              <c:strCache>
                <c:ptCount val="1"/>
                <c:pt idx="0">
                  <c:v>Si_RoughTEOS_θ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alpha val="40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'2thermo'!$A$20:$A$220</c:f>
              <c:numCache>
                <c:formatCode>General</c:formatCode>
                <c:ptCount val="201"/>
                <c:pt idx="0">
                  <c:v>68.5822</c:v>
                </c:pt>
                <c:pt idx="1">
                  <c:v>68.592200000000005</c:v>
                </c:pt>
                <c:pt idx="2">
                  <c:v>68.602199999999996</c:v>
                </c:pt>
                <c:pt idx="3">
                  <c:v>68.612200000000001</c:v>
                </c:pt>
                <c:pt idx="4">
                  <c:v>68.622200000000007</c:v>
                </c:pt>
                <c:pt idx="5">
                  <c:v>68.632199999999997</c:v>
                </c:pt>
                <c:pt idx="6">
                  <c:v>68.642200000000003</c:v>
                </c:pt>
                <c:pt idx="7">
                  <c:v>68.652199999999993</c:v>
                </c:pt>
                <c:pt idx="8">
                  <c:v>68.662199999999999</c:v>
                </c:pt>
                <c:pt idx="9">
                  <c:v>68.672200000000004</c:v>
                </c:pt>
                <c:pt idx="10">
                  <c:v>68.682199999999995</c:v>
                </c:pt>
                <c:pt idx="11">
                  <c:v>68.6922</c:v>
                </c:pt>
                <c:pt idx="12">
                  <c:v>68.702200000000005</c:v>
                </c:pt>
                <c:pt idx="13">
                  <c:v>68.712199999999996</c:v>
                </c:pt>
                <c:pt idx="14">
                  <c:v>68.722200000000001</c:v>
                </c:pt>
                <c:pt idx="15">
                  <c:v>68.732200000000006</c:v>
                </c:pt>
                <c:pt idx="16">
                  <c:v>68.742199999999997</c:v>
                </c:pt>
                <c:pt idx="17">
                  <c:v>68.752200000000002</c:v>
                </c:pt>
                <c:pt idx="18">
                  <c:v>68.762200000000007</c:v>
                </c:pt>
                <c:pt idx="19">
                  <c:v>68.772199999999998</c:v>
                </c:pt>
                <c:pt idx="20">
                  <c:v>68.782200000000003</c:v>
                </c:pt>
                <c:pt idx="21">
                  <c:v>68.792199999999994</c:v>
                </c:pt>
                <c:pt idx="22">
                  <c:v>68.802199999999999</c:v>
                </c:pt>
                <c:pt idx="23">
                  <c:v>68.812200000000004</c:v>
                </c:pt>
                <c:pt idx="24">
                  <c:v>68.822199999999995</c:v>
                </c:pt>
                <c:pt idx="25">
                  <c:v>68.8322</c:v>
                </c:pt>
                <c:pt idx="26">
                  <c:v>68.842200000000005</c:v>
                </c:pt>
                <c:pt idx="27">
                  <c:v>68.852199999999996</c:v>
                </c:pt>
                <c:pt idx="28">
                  <c:v>68.862200000000001</c:v>
                </c:pt>
                <c:pt idx="29">
                  <c:v>68.872200000000007</c:v>
                </c:pt>
                <c:pt idx="30">
                  <c:v>68.882199999999997</c:v>
                </c:pt>
                <c:pt idx="31">
                  <c:v>68.892200000000003</c:v>
                </c:pt>
                <c:pt idx="32">
                  <c:v>68.902199999999993</c:v>
                </c:pt>
                <c:pt idx="33">
                  <c:v>68.912199999999999</c:v>
                </c:pt>
                <c:pt idx="34">
                  <c:v>68.922200000000004</c:v>
                </c:pt>
                <c:pt idx="35">
                  <c:v>68.932199999999995</c:v>
                </c:pt>
                <c:pt idx="36">
                  <c:v>68.9422</c:v>
                </c:pt>
                <c:pt idx="37">
                  <c:v>68.952200000000005</c:v>
                </c:pt>
                <c:pt idx="38">
                  <c:v>68.962199999999996</c:v>
                </c:pt>
                <c:pt idx="39">
                  <c:v>68.972200000000001</c:v>
                </c:pt>
                <c:pt idx="40">
                  <c:v>68.982200000000006</c:v>
                </c:pt>
                <c:pt idx="41">
                  <c:v>68.992199999999997</c:v>
                </c:pt>
                <c:pt idx="42">
                  <c:v>69.002200000000002</c:v>
                </c:pt>
                <c:pt idx="43">
                  <c:v>69.012200000000007</c:v>
                </c:pt>
                <c:pt idx="44">
                  <c:v>69.022199999999998</c:v>
                </c:pt>
                <c:pt idx="45">
                  <c:v>69.032200000000003</c:v>
                </c:pt>
                <c:pt idx="46">
                  <c:v>69.042199999999994</c:v>
                </c:pt>
                <c:pt idx="47">
                  <c:v>69.052199999999999</c:v>
                </c:pt>
                <c:pt idx="48">
                  <c:v>69.062200000000004</c:v>
                </c:pt>
                <c:pt idx="49">
                  <c:v>69.072199999999995</c:v>
                </c:pt>
                <c:pt idx="50">
                  <c:v>69.0822</c:v>
                </c:pt>
                <c:pt idx="51">
                  <c:v>69.092200000000005</c:v>
                </c:pt>
                <c:pt idx="52">
                  <c:v>69.102199999999996</c:v>
                </c:pt>
                <c:pt idx="53">
                  <c:v>69.112200000000001</c:v>
                </c:pt>
                <c:pt idx="54">
                  <c:v>69.122200000000007</c:v>
                </c:pt>
                <c:pt idx="55">
                  <c:v>69.132199999999997</c:v>
                </c:pt>
                <c:pt idx="56">
                  <c:v>69.142200000000003</c:v>
                </c:pt>
                <c:pt idx="57">
                  <c:v>69.152199999999993</c:v>
                </c:pt>
                <c:pt idx="58">
                  <c:v>69.162199999999999</c:v>
                </c:pt>
                <c:pt idx="59">
                  <c:v>69.172200000000004</c:v>
                </c:pt>
                <c:pt idx="60">
                  <c:v>69.182199999999995</c:v>
                </c:pt>
                <c:pt idx="61">
                  <c:v>69.1922</c:v>
                </c:pt>
                <c:pt idx="62">
                  <c:v>69.202200000000005</c:v>
                </c:pt>
                <c:pt idx="63">
                  <c:v>69.212199999999996</c:v>
                </c:pt>
                <c:pt idx="64">
                  <c:v>69.222200000000001</c:v>
                </c:pt>
                <c:pt idx="65">
                  <c:v>69.232200000000006</c:v>
                </c:pt>
                <c:pt idx="66">
                  <c:v>69.242199999999997</c:v>
                </c:pt>
                <c:pt idx="67">
                  <c:v>69.252200000000002</c:v>
                </c:pt>
                <c:pt idx="68">
                  <c:v>69.262200000000007</c:v>
                </c:pt>
                <c:pt idx="69">
                  <c:v>69.272199999999998</c:v>
                </c:pt>
                <c:pt idx="70">
                  <c:v>69.282200000000003</c:v>
                </c:pt>
                <c:pt idx="71">
                  <c:v>69.292199999999994</c:v>
                </c:pt>
                <c:pt idx="72">
                  <c:v>69.302199999999999</c:v>
                </c:pt>
                <c:pt idx="73">
                  <c:v>69.312200000000004</c:v>
                </c:pt>
                <c:pt idx="74">
                  <c:v>69.322199999999995</c:v>
                </c:pt>
                <c:pt idx="75">
                  <c:v>69.3322</c:v>
                </c:pt>
                <c:pt idx="76">
                  <c:v>69.342200000000005</c:v>
                </c:pt>
                <c:pt idx="77">
                  <c:v>69.352199999999996</c:v>
                </c:pt>
                <c:pt idx="78">
                  <c:v>69.362200000000001</c:v>
                </c:pt>
                <c:pt idx="79">
                  <c:v>69.372200000000007</c:v>
                </c:pt>
                <c:pt idx="80">
                  <c:v>69.382199999999997</c:v>
                </c:pt>
                <c:pt idx="81">
                  <c:v>69.392200000000003</c:v>
                </c:pt>
                <c:pt idx="82">
                  <c:v>69.402199999999993</c:v>
                </c:pt>
                <c:pt idx="83">
                  <c:v>69.412199999999999</c:v>
                </c:pt>
                <c:pt idx="84">
                  <c:v>69.422200000000004</c:v>
                </c:pt>
                <c:pt idx="85">
                  <c:v>69.432199999999995</c:v>
                </c:pt>
                <c:pt idx="86">
                  <c:v>69.4422</c:v>
                </c:pt>
                <c:pt idx="87">
                  <c:v>69.452200000000005</c:v>
                </c:pt>
                <c:pt idx="88">
                  <c:v>69.462199999999996</c:v>
                </c:pt>
                <c:pt idx="89">
                  <c:v>69.472200000000001</c:v>
                </c:pt>
                <c:pt idx="90">
                  <c:v>69.482200000000006</c:v>
                </c:pt>
                <c:pt idx="91">
                  <c:v>69.492199999999997</c:v>
                </c:pt>
                <c:pt idx="92">
                  <c:v>69.502200000000002</c:v>
                </c:pt>
                <c:pt idx="93">
                  <c:v>69.512200000000007</c:v>
                </c:pt>
                <c:pt idx="94">
                  <c:v>69.522199999999998</c:v>
                </c:pt>
                <c:pt idx="95">
                  <c:v>69.532200000000003</c:v>
                </c:pt>
                <c:pt idx="96">
                  <c:v>69.542199999999994</c:v>
                </c:pt>
                <c:pt idx="97">
                  <c:v>69.552199999999999</c:v>
                </c:pt>
                <c:pt idx="98">
                  <c:v>69.562200000000004</c:v>
                </c:pt>
                <c:pt idx="99">
                  <c:v>69.572199999999995</c:v>
                </c:pt>
                <c:pt idx="100">
                  <c:v>69.5822</c:v>
                </c:pt>
                <c:pt idx="101">
                  <c:v>69.592200000000005</c:v>
                </c:pt>
                <c:pt idx="102">
                  <c:v>69.602199999999996</c:v>
                </c:pt>
                <c:pt idx="103">
                  <c:v>69.612200000000001</c:v>
                </c:pt>
                <c:pt idx="104">
                  <c:v>69.622200000000007</c:v>
                </c:pt>
                <c:pt idx="105">
                  <c:v>69.632199999999997</c:v>
                </c:pt>
                <c:pt idx="106">
                  <c:v>69.642200000000003</c:v>
                </c:pt>
                <c:pt idx="107">
                  <c:v>69.652199999999993</c:v>
                </c:pt>
                <c:pt idx="108">
                  <c:v>69.662199999999999</c:v>
                </c:pt>
                <c:pt idx="109">
                  <c:v>69.672200000000004</c:v>
                </c:pt>
                <c:pt idx="110">
                  <c:v>69.682199999999995</c:v>
                </c:pt>
                <c:pt idx="111">
                  <c:v>69.6922</c:v>
                </c:pt>
                <c:pt idx="112">
                  <c:v>69.702200000000005</c:v>
                </c:pt>
                <c:pt idx="113">
                  <c:v>69.712199999999996</c:v>
                </c:pt>
                <c:pt idx="114">
                  <c:v>69.722200000000001</c:v>
                </c:pt>
                <c:pt idx="115">
                  <c:v>69.732200000000006</c:v>
                </c:pt>
                <c:pt idx="116">
                  <c:v>69.742199999999997</c:v>
                </c:pt>
                <c:pt idx="117">
                  <c:v>69.752200000000002</c:v>
                </c:pt>
                <c:pt idx="118">
                  <c:v>69.762200000000007</c:v>
                </c:pt>
                <c:pt idx="119">
                  <c:v>69.772199999999998</c:v>
                </c:pt>
                <c:pt idx="120">
                  <c:v>69.782200000000003</c:v>
                </c:pt>
                <c:pt idx="121">
                  <c:v>69.792199999999994</c:v>
                </c:pt>
                <c:pt idx="122">
                  <c:v>69.802199999999999</c:v>
                </c:pt>
                <c:pt idx="123">
                  <c:v>69.812200000000004</c:v>
                </c:pt>
                <c:pt idx="124">
                  <c:v>69.822199999999995</c:v>
                </c:pt>
                <c:pt idx="125">
                  <c:v>69.8322</c:v>
                </c:pt>
                <c:pt idx="126">
                  <c:v>69.842200000000005</c:v>
                </c:pt>
                <c:pt idx="127">
                  <c:v>69.852199999999996</c:v>
                </c:pt>
                <c:pt idx="128">
                  <c:v>69.862200000000001</c:v>
                </c:pt>
                <c:pt idx="129">
                  <c:v>69.872200000000007</c:v>
                </c:pt>
                <c:pt idx="130">
                  <c:v>69.882199999999997</c:v>
                </c:pt>
                <c:pt idx="131">
                  <c:v>69.892200000000003</c:v>
                </c:pt>
                <c:pt idx="132">
                  <c:v>69.902199999999993</c:v>
                </c:pt>
                <c:pt idx="133">
                  <c:v>69.912199999999999</c:v>
                </c:pt>
                <c:pt idx="134">
                  <c:v>69.922200000000004</c:v>
                </c:pt>
                <c:pt idx="135">
                  <c:v>69.932199999999995</c:v>
                </c:pt>
                <c:pt idx="136">
                  <c:v>69.9422</c:v>
                </c:pt>
                <c:pt idx="137">
                  <c:v>69.952200000000005</c:v>
                </c:pt>
                <c:pt idx="138">
                  <c:v>69.962199999999996</c:v>
                </c:pt>
                <c:pt idx="139">
                  <c:v>69.972200000000001</c:v>
                </c:pt>
                <c:pt idx="140">
                  <c:v>69.982200000000006</c:v>
                </c:pt>
                <c:pt idx="141">
                  <c:v>69.992199999999997</c:v>
                </c:pt>
                <c:pt idx="142">
                  <c:v>70.002200000000002</c:v>
                </c:pt>
                <c:pt idx="143">
                  <c:v>70.012200000000007</c:v>
                </c:pt>
                <c:pt idx="144">
                  <c:v>70.022199999999998</c:v>
                </c:pt>
                <c:pt idx="145">
                  <c:v>70.032200000000003</c:v>
                </c:pt>
                <c:pt idx="146">
                  <c:v>70.042199999999994</c:v>
                </c:pt>
                <c:pt idx="147">
                  <c:v>70.052199999999999</c:v>
                </c:pt>
                <c:pt idx="148">
                  <c:v>70.062200000000004</c:v>
                </c:pt>
                <c:pt idx="149">
                  <c:v>70.072199999999995</c:v>
                </c:pt>
                <c:pt idx="150">
                  <c:v>70.0822</c:v>
                </c:pt>
                <c:pt idx="151">
                  <c:v>70.092200000000005</c:v>
                </c:pt>
                <c:pt idx="152">
                  <c:v>70.102199999999996</c:v>
                </c:pt>
                <c:pt idx="153">
                  <c:v>70.112200000000001</c:v>
                </c:pt>
                <c:pt idx="154">
                  <c:v>70.122200000000007</c:v>
                </c:pt>
                <c:pt idx="155">
                  <c:v>70.132199999999997</c:v>
                </c:pt>
                <c:pt idx="156">
                  <c:v>70.142200000000003</c:v>
                </c:pt>
                <c:pt idx="157">
                  <c:v>70.152199999999993</c:v>
                </c:pt>
                <c:pt idx="158">
                  <c:v>70.162199999999999</c:v>
                </c:pt>
                <c:pt idx="159">
                  <c:v>70.172200000000004</c:v>
                </c:pt>
                <c:pt idx="160">
                  <c:v>70.182199999999995</c:v>
                </c:pt>
                <c:pt idx="161">
                  <c:v>70.1922</c:v>
                </c:pt>
                <c:pt idx="162">
                  <c:v>70.202200000000005</c:v>
                </c:pt>
                <c:pt idx="163">
                  <c:v>70.212199999999996</c:v>
                </c:pt>
                <c:pt idx="164">
                  <c:v>70.222200000000001</c:v>
                </c:pt>
                <c:pt idx="165">
                  <c:v>70.232200000000006</c:v>
                </c:pt>
                <c:pt idx="166">
                  <c:v>70.242199999999997</c:v>
                </c:pt>
                <c:pt idx="167">
                  <c:v>70.252200000000002</c:v>
                </c:pt>
                <c:pt idx="168">
                  <c:v>70.262200000000007</c:v>
                </c:pt>
                <c:pt idx="169">
                  <c:v>70.272199999999998</c:v>
                </c:pt>
                <c:pt idx="170">
                  <c:v>70.282200000000003</c:v>
                </c:pt>
                <c:pt idx="171">
                  <c:v>70.292199999999994</c:v>
                </c:pt>
                <c:pt idx="172">
                  <c:v>70.302199999999999</c:v>
                </c:pt>
                <c:pt idx="173">
                  <c:v>70.312200000000004</c:v>
                </c:pt>
                <c:pt idx="174">
                  <c:v>70.322199999999995</c:v>
                </c:pt>
                <c:pt idx="175">
                  <c:v>70.3322</c:v>
                </c:pt>
                <c:pt idx="176">
                  <c:v>70.342200000000005</c:v>
                </c:pt>
                <c:pt idx="177">
                  <c:v>70.352199999999996</c:v>
                </c:pt>
                <c:pt idx="178">
                  <c:v>70.362200000000001</c:v>
                </c:pt>
                <c:pt idx="179">
                  <c:v>70.372200000000007</c:v>
                </c:pt>
                <c:pt idx="180">
                  <c:v>70.382199999999997</c:v>
                </c:pt>
                <c:pt idx="181">
                  <c:v>70.392200000000003</c:v>
                </c:pt>
                <c:pt idx="182">
                  <c:v>70.402199999999993</c:v>
                </c:pt>
                <c:pt idx="183">
                  <c:v>70.412199999999999</c:v>
                </c:pt>
                <c:pt idx="184">
                  <c:v>70.422200000000004</c:v>
                </c:pt>
                <c:pt idx="185">
                  <c:v>70.432199999999995</c:v>
                </c:pt>
                <c:pt idx="186">
                  <c:v>70.4422</c:v>
                </c:pt>
                <c:pt idx="187">
                  <c:v>70.452200000000005</c:v>
                </c:pt>
                <c:pt idx="188">
                  <c:v>70.462199999999996</c:v>
                </c:pt>
                <c:pt idx="189">
                  <c:v>70.472200000000001</c:v>
                </c:pt>
                <c:pt idx="190">
                  <c:v>70.482200000000006</c:v>
                </c:pt>
                <c:pt idx="191">
                  <c:v>70.492199999999997</c:v>
                </c:pt>
                <c:pt idx="192">
                  <c:v>70.502200000000002</c:v>
                </c:pt>
                <c:pt idx="193">
                  <c:v>70.512200000000007</c:v>
                </c:pt>
                <c:pt idx="194">
                  <c:v>70.522199999999998</c:v>
                </c:pt>
                <c:pt idx="195">
                  <c:v>70.532200000000003</c:v>
                </c:pt>
                <c:pt idx="196">
                  <c:v>70.542199999999994</c:v>
                </c:pt>
                <c:pt idx="197">
                  <c:v>70.552199999999999</c:v>
                </c:pt>
                <c:pt idx="198">
                  <c:v>70.562200000000004</c:v>
                </c:pt>
                <c:pt idx="199">
                  <c:v>70.572199999999995</c:v>
                </c:pt>
                <c:pt idx="200">
                  <c:v>70.5822</c:v>
                </c:pt>
              </c:numCache>
            </c:numRef>
          </c:xVal>
          <c:yVal>
            <c:numRef>
              <c:f>'2thermo'!$E$20:$E$220</c:f>
              <c:numCache>
                <c:formatCode>0.00E+00</c:formatCode>
                <c:ptCount val="201"/>
                <c:pt idx="0">
                  <c:v>6.2846504200911725E-4</c:v>
                </c:pt>
                <c:pt idx="1">
                  <c:v>1.0476696610392628E-3</c:v>
                </c:pt>
                <c:pt idx="2">
                  <c:v>1.0472838389923419E-3</c:v>
                </c:pt>
                <c:pt idx="3">
                  <c:v>8.3754741827055253E-4</c:v>
                </c:pt>
                <c:pt idx="4">
                  <c:v>6.2763781791503031E-4</c:v>
                </c:pt>
                <c:pt idx="5">
                  <c:v>2.5079362073822482E-3</c:v>
                </c:pt>
                <c:pt idx="6">
                  <c:v>8.355725982656353E-4</c:v>
                </c:pt>
                <c:pt idx="7">
                  <c:v>1.8797674426910601E-3</c:v>
                </c:pt>
                <c:pt idx="8">
                  <c:v>6.2657259277911013E-4</c:v>
                </c:pt>
                <c:pt idx="9">
                  <c:v>1.2536116813709399E-3</c:v>
                </c:pt>
                <c:pt idx="10">
                  <c:v>1.0453380681851442E-3</c:v>
                </c:pt>
                <c:pt idx="11">
                  <c:v>8.36338768970803E-4</c:v>
                </c:pt>
                <c:pt idx="12">
                  <c:v>6.2733343204773395E-4</c:v>
                </c:pt>
                <c:pt idx="13">
                  <c:v>6.2794239415554754E-4</c:v>
                </c:pt>
                <c:pt idx="14">
                  <c:v>6.2808111734625853E-4</c:v>
                </c:pt>
                <c:pt idx="15">
                  <c:v>1.4662731720124229E-3</c:v>
                </c:pt>
                <c:pt idx="16">
                  <c:v>2.0941640005166721E-3</c:v>
                </c:pt>
                <c:pt idx="17">
                  <c:v>1.0470904205299417E-3</c:v>
                </c:pt>
                <c:pt idx="18">
                  <c:v>1.675924368130949E-3</c:v>
                </c:pt>
                <c:pt idx="19">
                  <c:v>2.9328253121259336E-3</c:v>
                </c:pt>
                <c:pt idx="20">
                  <c:v>1.4674218718391471E-3</c:v>
                </c:pt>
                <c:pt idx="21">
                  <c:v>2.0973203628330672E-3</c:v>
                </c:pt>
                <c:pt idx="22">
                  <c:v>2.0979641418906016E-3</c:v>
                </c:pt>
                <c:pt idx="23">
                  <c:v>2.0996043484569726E-3</c:v>
                </c:pt>
                <c:pt idx="24">
                  <c:v>1.0506955341762364E-3</c:v>
                </c:pt>
                <c:pt idx="25">
                  <c:v>1.471357143044816E-3</c:v>
                </c:pt>
                <c:pt idx="26">
                  <c:v>2.7356371578817432E-3</c:v>
                </c:pt>
                <c:pt idx="27">
                  <c:v>2.7377146004973121E-3</c:v>
                </c:pt>
                <c:pt idx="28">
                  <c:v>5.0556778643401114E-3</c:v>
                </c:pt>
                <c:pt idx="29">
                  <c:v>3.1590211440235016E-3</c:v>
                </c:pt>
                <c:pt idx="30">
                  <c:v>3.3699543463859808E-3</c:v>
                </c:pt>
                <c:pt idx="31">
                  <c:v>2.5280969535294066E-3</c:v>
                </c:pt>
                <c:pt idx="32">
                  <c:v>2.527476779280992E-3</c:v>
                </c:pt>
                <c:pt idx="33">
                  <c:v>3.5768434314636822E-3</c:v>
                </c:pt>
                <c:pt idx="34">
                  <c:v>5.8892478151731922E-3</c:v>
                </c:pt>
                <c:pt idx="35">
                  <c:v>5.674221149574929E-3</c:v>
                </c:pt>
                <c:pt idx="36">
                  <c:v>5.8832372807299084E-3</c:v>
                </c:pt>
                <c:pt idx="37">
                  <c:v>4.4105638464821337E-3</c:v>
                </c:pt>
                <c:pt idx="38">
                  <c:v>5.2503106608818052E-3</c:v>
                </c:pt>
                <c:pt idx="39">
                  <c:v>3.7808080721092522E-3</c:v>
                </c:pt>
                <c:pt idx="40">
                  <c:v>7.5609826328639496E-3</c:v>
                </c:pt>
                <c:pt idx="41">
                  <c:v>6.9336138827590602E-3</c:v>
                </c:pt>
                <c:pt idx="42">
                  <c:v>8.6237340726467559E-3</c:v>
                </c:pt>
                <c:pt idx="43">
                  <c:v>9.0419360156019229E-3</c:v>
                </c:pt>
                <c:pt idx="44">
                  <c:v>8.6181198028796382E-3</c:v>
                </c:pt>
                <c:pt idx="45">
                  <c:v>6.9409519128537829E-3</c:v>
                </c:pt>
                <c:pt idx="46">
                  <c:v>8.8315653941250065E-3</c:v>
                </c:pt>
                <c:pt idx="47">
                  <c:v>1.4293951024845809E-2</c:v>
                </c:pt>
                <c:pt idx="48">
                  <c:v>1.1136247512808419E-2</c:v>
                </c:pt>
                <c:pt idx="49">
                  <c:v>1.3449071277535056E-2</c:v>
                </c:pt>
                <c:pt idx="50">
                  <c:v>1.6602491033551509E-2</c:v>
                </c:pt>
                <c:pt idx="51">
                  <c:v>1.4508276961493288E-2</c:v>
                </c:pt>
                <c:pt idx="52">
                  <c:v>1.7033985998568219E-2</c:v>
                </c:pt>
                <c:pt idx="53">
                  <c:v>1.7260241822302652E-2</c:v>
                </c:pt>
                <c:pt idx="54">
                  <c:v>2.1474279161081598E-2</c:v>
                </c:pt>
                <c:pt idx="55">
                  <c:v>2.274606647323103E-2</c:v>
                </c:pt>
                <c:pt idx="56">
                  <c:v>2.2750883471575847E-2</c:v>
                </c:pt>
                <c:pt idx="57">
                  <c:v>2.825834180978146E-2</c:v>
                </c:pt>
                <c:pt idx="58">
                  <c:v>3.2909838560786941E-2</c:v>
                </c:pt>
                <c:pt idx="59">
                  <c:v>3.5668195200086648E-2</c:v>
                </c:pt>
                <c:pt idx="60">
                  <c:v>4.055699541103934E-2</c:v>
                </c:pt>
                <c:pt idx="61">
                  <c:v>4.8839761773596287E-2</c:v>
                </c:pt>
                <c:pt idx="62">
                  <c:v>4.5498267076816964E-2</c:v>
                </c:pt>
                <c:pt idx="63">
                  <c:v>5.6317397739885443E-2</c:v>
                </c:pt>
                <c:pt idx="64">
                  <c:v>5.7201656814210924E-2</c:v>
                </c:pt>
                <c:pt idx="65">
                  <c:v>6.334182127861504E-2</c:v>
                </c:pt>
                <c:pt idx="66">
                  <c:v>7.4083307441217383E-2</c:v>
                </c:pt>
                <c:pt idx="67">
                  <c:v>8.4623472829275168E-2</c:v>
                </c:pt>
                <c:pt idx="68">
                  <c:v>9.791558859947018E-2</c:v>
                </c:pt>
                <c:pt idx="69">
                  <c:v>0.1161778501225465</c:v>
                </c:pt>
                <c:pt idx="70">
                  <c:v>0.13006288519385018</c:v>
                </c:pt>
                <c:pt idx="71">
                  <c:v>0.14935799163456015</c:v>
                </c:pt>
                <c:pt idx="72">
                  <c:v>0.16977087617104206</c:v>
                </c:pt>
                <c:pt idx="73">
                  <c:v>0.18950337236955248</c:v>
                </c:pt>
                <c:pt idx="74">
                  <c:v>0.23393135037946827</c:v>
                </c:pt>
                <c:pt idx="75">
                  <c:v>0.27190952030632304</c:v>
                </c:pt>
                <c:pt idx="76">
                  <c:v>0.31892190409352694</c:v>
                </c:pt>
                <c:pt idx="77">
                  <c:v>0.37229834029526315</c:v>
                </c:pt>
                <c:pt idx="78">
                  <c:v>0.44369278382986299</c:v>
                </c:pt>
                <c:pt idx="79">
                  <c:v>0.51256310498720736</c:v>
                </c:pt>
                <c:pt idx="80">
                  <c:v>0.66668118662588616</c:v>
                </c:pt>
                <c:pt idx="81">
                  <c:v>0.7712257913763586</c:v>
                </c:pt>
                <c:pt idx="82">
                  <c:v>0.92988003977785005</c:v>
                </c:pt>
                <c:pt idx="83">
                  <c:v>1.1760250812693949</c:v>
                </c:pt>
                <c:pt idx="84">
                  <c:v>1.4737090745185255</c:v>
                </c:pt>
                <c:pt idx="85">
                  <c:v>1.855242482563388</c:v>
                </c:pt>
                <c:pt idx="86">
                  <c:v>2.4534902731204444</c:v>
                </c:pt>
                <c:pt idx="87">
                  <c:v>3.1423125258194227</c:v>
                </c:pt>
                <c:pt idx="88">
                  <c:v>4.1665168154663474</c:v>
                </c:pt>
                <c:pt idx="89">
                  <c:v>5.7952802832263144</c:v>
                </c:pt>
                <c:pt idx="90">
                  <c:v>8.0925011559126485</c:v>
                </c:pt>
                <c:pt idx="91">
                  <c:v>11.503095423077868</c:v>
                </c:pt>
                <c:pt idx="92">
                  <c:v>17.092173264068737</c:v>
                </c:pt>
                <c:pt idx="93">
                  <c:v>26.657876644661307</c:v>
                </c:pt>
                <c:pt idx="94">
                  <c:v>44.081041522577159</c:v>
                </c:pt>
                <c:pt idx="95">
                  <c:v>78.574954015902193</c:v>
                </c:pt>
                <c:pt idx="96">
                  <c:v>152.9032591863851</c:v>
                </c:pt>
                <c:pt idx="97">
                  <c:v>347.62496054457125</c:v>
                </c:pt>
                <c:pt idx="98">
                  <c:v>1053.311753507737</c:v>
                </c:pt>
                <c:pt idx="99">
                  <c:v>4768.8368614163874</c:v>
                </c:pt>
                <c:pt idx="100">
                  <c:v>13858.720651387723</c:v>
                </c:pt>
                <c:pt idx="101">
                  <c:v>7008.4262987911225</c:v>
                </c:pt>
                <c:pt idx="102">
                  <c:v>1320.7819588452207</c:v>
                </c:pt>
                <c:pt idx="103">
                  <c:v>354.07140509700548</c:v>
                </c:pt>
                <c:pt idx="104">
                  <c:v>125.90676968939553</c:v>
                </c:pt>
                <c:pt idx="105">
                  <c:v>52.602111808068308</c:v>
                </c:pt>
                <c:pt idx="106">
                  <c:v>25.304765988597978</c:v>
                </c:pt>
                <c:pt idx="107">
                  <c:v>13.480417523047866</c:v>
                </c:pt>
                <c:pt idx="108">
                  <c:v>7.642673554766553</c:v>
                </c:pt>
                <c:pt idx="109">
                  <c:v>4.6186576584292647</c:v>
                </c:pt>
                <c:pt idx="110">
                  <c:v>2.8640370797049579</c:v>
                </c:pt>
                <c:pt idx="111">
                  <c:v>1.8980983388599419</c:v>
                </c:pt>
                <c:pt idx="112">
                  <c:v>1.272283683934526</c:v>
                </c:pt>
                <c:pt idx="113">
                  <c:v>0.85206028176129878</c:v>
                </c:pt>
                <c:pt idx="114">
                  <c:v>0.63037941514760854</c:v>
                </c:pt>
                <c:pt idx="115">
                  <c:v>0.45668726330476378</c:v>
                </c:pt>
                <c:pt idx="116">
                  <c:v>0.35787709684916719</c:v>
                </c:pt>
                <c:pt idx="117">
                  <c:v>0.24915456169531727</c:v>
                </c:pt>
                <c:pt idx="118">
                  <c:v>0.19800923130060394</c:v>
                </c:pt>
                <c:pt idx="119">
                  <c:v>0.16125921693243786</c:v>
                </c:pt>
                <c:pt idx="120">
                  <c:v>0.12159609701482216</c:v>
                </c:pt>
                <c:pt idx="121">
                  <c:v>0.10555664344004489</c:v>
                </c:pt>
                <c:pt idx="122">
                  <c:v>8.6067120427187283E-2</c:v>
                </c:pt>
                <c:pt idx="123">
                  <c:v>7.1025959628886817E-2</c:v>
                </c:pt>
                <c:pt idx="124">
                  <c:v>6.1277828242769311E-2</c:v>
                </c:pt>
                <c:pt idx="125">
                  <c:v>4.8381127337732761E-2</c:v>
                </c:pt>
                <c:pt idx="126">
                  <c:v>3.9709145715392684E-2</c:v>
                </c:pt>
                <c:pt idx="127">
                  <c:v>3.082970246718706E-2</c:v>
                </c:pt>
                <c:pt idx="128">
                  <c:v>2.6603652888458885E-2</c:v>
                </c:pt>
                <c:pt idx="129">
                  <c:v>2.45030330741518E-2</c:v>
                </c:pt>
                <c:pt idx="130">
                  <c:v>2.1108590675022545E-2</c:v>
                </c:pt>
                <c:pt idx="131">
                  <c:v>1.4348721148071565E-2</c:v>
                </c:pt>
                <c:pt idx="132">
                  <c:v>1.7518223648745009E-2</c:v>
                </c:pt>
                <c:pt idx="133">
                  <c:v>1.3077072213955074E-2</c:v>
                </c:pt>
                <c:pt idx="134">
                  <c:v>1.3291191676220325E-2</c:v>
                </c:pt>
                <c:pt idx="135">
                  <c:v>9.9147941575872985E-3</c:v>
                </c:pt>
                <c:pt idx="136">
                  <c:v>8.4398466598019778E-3</c:v>
                </c:pt>
                <c:pt idx="137">
                  <c:v>6.5387962177409021E-3</c:v>
                </c:pt>
                <c:pt idx="138">
                  <c:v>6.5393727830207844E-3</c:v>
                </c:pt>
                <c:pt idx="139">
                  <c:v>5.9125872542145404E-3</c:v>
                </c:pt>
                <c:pt idx="140">
                  <c:v>6.9748709981756907E-3</c:v>
                </c:pt>
                <c:pt idx="141">
                  <c:v>4.8637053369375216E-3</c:v>
                </c:pt>
                <c:pt idx="142">
                  <c:v>5.9215974575029156E-3</c:v>
                </c:pt>
                <c:pt idx="143">
                  <c:v>4.2303433816256644E-3</c:v>
                </c:pt>
                <c:pt idx="144">
                  <c:v>3.8086028933744594E-3</c:v>
                </c:pt>
                <c:pt idx="145">
                  <c:v>3.3895400277666886E-3</c:v>
                </c:pt>
                <c:pt idx="146">
                  <c:v>3.599924698045728E-3</c:v>
                </c:pt>
                <c:pt idx="147">
                  <c:v>2.7538004723699867E-3</c:v>
                </c:pt>
                <c:pt idx="148">
                  <c:v>1.9080287326230787E-3</c:v>
                </c:pt>
                <c:pt idx="149">
                  <c:v>2.756636262523717E-3</c:v>
                </c:pt>
                <c:pt idx="150">
                  <c:v>2.5439562246188695E-3</c:v>
                </c:pt>
                <c:pt idx="151">
                  <c:v>1.9084034212160175E-3</c:v>
                </c:pt>
                <c:pt idx="152">
                  <c:v>1.0596508175047109E-3</c:v>
                </c:pt>
                <c:pt idx="153">
                  <c:v>1.4830952460504804E-3</c:v>
                </c:pt>
                <c:pt idx="154">
                  <c:v>1.6949717054135784E-3</c:v>
                </c:pt>
                <c:pt idx="155">
                  <c:v>2.7536986833422749E-3</c:v>
                </c:pt>
                <c:pt idx="156">
                  <c:v>1.6939803708754038E-3</c:v>
                </c:pt>
                <c:pt idx="157">
                  <c:v>1.2714849972081368E-3</c:v>
                </c:pt>
                <c:pt idx="158">
                  <c:v>1.6968002843158556E-3</c:v>
                </c:pt>
                <c:pt idx="159">
                  <c:v>1.4852345828300687E-3</c:v>
                </c:pt>
                <c:pt idx="160">
                  <c:v>1.6986033467539276E-3</c:v>
                </c:pt>
                <c:pt idx="161">
                  <c:v>1.6990447609307035E-3</c:v>
                </c:pt>
                <c:pt idx="162">
                  <c:v>4.2490854693344356E-3</c:v>
                </c:pt>
                <c:pt idx="163">
                  <c:v>1.7005030279263196E-3</c:v>
                </c:pt>
                <c:pt idx="164">
                  <c:v>8.5042478079982368E-4</c:v>
                </c:pt>
                <c:pt idx="165">
                  <c:v>1.7005070763307251E-3</c:v>
                </c:pt>
                <c:pt idx="166">
                  <c:v>1.0625449217429291E-3</c:v>
                </c:pt>
                <c:pt idx="167">
                  <c:v>1.2752252031768495E-3</c:v>
                </c:pt>
                <c:pt idx="168">
                  <c:v>4.2489389602740139E-4</c:v>
                </c:pt>
                <c:pt idx="169">
                  <c:v>4.2501217925526173E-4</c:v>
                </c:pt>
                <c:pt idx="170">
                  <c:v>1.2753733129282107E-3</c:v>
                </c:pt>
                <c:pt idx="171">
                  <c:v>8.5074916120386453E-4</c:v>
                </c:pt>
                <c:pt idx="172">
                  <c:v>2.7637382238177256E-3</c:v>
                </c:pt>
                <c:pt idx="173">
                  <c:v>8.502213508775943E-4</c:v>
                </c:pt>
                <c:pt idx="174">
                  <c:v>6.3752692594971742E-4</c:v>
                </c:pt>
                <c:pt idx="175">
                  <c:v>8.4986060798772941E-4</c:v>
                </c:pt>
                <c:pt idx="176">
                  <c:v>2.1244821176497834E-4</c:v>
                </c:pt>
                <c:pt idx="177">
                  <c:v>8.4923387533633111E-4</c:v>
                </c:pt>
                <c:pt idx="178">
                  <c:v>4.8830878371538614E-3</c:v>
                </c:pt>
                <c:pt idx="179">
                  <c:v>8.4930225042802187E-4</c:v>
                </c:pt>
                <c:pt idx="180">
                  <c:v>4.2474410495002091E-4</c:v>
                </c:pt>
                <c:pt idx="181">
                  <c:v>8.4972955551220516E-4</c:v>
                </c:pt>
                <c:pt idx="182">
                  <c:v>2.1237625605423645E-4</c:v>
                </c:pt>
                <c:pt idx="183">
                  <c:v>4.2465019652386451E-4</c:v>
                </c:pt>
                <c:pt idx="184">
                  <c:v>6.3689828159111544E-4</c:v>
                </c:pt>
                <c:pt idx="185">
                  <c:v>8.5018294980624006E-4</c:v>
                </c:pt>
                <c:pt idx="186">
                  <c:v>0</c:v>
                </c:pt>
                <c:pt idx="187">
                  <c:v>4.2513472147330609E-4</c:v>
                </c:pt>
                <c:pt idx="188">
                  <c:v>2.1268572967443833E-4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2.1285239816433538E-4</c:v>
                </c:pt>
                <c:pt idx="193">
                  <c:v>0</c:v>
                </c:pt>
                <c:pt idx="194">
                  <c:v>4.2594509069425197E-4</c:v>
                </c:pt>
                <c:pt idx="195">
                  <c:v>1.2776626745670512E-3</c:v>
                </c:pt>
                <c:pt idx="196">
                  <c:v>2.1279730203663827E-4</c:v>
                </c:pt>
                <c:pt idx="197">
                  <c:v>2.1260645284821531E-4</c:v>
                </c:pt>
                <c:pt idx="198">
                  <c:v>4.2506513007322408E-4</c:v>
                </c:pt>
                <c:pt idx="199">
                  <c:v>0</c:v>
                </c:pt>
                <c:pt idx="200">
                  <c:v>4.2521347523614126E-4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E41-4F98-B4D4-B656EF475DC4}"/>
            </c:ext>
          </c:extLst>
        </c:ser>
        <c:ser>
          <c:idx val="1"/>
          <c:order val="1"/>
          <c:tx>
            <c:strRef>
              <c:f>'2thermo'!$P$1</c:f>
              <c:strCache>
                <c:ptCount val="1"/>
                <c:pt idx="0">
                  <c:v>Si_RoughTEOS_θ_90</c:v>
                </c:pt>
              </c:strCache>
            </c:strRef>
          </c:tx>
          <c:spPr>
            <a:ln w="31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alpha val="60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'2thermo'!$P$20:$P$220</c:f>
              <c:numCache>
                <c:formatCode>General</c:formatCode>
                <c:ptCount val="201"/>
                <c:pt idx="0">
                  <c:v>68.581999999999994</c:v>
                </c:pt>
                <c:pt idx="1">
                  <c:v>68.591999999999999</c:v>
                </c:pt>
                <c:pt idx="2">
                  <c:v>68.602000000000004</c:v>
                </c:pt>
                <c:pt idx="3">
                  <c:v>68.611999999999995</c:v>
                </c:pt>
                <c:pt idx="4">
                  <c:v>68.622</c:v>
                </c:pt>
                <c:pt idx="5">
                  <c:v>68.632000000000005</c:v>
                </c:pt>
                <c:pt idx="6">
                  <c:v>68.641999999999996</c:v>
                </c:pt>
                <c:pt idx="7">
                  <c:v>68.652000000000001</c:v>
                </c:pt>
                <c:pt idx="8">
                  <c:v>68.662000000000006</c:v>
                </c:pt>
                <c:pt idx="9">
                  <c:v>68.671999999999997</c:v>
                </c:pt>
                <c:pt idx="10">
                  <c:v>68.682000000000002</c:v>
                </c:pt>
                <c:pt idx="11">
                  <c:v>68.691999999999993</c:v>
                </c:pt>
                <c:pt idx="12">
                  <c:v>68.701999999999998</c:v>
                </c:pt>
                <c:pt idx="13">
                  <c:v>68.712000000000003</c:v>
                </c:pt>
                <c:pt idx="14">
                  <c:v>68.721999999999994</c:v>
                </c:pt>
                <c:pt idx="15">
                  <c:v>68.731999999999999</c:v>
                </c:pt>
                <c:pt idx="16">
                  <c:v>68.742000000000004</c:v>
                </c:pt>
                <c:pt idx="17">
                  <c:v>68.751999999999995</c:v>
                </c:pt>
                <c:pt idx="18">
                  <c:v>68.762</c:v>
                </c:pt>
                <c:pt idx="19">
                  <c:v>68.772000000000006</c:v>
                </c:pt>
                <c:pt idx="20">
                  <c:v>68.781999999999996</c:v>
                </c:pt>
                <c:pt idx="21">
                  <c:v>68.792000000000002</c:v>
                </c:pt>
                <c:pt idx="22">
                  <c:v>68.802000000000007</c:v>
                </c:pt>
                <c:pt idx="23">
                  <c:v>68.811999999999998</c:v>
                </c:pt>
                <c:pt idx="24">
                  <c:v>68.822000000000003</c:v>
                </c:pt>
                <c:pt idx="25">
                  <c:v>68.831999999999994</c:v>
                </c:pt>
                <c:pt idx="26">
                  <c:v>68.841999999999999</c:v>
                </c:pt>
                <c:pt idx="27">
                  <c:v>68.852000000000004</c:v>
                </c:pt>
                <c:pt idx="28">
                  <c:v>68.861999999999995</c:v>
                </c:pt>
                <c:pt idx="29">
                  <c:v>68.872</c:v>
                </c:pt>
                <c:pt idx="30">
                  <c:v>68.882000000000005</c:v>
                </c:pt>
                <c:pt idx="31">
                  <c:v>68.891999999999996</c:v>
                </c:pt>
                <c:pt idx="32">
                  <c:v>68.902000000000001</c:v>
                </c:pt>
                <c:pt idx="33">
                  <c:v>68.912000000000006</c:v>
                </c:pt>
                <c:pt idx="34">
                  <c:v>68.921999999999997</c:v>
                </c:pt>
                <c:pt idx="35">
                  <c:v>68.932000000000002</c:v>
                </c:pt>
                <c:pt idx="36">
                  <c:v>68.941999999999993</c:v>
                </c:pt>
                <c:pt idx="37">
                  <c:v>68.951999999999998</c:v>
                </c:pt>
                <c:pt idx="38">
                  <c:v>68.962000000000003</c:v>
                </c:pt>
                <c:pt idx="39">
                  <c:v>68.971999999999994</c:v>
                </c:pt>
                <c:pt idx="40">
                  <c:v>68.981999999999999</c:v>
                </c:pt>
                <c:pt idx="41">
                  <c:v>68.992000000000004</c:v>
                </c:pt>
                <c:pt idx="42">
                  <c:v>69.001999999999995</c:v>
                </c:pt>
                <c:pt idx="43">
                  <c:v>69.012</c:v>
                </c:pt>
                <c:pt idx="44">
                  <c:v>69.022000000000006</c:v>
                </c:pt>
                <c:pt idx="45">
                  <c:v>69.031999999999996</c:v>
                </c:pt>
                <c:pt idx="46">
                  <c:v>69.042000000000002</c:v>
                </c:pt>
                <c:pt idx="47">
                  <c:v>69.052000000000007</c:v>
                </c:pt>
                <c:pt idx="48">
                  <c:v>69.061999999999998</c:v>
                </c:pt>
                <c:pt idx="49">
                  <c:v>69.072000000000003</c:v>
                </c:pt>
                <c:pt idx="50">
                  <c:v>69.081999999999994</c:v>
                </c:pt>
                <c:pt idx="51">
                  <c:v>69.091999999999999</c:v>
                </c:pt>
                <c:pt idx="52">
                  <c:v>69.102000000000004</c:v>
                </c:pt>
                <c:pt idx="53">
                  <c:v>69.111999999999995</c:v>
                </c:pt>
                <c:pt idx="54">
                  <c:v>69.122</c:v>
                </c:pt>
                <c:pt idx="55">
                  <c:v>69.132000000000005</c:v>
                </c:pt>
                <c:pt idx="56">
                  <c:v>69.141999999999996</c:v>
                </c:pt>
                <c:pt idx="57">
                  <c:v>69.152000000000001</c:v>
                </c:pt>
                <c:pt idx="58">
                  <c:v>69.162000000000006</c:v>
                </c:pt>
                <c:pt idx="59">
                  <c:v>69.171999999999997</c:v>
                </c:pt>
                <c:pt idx="60">
                  <c:v>69.182000000000002</c:v>
                </c:pt>
                <c:pt idx="61">
                  <c:v>69.191999999999993</c:v>
                </c:pt>
                <c:pt idx="62">
                  <c:v>69.201999999999998</c:v>
                </c:pt>
                <c:pt idx="63">
                  <c:v>69.212000000000003</c:v>
                </c:pt>
                <c:pt idx="64">
                  <c:v>69.221999999999994</c:v>
                </c:pt>
                <c:pt idx="65">
                  <c:v>69.231999999999999</c:v>
                </c:pt>
                <c:pt idx="66">
                  <c:v>69.242000000000004</c:v>
                </c:pt>
                <c:pt idx="67">
                  <c:v>69.251999999999995</c:v>
                </c:pt>
                <c:pt idx="68">
                  <c:v>69.262</c:v>
                </c:pt>
                <c:pt idx="69">
                  <c:v>69.272000000000006</c:v>
                </c:pt>
                <c:pt idx="70">
                  <c:v>69.281999999999996</c:v>
                </c:pt>
                <c:pt idx="71">
                  <c:v>69.292000000000002</c:v>
                </c:pt>
                <c:pt idx="72">
                  <c:v>69.302000000000007</c:v>
                </c:pt>
                <c:pt idx="73">
                  <c:v>69.311999999999998</c:v>
                </c:pt>
                <c:pt idx="74">
                  <c:v>69.322000000000003</c:v>
                </c:pt>
                <c:pt idx="75">
                  <c:v>69.331999999999994</c:v>
                </c:pt>
                <c:pt idx="76">
                  <c:v>69.341999999999999</c:v>
                </c:pt>
                <c:pt idx="77">
                  <c:v>69.352000000000004</c:v>
                </c:pt>
                <c:pt idx="78">
                  <c:v>69.361999999999995</c:v>
                </c:pt>
                <c:pt idx="79">
                  <c:v>69.372</c:v>
                </c:pt>
                <c:pt idx="80">
                  <c:v>69.382000000000005</c:v>
                </c:pt>
                <c:pt idx="81">
                  <c:v>69.391999999999996</c:v>
                </c:pt>
                <c:pt idx="82">
                  <c:v>69.402000000000001</c:v>
                </c:pt>
                <c:pt idx="83">
                  <c:v>69.412000000000006</c:v>
                </c:pt>
                <c:pt idx="84">
                  <c:v>69.421999999999997</c:v>
                </c:pt>
                <c:pt idx="85">
                  <c:v>69.432000000000002</c:v>
                </c:pt>
                <c:pt idx="86">
                  <c:v>69.441999999999993</c:v>
                </c:pt>
                <c:pt idx="87">
                  <c:v>69.451999999999998</c:v>
                </c:pt>
                <c:pt idx="88">
                  <c:v>69.462000000000003</c:v>
                </c:pt>
                <c:pt idx="89">
                  <c:v>69.471999999999994</c:v>
                </c:pt>
                <c:pt idx="90">
                  <c:v>69.481999999999999</c:v>
                </c:pt>
                <c:pt idx="91">
                  <c:v>69.492000000000004</c:v>
                </c:pt>
                <c:pt idx="92">
                  <c:v>69.501999999999995</c:v>
                </c:pt>
                <c:pt idx="93">
                  <c:v>69.512</c:v>
                </c:pt>
                <c:pt idx="94">
                  <c:v>69.522000000000006</c:v>
                </c:pt>
                <c:pt idx="95">
                  <c:v>69.531999999999996</c:v>
                </c:pt>
                <c:pt idx="96">
                  <c:v>69.542000000000002</c:v>
                </c:pt>
                <c:pt idx="97">
                  <c:v>69.552000000000007</c:v>
                </c:pt>
                <c:pt idx="98">
                  <c:v>69.561999999999998</c:v>
                </c:pt>
                <c:pt idx="99">
                  <c:v>69.572000000000003</c:v>
                </c:pt>
                <c:pt idx="100">
                  <c:v>69.581999999999994</c:v>
                </c:pt>
                <c:pt idx="101">
                  <c:v>69.591999999999999</c:v>
                </c:pt>
                <c:pt idx="102">
                  <c:v>69.602000000000004</c:v>
                </c:pt>
                <c:pt idx="103">
                  <c:v>69.611999999999995</c:v>
                </c:pt>
                <c:pt idx="104">
                  <c:v>69.622</c:v>
                </c:pt>
                <c:pt idx="105">
                  <c:v>69.632000000000005</c:v>
                </c:pt>
                <c:pt idx="106">
                  <c:v>69.641999999999996</c:v>
                </c:pt>
                <c:pt idx="107">
                  <c:v>69.652000000000001</c:v>
                </c:pt>
                <c:pt idx="108">
                  <c:v>69.662000000000006</c:v>
                </c:pt>
                <c:pt idx="109">
                  <c:v>69.671999999999997</c:v>
                </c:pt>
                <c:pt idx="110">
                  <c:v>69.682000000000002</c:v>
                </c:pt>
                <c:pt idx="111">
                  <c:v>69.691999999999993</c:v>
                </c:pt>
                <c:pt idx="112">
                  <c:v>69.701999999999998</c:v>
                </c:pt>
                <c:pt idx="113">
                  <c:v>69.712000000000003</c:v>
                </c:pt>
                <c:pt idx="114">
                  <c:v>69.721999999999994</c:v>
                </c:pt>
                <c:pt idx="115">
                  <c:v>69.731999999999999</c:v>
                </c:pt>
                <c:pt idx="116">
                  <c:v>69.742000000000004</c:v>
                </c:pt>
                <c:pt idx="117">
                  <c:v>69.751999999999995</c:v>
                </c:pt>
                <c:pt idx="118">
                  <c:v>69.762</c:v>
                </c:pt>
                <c:pt idx="119">
                  <c:v>69.772000000000006</c:v>
                </c:pt>
                <c:pt idx="120">
                  <c:v>69.781999999999996</c:v>
                </c:pt>
                <c:pt idx="121">
                  <c:v>69.792000000000002</c:v>
                </c:pt>
                <c:pt idx="122">
                  <c:v>69.802000000000007</c:v>
                </c:pt>
                <c:pt idx="123">
                  <c:v>69.811999999999998</c:v>
                </c:pt>
                <c:pt idx="124">
                  <c:v>69.822000000000003</c:v>
                </c:pt>
                <c:pt idx="125">
                  <c:v>69.831999999999994</c:v>
                </c:pt>
                <c:pt idx="126">
                  <c:v>69.841999999999999</c:v>
                </c:pt>
                <c:pt idx="127">
                  <c:v>69.852000000000004</c:v>
                </c:pt>
                <c:pt idx="128">
                  <c:v>69.861999999999995</c:v>
                </c:pt>
                <c:pt idx="129">
                  <c:v>69.872</c:v>
                </c:pt>
                <c:pt idx="130">
                  <c:v>69.882000000000005</c:v>
                </c:pt>
                <c:pt idx="131">
                  <c:v>69.891999999999996</c:v>
                </c:pt>
                <c:pt idx="132">
                  <c:v>69.902000000000001</c:v>
                </c:pt>
                <c:pt idx="133">
                  <c:v>69.912000000000006</c:v>
                </c:pt>
                <c:pt idx="134">
                  <c:v>69.921999999999997</c:v>
                </c:pt>
                <c:pt idx="135">
                  <c:v>69.932000000000002</c:v>
                </c:pt>
                <c:pt idx="136">
                  <c:v>69.941999999999993</c:v>
                </c:pt>
                <c:pt idx="137">
                  <c:v>69.951999999999998</c:v>
                </c:pt>
                <c:pt idx="138">
                  <c:v>69.962000000000003</c:v>
                </c:pt>
                <c:pt idx="139">
                  <c:v>69.971999999999994</c:v>
                </c:pt>
                <c:pt idx="140">
                  <c:v>69.981999999999999</c:v>
                </c:pt>
                <c:pt idx="141">
                  <c:v>69.992000000000004</c:v>
                </c:pt>
                <c:pt idx="142">
                  <c:v>70.001999999999995</c:v>
                </c:pt>
                <c:pt idx="143">
                  <c:v>70.012</c:v>
                </c:pt>
                <c:pt idx="144">
                  <c:v>70.022000000000006</c:v>
                </c:pt>
                <c:pt idx="145">
                  <c:v>70.031999999999996</c:v>
                </c:pt>
                <c:pt idx="146">
                  <c:v>70.042000000000002</c:v>
                </c:pt>
                <c:pt idx="147">
                  <c:v>70.052000000000007</c:v>
                </c:pt>
                <c:pt idx="148">
                  <c:v>70.061999999999998</c:v>
                </c:pt>
                <c:pt idx="149">
                  <c:v>70.072000000000003</c:v>
                </c:pt>
                <c:pt idx="150">
                  <c:v>70.081999999999994</c:v>
                </c:pt>
                <c:pt idx="151">
                  <c:v>70.091999999999999</c:v>
                </c:pt>
                <c:pt idx="152">
                  <c:v>70.102000000000004</c:v>
                </c:pt>
                <c:pt idx="153">
                  <c:v>70.111999999999995</c:v>
                </c:pt>
                <c:pt idx="154">
                  <c:v>70.122</c:v>
                </c:pt>
                <c:pt idx="155">
                  <c:v>70.132000000000005</c:v>
                </c:pt>
                <c:pt idx="156">
                  <c:v>70.141999999999996</c:v>
                </c:pt>
                <c:pt idx="157">
                  <c:v>70.152000000000001</c:v>
                </c:pt>
                <c:pt idx="158">
                  <c:v>70.162000000000006</c:v>
                </c:pt>
                <c:pt idx="159">
                  <c:v>70.171999999999997</c:v>
                </c:pt>
                <c:pt idx="160">
                  <c:v>70.182000000000002</c:v>
                </c:pt>
                <c:pt idx="161">
                  <c:v>70.191999999999993</c:v>
                </c:pt>
                <c:pt idx="162">
                  <c:v>70.201999999999998</c:v>
                </c:pt>
                <c:pt idx="163">
                  <c:v>70.212000000000003</c:v>
                </c:pt>
                <c:pt idx="164">
                  <c:v>70.221999999999994</c:v>
                </c:pt>
                <c:pt idx="165">
                  <c:v>70.231999999999999</c:v>
                </c:pt>
                <c:pt idx="166">
                  <c:v>70.242000000000004</c:v>
                </c:pt>
                <c:pt idx="167">
                  <c:v>70.251999999999995</c:v>
                </c:pt>
                <c:pt idx="168">
                  <c:v>70.262</c:v>
                </c:pt>
                <c:pt idx="169">
                  <c:v>70.272000000000006</c:v>
                </c:pt>
                <c:pt idx="170">
                  <c:v>70.281999999999996</c:v>
                </c:pt>
                <c:pt idx="171">
                  <c:v>70.292000000000002</c:v>
                </c:pt>
                <c:pt idx="172">
                  <c:v>70.302000000000007</c:v>
                </c:pt>
                <c:pt idx="173">
                  <c:v>70.311999999999998</c:v>
                </c:pt>
                <c:pt idx="174">
                  <c:v>70.322000000000003</c:v>
                </c:pt>
                <c:pt idx="175">
                  <c:v>70.331999999999994</c:v>
                </c:pt>
                <c:pt idx="176">
                  <c:v>70.341999999999999</c:v>
                </c:pt>
                <c:pt idx="177">
                  <c:v>70.352000000000004</c:v>
                </c:pt>
                <c:pt idx="178">
                  <c:v>70.361999999999995</c:v>
                </c:pt>
                <c:pt idx="179">
                  <c:v>70.372</c:v>
                </c:pt>
                <c:pt idx="180">
                  <c:v>70.382000000000005</c:v>
                </c:pt>
                <c:pt idx="181">
                  <c:v>70.391999999999996</c:v>
                </c:pt>
                <c:pt idx="182">
                  <c:v>70.402000000000001</c:v>
                </c:pt>
                <c:pt idx="183">
                  <c:v>70.412000000000006</c:v>
                </c:pt>
                <c:pt idx="184">
                  <c:v>70.421999999999997</c:v>
                </c:pt>
                <c:pt idx="185">
                  <c:v>70.432000000000002</c:v>
                </c:pt>
                <c:pt idx="186">
                  <c:v>70.441999999999993</c:v>
                </c:pt>
                <c:pt idx="187">
                  <c:v>70.451999999999998</c:v>
                </c:pt>
                <c:pt idx="188">
                  <c:v>70.462000000000003</c:v>
                </c:pt>
                <c:pt idx="189">
                  <c:v>70.471999999999994</c:v>
                </c:pt>
                <c:pt idx="190">
                  <c:v>70.481999999999999</c:v>
                </c:pt>
                <c:pt idx="191">
                  <c:v>70.492000000000004</c:v>
                </c:pt>
                <c:pt idx="192">
                  <c:v>70.501999999999995</c:v>
                </c:pt>
                <c:pt idx="193">
                  <c:v>70.512</c:v>
                </c:pt>
                <c:pt idx="194">
                  <c:v>70.522000000000006</c:v>
                </c:pt>
                <c:pt idx="195">
                  <c:v>70.531999999999996</c:v>
                </c:pt>
                <c:pt idx="196">
                  <c:v>70.542000000000002</c:v>
                </c:pt>
                <c:pt idx="197">
                  <c:v>70.552000000000007</c:v>
                </c:pt>
                <c:pt idx="198">
                  <c:v>70.561999999999998</c:v>
                </c:pt>
                <c:pt idx="199">
                  <c:v>70.572000000000003</c:v>
                </c:pt>
                <c:pt idx="200">
                  <c:v>70.581999999999994</c:v>
                </c:pt>
              </c:numCache>
            </c:numRef>
          </c:xVal>
          <c:yVal>
            <c:numRef>
              <c:f>'2thermo'!$T$20:$T$220</c:f>
              <c:numCache>
                <c:formatCode>0.00E+00</c:formatCode>
                <c:ptCount val="201"/>
                <c:pt idx="0">
                  <c:v>0</c:v>
                </c:pt>
                <c:pt idx="1">
                  <c:v>5.0329946773816441E-4</c:v>
                </c:pt>
                <c:pt idx="2">
                  <c:v>7.5476355811341018E-4</c:v>
                </c:pt>
                <c:pt idx="3">
                  <c:v>2.516848159104268E-4</c:v>
                </c:pt>
                <c:pt idx="4">
                  <c:v>2.5172718200708473E-4</c:v>
                </c:pt>
                <c:pt idx="5">
                  <c:v>7.5493789780194294E-4</c:v>
                </c:pt>
                <c:pt idx="6">
                  <c:v>5.0330797911000101E-4</c:v>
                </c:pt>
                <c:pt idx="7">
                  <c:v>7.5563067643932217E-4</c:v>
                </c:pt>
                <c:pt idx="8">
                  <c:v>1.0066520067934918E-3</c:v>
                </c:pt>
                <c:pt idx="9">
                  <c:v>5.0344603778402792E-4</c:v>
                </c:pt>
                <c:pt idx="10">
                  <c:v>0</c:v>
                </c:pt>
                <c:pt idx="11">
                  <c:v>1.2593360563705012E-3</c:v>
                </c:pt>
                <c:pt idx="12">
                  <c:v>0</c:v>
                </c:pt>
                <c:pt idx="13">
                  <c:v>1.5106504634297959E-3</c:v>
                </c:pt>
                <c:pt idx="14">
                  <c:v>1.2592046284332686E-3</c:v>
                </c:pt>
                <c:pt idx="15">
                  <c:v>1.511342321857073E-3</c:v>
                </c:pt>
                <c:pt idx="16">
                  <c:v>1.0073549757002055E-3</c:v>
                </c:pt>
                <c:pt idx="17">
                  <c:v>2.0143018452465273E-3</c:v>
                </c:pt>
                <c:pt idx="18">
                  <c:v>2.0149528137090741E-3</c:v>
                </c:pt>
                <c:pt idx="19">
                  <c:v>1.0076098728033602E-3</c:v>
                </c:pt>
                <c:pt idx="20">
                  <c:v>7.5559200419444235E-4</c:v>
                </c:pt>
                <c:pt idx="21">
                  <c:v>1.5116674271193641E-3</c:v>
                </c:pt>
                <c:pt idx="22">
                  <c:v>3.0232396431367926E-3</c:v>
                </c:pt>
                <c:pt idx="23">
                  <c:v>1.5117285189550347E-3</c:v>
                </c:pt>
                <c:pt idx="24">
                  <c:v>2.7721309610108601E-3</c:v>
                </c:pt>
                <c:pt idx="25">
                  <c:v>2.5198903132064906E-3</c:v>
                </c:pt>
                <c:pt idx="26">
                  <c:v>7.5580480766430415E-4</c:v>
                </c:pt>
                <c:pt idx="27">
                  <c:v>1.5119760218746644E-3</c:v>
                </c:pt>
                <c:pt idx="28">
                  <c:v>1.7643224165127672E-3</c:v>
                </c:pt>
                <c:pt idx="29">
                  <c:v>2.5214939074781687E-3</c:v>
                </c:pt>
                <c:pt idx="30">
                  <c:v>1.7646620030683439E-3</c:v>
                </c:pt>
                <c:pt idx="31">
                  <c:v>4.0332054815598187E-3</c:v>
                </c:pt>
                <c:pt idx="32">
                  <c:v>1.7645766382354718E-3</c:v>
                </c:pt>
                <c:pt idx="33">
                  <c:v>3.0248467719755307E-3</c:v>
                </c:pt>
                <c:pt idx="34">
                  <c:v>3.0240584260184142E-3</c:v>
                </c:pt>
                <c:pt idx="35">
                  <c:v>2.7726182572728108E-3</c:v>
                </c:pt>
                <c:pt idx="36">
                  <c:v>4.5360484304818828E-3</c:v>
                </c:pt>
                <c:pt idx="37">
                  <c:v>5.0383534580285506E-3</c:v>
                </c:pt>
                <c:pt idx="38">
                  <c:v>5.7941566887089822E-3</c:v>
                </c:pt>
                <c:pt idx="39">
                  <c:v>6.046161384089279E-3</c:v>
                </c:pt>
                <c:pt idx="40">
                  <c:v>8.063932672613329E-3</c:v>
                </c:pt>
                <c:pt idx="41">
                  <c:v>5.5472996048103766E-3</c:v>
                </c:pt>
                <c:pt idx="42">
                  <c:v>8.8263312156442938E-3</c:v>
                </c:pt>
                <c:pt idx="43">
                  <c:v>7.3181451035754736E-3</c:v>
                </c:pt>
                <c:pt idx="44">
                  <c:v>6.5608576958797694E-3</c:v>
                </c:pt>
                <c:pt idx="45">
                  <c:v>7.0664167207773318E-3</c:v>
                </c:pt>
                <c:pt idx="46">
                  <c:v>1.4393201560627069E-2</c:v>
                </c:pt>
                <c:pt idx="47">
                  <c:v>1.0360543633391608E-2</c:v>
                </c:pt>
                <c:pt idx="48">
                  <c:v>1.0106325109260744E-2</c:v>
                </c:pt>
                <c:pt idx="49">
                  <c:v>9.6038342550065665E-3</c:v>
                </c:pt>
                <c:pt idx="50">
                  <c:v>1.7705902381441339E-2</c:v>
                </c:pt>
                <c:pt idx="51">
                  <c:v>1.8972648776555068E-2</c:v>
                </c:pt>
                <c:pt idx="52">
                  <c:v>1.8478143634052972E-2</c:v>
                </c:pt>
                <c:pt idx="53">
                  <c:v>1.848423219031568E-2</c:v>
                </c:pt>
                <c:pt idx="54">
                  <c:v>2.3687849164946005E-2</c:v>
                </c:pt>
                <c:pt idx="55">
                  <c:v>2.3058025826053142E-2</c:v>
                </c:pt>
                <c:pt idx="56">
                  <c:v>2.2820924962516632E-2</c:v>
                </c:pt>
                <c:pt idx="57">
                  <c:v>2.9654257964924588E-2</c:v>
                </c:pt>
                <c:pt idx="58">
                  <c:v>2.9404271984446152E-2</c:v>
                </c:pt>
                <c:pt idx="59">
                  <c:v>3.0677033509563172E-2</c:v>
                </c:pt>
                <c:pt idx="60">
                  <c:v>3.3721051903113482E-2</c:v>
                </c:pt>
                <c:pt idx="61">
                  <c:v>4.0574226743994385E-2</c:v>
                </c:pt>
                <c:pt idx="62">
                  <c:v>5.0193060763719363E-2</c:v>
                </c:pt>
                <c:pt idx="63">
                  <c:v>5.0708290871478261E-2</c:v>
                </c:pt>
                <c:pt idx="64">
                  <c:v>5.2716440143954407E-2</c:v>
                </c:pt>
                <c:pt idx="65">
                  <c:v>6.8676654093686104E-2</c:v>
                </c:pt>
                <c:pt idx="66">
                  <c:v>7.5228712383079197E-2</c:v>
                </c:pt>
                <c:pt idx="67">
                  <c:v>9.1185403405364476E-2</c:v>
                </c:pt>
                <c:pt idx="68">
                  <c:v>0.10844554286145887</c:v>
                </c:pt>
                <c:pt idx="69">
                  <c:v>0.1152036541079914</c:v>
                </c:pt>
                <c:pt idx="70">
                  <c:v>0.12787700146815459</c:v>
                </c:pt>
                <c:pt idx="71">
                  <c:v>0.14154645093670834</c:v>
                </c:pt>
                <c:pt idx="72">
                  <c:v>0.16392803807427578</c:v>
                </c:pt>
                <c:pt idx="73">
                  <c:v>0.20094451562821139</c:v>
                </c:pt>
                <c:pt idx="74">
                  <c:v>0.23633475346118324</c:v>
                </c:pt>
                <c:pt idx="75">
                  <c:v>0.26735571964861299</c:v>
                </c:pt>
                <c:pt idx="76">
                  <c:v>0.31927070867100221</c:v>
                </c:pt>
                <c:pt idx="77">
                  <c:v>0.35811729753180899</c:v>
                </c:pt>
                <c:pt idx="78">
                  <c:v>0.42973247771526529</c:v>
                </c:pt>
                <c:pt idx="79">
                  <c:v>0.509895044532651</c:v>
                </c:pt>
                <c:pt idx="80">
                  <c:v>0.62884173086060957</c:v>
                </c:pt>
                <c:pt idx="81">
                  <c:v>0.72073461655890958</c:v>
                </c:pt>
                <c:pt idx="82">
                  <c:v>0.89216891186536174</c:v>
                </c:pt>
                <c:pt idx="83">
                  <c:v>1.156744545250296</c:v>
                </c:pt>
                <c:pt idx="84">
                  <c:v>1.4451882644619369</c:v>
                </c:pt>
                <c:pt idx="85">
                  <c:v>1.8013899786985255</c:v>
                </c:pt>
                <c:pt idx="86">
                  <c:v>2.2975310590610429</c:v>
                </c:pt>
                <c:pt idx="87">
                  <c:v>3.0249799365000478</c:v>
                </c:pt>
                <c:pt idx="88">
                  <c:v>4.1010124944180664</c:v>
                </c:pt>
                <c:pt idx="89">
                  <c:v>5.5776975141823684</c:v>
                </c:pt>
                <c:pt idx="90">
                  <c:v>7.8343271717129941</c:v>
                </c:pt>
                <c:pt idx="91">
                  <c:v>11.133852701796579</c:v>
                </c:pt>
                <c:pt idx="92">
                  <c:v>16.608759067995173</c:v>
                </c:pt>
                <c:pt idx="93">
                  <c:v>26.251302135343455</c:v>
                </c:pt>
                <c:pt idx="94">
                  <c:v>43.191839340966396</c:v>
                </c:pt>
                <c:pt idx="95">
                  <c:v>78.646007109312905</c:v>
                </c:pt>
                <c:pt idx="96">
                  <c:v>155.41573011829033</c:v>
                </c:pt>
                <c:pt idx="97">
                  <c:v>360.12797038067777</c:v>
                </c:pt>
                <c:pt idx="98">
                  <c:v>1270.2159755141679</c:v>
                </c:pt>
                <c:pt idx="99">
                  <c:v>6333.3870766085902</c:v>
                </c:pt>
                <c:pt idx="100">
                  <c:v>9787.7558285354335</c:v>
                </c:pt>
                <c:pt idx="101">
                  <c:v>3418.2673987841531</c:v>
                </c:pt>
                <c:pt idx="102">
                  <c:v>731.47285666191976</c:v>
                </c:pt>
                <c:pt idx="103">
                  <c:v>222.7357950585652</c:v>
                </c:pt>
                <c:pt idx="104">
                  <c:v>82.743696328671135</c:v>
                </c:pt>
                <c:pt idx="105">
                  <c:v>35.62360428180579</c:v>
                </c:pt>
                <c:pt idx="106">
                  <c:v>17.935443060905154</c:v>
                </c:pt>
                <c:pt idx="107">
                  <c:v>10.050895320836736</c:v>
                </c:pt>
                <c:pt idx="108">
                  <c:v>5.8710863043591663</c:v>
                </c:pt>
                <c:pt idx="109">
                  <c:v>3.5596471210941267</c:v>
                </c:pt>
                <c:pt idx="110">
                  <c:v>2.2343752135613038</c:v>
                </c:pt>
                <c:pt idx="111">
                  <c:v>1.4556035571989354</c:v>
                </c:pt>
                <c:pt idx="112">
                  <c:v>1.010831202556256</c:v>
                </c:pt>
                <c:pt idx="113">
                  <c:v>0.71464445344856897</c:v>
                </c:pt>
                <c:pt idx="114">
                  <c:v>0.48768926596179885</c:v>
                </c:pt>
                <c:pt idx="115">
                  <c:v>0.37656875785731309</c:v>
                </c:pt>
                <c:pt idx="116">
                  <c:v>0.27261515650754758</c:v>
                </c:pt>
                <c:pt idx="117">
                  <c:v>0.23054331943286752</c:v>
                </c:pt>
                <c:pt idx="118">
                  <c:v>0.1665655490872742</c:v>
                </c:pt>
                <c:pt idx="119">
                  <c:v>0.13776432194840843</c:v>
                </c:pt>
                <c:pt idx="120">
                  <c:v>0.10904419685847989</c:v>
                </c:pt>
                <c:pt idx="121">
                  <c:v>9.0486425028260487E-2</c:v>
                </c:pt>
                <c:pt idx="122">
                  <c:v>7.3177368983924615E-2</c:v>
                </c:pt>
                <c:pt idx="123">
                  <c:v>5.5877250481661901E-2</c:v>
                </c:pt>
                <c:pt idx="124">
                  <c:v>5.2096668545111587E-2</c:v>
                </c:pt>
                <c:pt idx="125">
                  <c:v>3.9384030710599968E-2</c:v>
                </c:pt>
                <c:pt idx="126">
                  <c:v>3.608509179755115E-2</c:v>
                </c:pt>
                <c:pt idx="127">
                  <c:v>3.201526325134614E-2</c:v>
                </c:pt>
                <c:pt idx="128">
                  <c:v>2.7448491190749859E-2</c:v>
                </c:pt>
                <c:pt idx="129">
                  <c:v>2.6435107327298299E-2</c:v>
                </c:pt>
                <c:pt idx="130">
                  <c:v>1.5253908553479224E-2</c:v>
                </c:pt>
                <c:pt idx="131">
                  <c:v>1.3477202041312964E-2</c:v>
                </c:pt>
                <c:pt idx="132">
                  <c:v>1.5508430153818713E-2</c:v>
                </c:pt>
                <c:pt idx="133">
                  <c:v>1.0925622554042131E-2</c:v>
                </c:pt>
                <c:pt idx="134">
                  <c:v>1.2451412492044754E-2</c:v>
                </c:pt>
                <c:pt idx="135">
                  <c:v>9.1534065165135084E-3</c:v>
                </c:pt>
                <c:pt idx="136">
                  <c:v>8.6437404332542697E-3</c:v>
                </c:pt>
                <c:pt idx="137">
                  <c:v>8.8946053811752648E-3</c:v>
                </c:pt>
                <c:pt idx="138">
                  <c:v>6.1019334077701409E-3</c:v>
                </c:pt>
                <c:pt idx="139">
                  <c:v>1.017045452956321E-2</c:v>
                </c:pt>
                <c:pt idx="140">
                  <c:v>4.8318548832238586E-3</c:v>
                </c:pt>
                <c:pt idx="141">
                  <c:v>4.8326448722013421E-3</c:v>
                </c:pt>
                <c:pt idx="142">
                  <c:v>3.5605004690323562E-3</c:v>
                </c:pt>
                <c:pt idx="143">
                  <c:v>3.8154853661128635E-3</c:v>
                </c:pt>
                <c:pt idx="144">
                  <c:v>5.3410063417328969E-3</c:v>
                </c:pt>
                <c:pt idx="145">
                  <c:v>5.3395509437656292E-3</c:v>
                </c:pt>
                <c:pt idx="146">
                  <c:v>2.0344447259042211E-3</c:v>
                </c:pt>
                <c:pt idx="147">
                  <c:v>2.0344739060284131E-3</c:v>
                </c:pt>
                <c:pt idx="148">
                  <c:v>2.7968835293029105E-3</c:v>
                </c:pt>
                <c:pt idx="149">
                  <c:v>2.5424888016080732E-3</c:v>
                </c:pt>
                <c:pt idx="150">
                  <c:v>1.0170948729315405E-3</c:v>
                </c:pt>
                <c:pt idx="151">
                  <c:v>2.8065311142755176E-3</c:v>
                </c:pt>
                <c:pt idx="152">
                  <c:v>2.0366596185514741E-3</c:v>
                </c:pt>
                <c:pt idx="153">
                  <c:v>3.3042247232718145E-3</c:v>
                </c:pt>
                <c:pt idx="154">
                  <c:v>1.7798749337822957E-3</c:v>
                </c:pt>
                <c:pt idx="155">
                  <c:v>1.2712528043836865E-3</c:v>
                </c:pt>
                <c:pt idx="156">
                  <c:v>1.5260526564977808E-3</c:v>
                </c:pt>
                <c:pt idx="157">
                  <c:v>1.2717329301838206E-3</c:v>
                </c:pt>
                <c:pt idx="158">
                  <c:v>1.0182179556627174E-3</c:v>
                </c:pt>
                <c:pt idx="159">
                  <c:v>1.5280641200153785E-3</c:v>
                </c:pt>
                <c:pt idx="160">
                  <c:v>2.8023191585746302E-3</c:v>
                </c:pt>
                <c:pt idx="161">
                  <c:v>1.7840784859963347E-3</c:v>
                </c:pt>
                <c:pt idx="162">
                  <c:v>1.0192939086078657E-3</c:v>
                </c:pt>
                <c:pt idx="163">
                  <c:v>1.2745262178199973E-3</c:v>
                </c:pt>
                <c:pt idx="164">
                  <c:v>1.53009529127455E-3</c:v>
                </c:pt>
                <c:pt idx="165">
                  <c:v>1.5375852331544276E-3</c:v>
                </c:pt>
                <c:pt idx="166">
                  <c:v>0</c:v>
                </c:pt>
                <c:pt idx="167">
                  <c:v>1.5296172912833382E-3</c:v>
                </c:pt>
                <c:pt idx="168">
                  <c:v>5.0990854280376276E-4</c:v>
                </c:pt>
                <c:pt idx="169">
                  <c:v>1.0199061456867085E-3</c:v>
                </c:pt>
                <c:pt idx="170">
                  <c:v>5.1012395833644191E-4</c:v>
                </c:pt>
                <c:pt idx="171">
                  <c:v>2.5501703947352651E-4</c:v>
                </c:pt>
                <c:pt idx="172">
                  <c:v>5.1031844764190136E-4</c:v>
                </c:pt>
                <c:pt idx="173">
                  <c:v>7.6563782722499391E-4</c:v>
                </c:pt>
                <c:pt idx="174">
                  <c:v>0</c:v>
                </c:pt>
                <c:pt idx="175">
                  <c:v>5.1055832054086917E-4</c:v>
                </c:pt>
                <c:pt idx="176">
                  <c:v>2.5540155125794206E-4</c:v>
                </c:pt>
                <c:pt idx="177">
                  <c:v>2.55291138609711E-4</c:v>
                </c:pt>
                <c:pt idx="178">
                  <c:v>1.0217441719648573E-3</c:v>
                </c:pt>
                <c:pt idx="179">
                  <c:v>7.6629932065266329E-4</c:v>
                </c:pt>
                <c:pt idx="180">
                  <c:v>5.1088593189246813E-4</c:v>
                </c:pt>
                <c:pt idx="181">
                  <c:v>7.6665612173763224E-4</c:v>
                </c:pt>
                <c:pt idx="182">
                  <c:v>0</c:v>
                </c:pt>
                <c:pt idx="183">
                  <c:v>2.5559552927635919E-4</c:v>
                </c:pt>
                <c:pt idx="184">
                  <c:v>5.1128839127121295E-4</c:v>
                </c:pt>
                <c:pt idx="185">
                  <c:v>7.6654291597831115E-4</c:v>
                </c:pt>
                <c:pt idx="186">
                  <c:v>2.5558656644163207E-4</c:v>
                </c:pt>
                <c:pt idx="187">
                  <c:v>7.6713713397106469E-4</c:v>
                </c:pt>
                <c:pt idx="188">
                  <c:v>5.1141642558070186E-4</c:v>
                </c:pt>
                <c:pt idx="189">
                  <c:v>5.1128342441890146E-4</c:v>
                </c:pt>
                <c:pt idx="190">
                  <c:v>5.112792810922479E-4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5.1107831237648198E-4</c:v>
                </c:pt>
                <c:pt idx="198">
                  <c:v>2.5555441777049779E-4</c:v>
                </c:pt>
                <c:pt idx="199">
                  <c:v>2.5562869461750011E-4</c:v>
                </c:pt>
                <c:pt idx="2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E41-4F98-B4D4-B656EF475D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19382831"/>
        <c:axId val="2019383791"/>
      </c:scatterChart>
      <c:valAx>
        <c:axId val="2019382831"/>
        <c:scaling>
          <c:orientation val="minMax"/>
          <c:max val="70.5"/>
          <c:min val="68.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19383791"/>
        <c:crosses val="autoZero"/>
        <c:crossBetween val="midCat"/>
      </c:valAx>
      <c:valAx>
        <c:axId val="2019383791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19382831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8098253840660894"/>
          <c:y val="0.14101536199298245"/>
          <c:w val="0.33107855000830605"/>
          <c:h val="0.1096899886401761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dirty="0"/>
              <a:t>三サンプル</a:t>
            </a:r>
            <a:r>
              <a:rPr lang="el-GR" altLang="ja-JP" dirty="0"/>
              <a:t>θ-</a:t>
            </a:r>
            <a:r>
              <a:rPr lang="en-US" altLang="ja-JP" dirty="0"/>
              <a:t>scan(90deg</a:t>
            </a:r>
            <a:r>
              <a:rPr lang="ja-JP" altLang="en-US" dirty="0"/>
              <a:t>回転</a:t>
            </a:r>
            <a:r>
              <a:rPr lang="en-US" altLang="ja-JP" dirty="0"/>
              <a:t>)</a:t>
            </a:r>
            <a:endParaRPr lang="zh-CN" altLang="en-US" dirty="0"/>
          </a:p>
        </c:rich>
      </c:tx>
      <c:layout>
        <c:manualLayout>
          <c:xMode val="edge"/>
          <c:yMode val="edge"/>
          <c:x val="0.41250457379852629"/>
          <c:y val="2.50303995859735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563335761005614"/>
          <c:y val="0.10160445153724583"/>
          <c:w val="0.77658232563125973"/>
          <c:h val="0.71249257004349875"/>
        </c:manualLayout>
      </c:layout>
      <c:scatterChart>
        <c:scatterStyle val="lineMarker"/>
        <c:varyColors val="0"/>
        <c:ser>
          <c:idx val="1"/>
          <c:order val="1"/>
          <c:tx>
            <c:strRef>
              <c:f>'θ-scan2_thermo'!$I$1</c:f>
              <c:strCache>
                <c:ptCount val="1"/>
                <c:pt idx="0">
                  <c:v>Si_Thermo_2θ-scan_2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'θ-scan2_thermo'!$G$5:$G$205</c:f>
              <c:numCache>
                <c:formatCode>General</c:formatCode>
                <c:ptCount val="201"/>
                <c:pt idx="0">
                  <c:v>68.588999999999999</c:v>
                </c:pt>
                <c:pt idx="1">
                  <c:v>68.599000000000004</c:v>
                </c:pt>
                <c:pt idx="2">
                  <c:v>68.608999999999995</c:v>
                </c:pt>
                <c:pt idx="3">
                  <c:v>68.619</c:v>
                </c:pt>
                <c:pt idx="4">
                  <c:v>68.629000000000005</c:v>
                </c:pt>
                <c:pt idx="5">
                  <c:v>68.638999999999996</c:v>
                </c:pt>
                <c:pt idx="6">
                  <c:v>68.649000000000001</c:v>
                </c:pt>
                <c:pt idx="7">
                  <c:v>68.659000000000006</c:v>
                </c:pt>
                <c:pt idx="8">
                  <c:v>68.668999999999997</c:v>
                </c:pt>
                <c:pt idx="9">
                  <c:v>68.679000000000002</c:v>
                </c:pt>
                <c:pt idx="10">
                  <c:v>68.688999999999993</c:v>
                </c:pt>
                <c:pt idx="11">
                  <c:v>68.698999999999998</c:v>
                </c:pt>
                <c:pt idx="12">
                  <c:v>68.709000000000003</c:v>
                </c:pt>
                <c:pt idx="13">
                  <c:v>68.718999999999994</c:v>
                </c:pt>
                <c:pt idx="14">
                  <c:v>68.728999999999999</c:v>
                </c:pt>
                <c:pt idx="15">
                  <c:v>68.739000000000004</c:v>
                </c:pt>
                <c:pt idx="16">
                  <c:v>68.748999999999995</c:v>
                </c:pt>
                <c:pt idx="17">
                  <c:v>68.759</c:v>
                </c:pt>
                <c:pt idx="18">
                  <c:v>68.769000000000005</c:v>
                </c:pt>
                <c:pt idx="19">
                  <c:v>68.778999999999996</c:v>
                </c:pt>
                <c:pt idx="20">
                  <c:v>68.789000000000001</c:v>
                </c:pt>
                <c:pt idx="21">
                  <c:v>68.799000000000007</c:v>
                </c:pt>
                <c:pt idx="22">
                  <c:v>68.808999999999997</c:v>
                </c:pt>
                <c:pt idx="23">
                  <c:v>68.819000000000003</c:v>
                </c:pt>
                <c:pt idx="24">
                  <c:v>68.828999999999994</c:v>
                </c:pt>
                <c:pt idx="25">
                  <c:v>68.838999999999999</c:v>
                </c:pt>
                <c:pt idx="26">
                  <c:v>68.849000000000004</c:v>
                </c:pt>
                <c:pt idx="27">
                  <c:v>68.858999999999995</c:v>
                </c:pt>
                <c:pt idx="28">
                  <c:v>68.869</c:v>
                </c:pt>
                <c:pt idx="29">
                  <c:v>68.879000000000005</c:v>
                </c:pt>
                <c:pt idx="30">
                  <c:v>68.888999999999996</c:v>
                </c:pt>
                <c:pt idx="31">
                  <c:v>68.899000000000001</c:v>
                </c:pt>
                <c:pt idx="32">
                  <c:v>68.909000000000006</c:v>
                </c:pt>
                <c:pt idx="33">
                  <c:v>68.918999999999997</c:v>
                </c:pt>
                <c:pt idx="34">
                  <c:v>68.929000000000002</c:v>
                </c:pt>
                <c:pt idx="35">
                  <c:v>68.938999999999993</c:v>
                </c:pt>
                <c:pt idx="36">
                  <c:v>68.948999999999998</c:v>
                </c:pt>
                <c:pt idx="37">
                  <c:v>68.959000000000003</c:v>
                </c:pt>
                <c:pt idx="38">
                  <c:v>68.968999999999994</c:v>
                </c:pt>
                <c:pt idx="39">
                  <c:v>68.978999999999999</c:v>
                </c:pt>
                <c:pt idx="40">
                  <c:v>68.989000000000004</c:v>
                </c:pt>
                <c:pt idx="41">
                  <c:v>68.998999999999995</c:v>
                </c:pt>
                <c:pt idx="42">
                  <c:v>69.009</c:v>
                </c:pt>
                <c:pt idx="43">
                  <c:v>69.019000000000005</c:v>
                </c:pt>
                <c:pt idx="44">
                  <c:v>69.028999999999996</c:v>
                </c:pt>
                <c:pt idx="45">
                  <c:v>69.039000000000001</c:v>
                </c:pt>
                <c:pt idx="46">
                  <c:v>69.049000000000007</c:v>
                </c:pt>
                <c:pt idx="47">
                  <c:v>69.058999999999997</c:v>
                </c:pt>
                <c:pt idx="48">
                  <c:v>69.069000000000003</c:v>
                </c:pt>
                <c:pt idx="49">
                  <c:v>69.078999999999994</c:v>
                </c:pt>
                <c:pt idx="50">
                  <c:v>69.088999999999999</c:v>
                </c:pt>
                <c:pt idx="51">
                  <c:v>69.099000000000004</c:v>
                </c:pt>
                <c:pt idx="52">
                  <c:v>69.108999999999995</c:v>
                </c:pt>
                <c:pt idx="53">
                  <c:v>69.119</c:v>
                </c:pt>
                <c:pt idx="54">
                  <c:v>69.129000000000005</c:v>
                </c:pt>
                <c:pt idx="55">
                  <c:v>69.138999999999996</c:v>
                </c:pt>
                <c:pt idx="56">
                  <c:v>69.149000000000001</c:v>
                </c:pt>
                <c:pt idx="57">
                  <c:v>69.159000000000006</c:v>
                </c:pt>
                <c:pt idx="58">
                  <c:v>69.168999999999997</c:v>
                </c:pt>
                <c:pt idx="59">
                  <c:v>69.179000000000002</c:v>
                </c:pt>
                <c:pt idx="60">
                  <c:v>69.188999999999993</c:v>
                </c:pt>
                <c:pt idx="61">
                  <c:v>69.198999999999998</c:v>
                </c:pt>
                <c:pt idx="62">
                  <c:v>69.209000000000003</c:v>
                </c:pt>
                <c:pt idx="63">
                  <c:v>69.218999999999994</c:v>
                </c:pt>
                <c:pt idx="64">
                  <c:v>69.228999999999999</c:v>
                </c:pt>
                <c:pt idx="65">
                  <c:v>69.239000000000004</c:v>
                </c:pt>
                <c:pt idx="66">
                  <c:v>69.248999999999995</c:v>
                </c:pt>
                <c:pt idx="67">
                  <c:v>69.259</c:v>
                </c:pt>
                <c:pt idx="68">
                  <c:v>69.269000000000005</c:v>
                </c:pt>
                <c:pt idx="69">
                  <c:v>69.278999999999996</c:v>
                </c:pt>
                <c:pt idx="70">
                  <c:v>69.289000000000001</c:v>
                </c:pt>
                <c:pt idx="71">
                  <c:v>69.299000000000007</c:v>
                </c:pt>
                <c:pt idx="72">
                  <c:v>69.308999999999997</c:v>
                </c:pt>
                <c:pt idx="73">
                  <c:v>69.319000000000003</c:v>
                </c:pt>
                <c:pt idx="74">
                  <c:v>69.328999999999994</c:v>
                </c:pt>
                <c:pt idx="75">
                  <c:v>69.338999999999999</c:v>
                </c:pt>
                <c:pt idx="76">
                  <c:v>69.349000000000004</c:v>
                </c:pt>
                <c:pt idx="77">
                  <c:v>69.358999999999995</c:v>
                </c:pt>
                <c:pt idx="78">
                  <c:v>69.369</c:v>
                </c:pt>
                <c:pt idx="79">
                  <c:v>69.379000000000005</c:v>
                </c:pt>
                <c:pt idx="80">
                  <c:v>69.388999999999996</c:v>
                </c:pt>
                <c:pt idx="81">
                  <c:v>69.399000000000001</c:v>
                </c:pt>
                <c:pt idx="82">
                  <c:v>69.409000000000006</c:v>
                </c:pt>
                <c:pt idx="83">
                  <c:v>69.418999999999997</c:v>
                </c:pt>
                <c:pt idx="84">
                  <c:v>69.429000000000002</c:v>
                </c:pt>
                <c:pt idx="85">
                  <c:v>69.438999999999993</c:v>
                </c:pt>
                <c:pt idx="86">
                  <c:v>69.448999999999998</c:v>
                </c:pt>
                <c:pt idx="87">
                  <c:v>69.459000000000003</c:v>
                </c:pt>
                <c:pt idx="88">
                  <c:v>69.468999999999994</c:v>
                </c:pt>
                <c:pt idx="89">
                  <c:v>69.478999999999999</c:v>
                </c:pt>
                <c:pt idx="90">
                  <c:v>69.489000000000004</c:v>
                </c:pt>
                <c:pt idx="91">
                  <c:v>69.498999999999995</c:v>
                </c:pt>
                <c:pt idx="92">
                  <c:v>69.509</c:v>
                </c:pt>
                <c:pt idx="93">
                  <c:v>69.519000000000005</c:v>
                </c:pt>
                <c:pt idx="94">
                  <c:v>69.528999999999996</c:v>
                </c:pt>
                <c:pt idx="95">
                  <c:v>69.539000000000001</c:v>
                </c:pt>
                <c:pt idx="96">
                  <c:v>69.549000000000007</c:v>
                </c:pt>
                <c:pt idx="97">
                  <c:v>69.558999999999997</c:v>
                </c:pt>
                <c:pt idx="98">
                  <c:v>69.569000000000003</c:v>
                </c:pt>
                <c:pt idx="99">
                  <c:v>69.578999999999994</c:v>
                </c:pt>
                <c:pt idx="100">
                  <c:v>69.588999999999999</c:v>
                </c:pt>
                <c:pt idx="101">
                  <c:v>69.599000000000004</c:v>
                </c:pt>
                <c:pt idx="102">
                  <c:v>69.608999999999995</c:v>
                </c:pt>
                <c:pt idx="103">
                  <c:v>69.619</c:v>
                </c:pt>
                <c:pt idx="104">
                  <c:v>69.629000000000005</c:v>
                </c:pt>
                <c:pt idx="105">
                  <c:v>69.638999999999996</c:v>
                </c:pt>
                <c:pt idx="106">
                  <c:v>69.649000000000001</c:v>
                </c:pt>
                <c:pt idx="107">
                  <c:v>69.659000000000006</c:v>
                </c:pt>
                <c:pt idx="108">
                  <c:v>69.668999999999997</c:v>
                </c:pt>
                <c:pt idx="109">
                  <c:v>69.679000000000002</c:v>
                </c:pt>
                <c:pt idx="110">
                  <c:v>69.688999999999993</c:v>
                </c:pt>
                <c:pt idx="111">
                  <c:v>69.698999999999998</c:v>
                </c:pt>
                <c:pt idx="112">
                  <c:v>69.709000000000003</c:v>
                </c:pt>
                <c:pt idx="113">
                  <c:v>69.718999999999994</c:v>
                </c:pt>
                <c:pt idx="114">
                  <c:v>69.728999999999999</c:v>
                </c:pt>
                <c:pt idx="115">
                  <c:v>69.739000000000004</c:v>
                </c:pt>
                <c:pt idx="116">
                  <c:v>69.748999999999995</c:v>
                </c:pt>
                <c:pt idx="117">
                  <c:v>69.759</c:v>
                </c:pt>
                <c:pt idx="118">
                  <c:v>69.769000000000005</c:v>
                </c:pt>
                <c:pt idx="119">
                  <c:v>69.778999999999996</c:v>
                </c:pt>
                <c:pt idx="120">
                  <c:v>69.789000000000001</c:v>
                </c:pt>
                <c:pt idx="121">
                  <c:v>69.799000000000007</c:v>
                </c:pt>
                <c:pt idx="122">
                  <c:v>69.808999999999997</c:v>
                </c:pt>
                <c:pt idx="123">
                  <c:v>69.819000000000003</c:v>
                </c:pt>
                <c:pt idx="124">
                  <c:v>69.828999999999994</c:v>
                </c:pt>
                <c:pt idx="125">
                  <c:v>69.838999999999999</c:v>
                </c:pt>
                <c:pt idx="126">
                  <c:v>69.849000000000004</c:v>
                </c:pt>
                <c:pt idx="127">
                  <c:v>69.858999999999995</c:v>
                </c:pt>
                <c:pt idx="128">
                  <c:v>69.869</c:v>
                </c:pt>
                <c:pt idx="129">
                  <c:v>69.879000000000005</c:v>
                </c:pt>
                <c:pt idx="130">
                  <c:v>69.888999999999996</c:v>
                </c:pt>
                <c:pt idx="131">
                  <c:v>69.899000000000001</c:v>
                </c:pt>
                <c:pt idx="132">
                  <c:v>69.909000000000006</c:v>
                </c:pt>
                <c:pt idx="133">
                  <c:v>69.918999999999997</c:v>
                </c:pt>
                <c:pt idx="134">
                  <c:v>69.929000000000002</c:v>
                </c:pt>
                <c:pt idx="135">
                  <c:v>69.938999999999993</c:v>
                </c:pt>
                <c:pt idx="136">
                  <c:v>69.948999999999998</c:v>
                </c:pt>
                <c:pt idx="137">
                  <c:v>69.959000000000003</c:v>
                </c:pt>
                <c:pt idx="138">
                  <c:v>69.968999999999994</c:v>
                </c:pt>
                <c:pt idx="139">
                  <c:v>69.978999999999999</c:v>
                </c:pt>
                <c:pt idx="140">
                  <c:v>69.989000000000004</c:v>
                </c:pt>
                <c:pt idx="141">
                  <c:v>69.998999999999995</c:v>
                </c:pt>
                <c:pt idx="142">
                  <c:v>70.009</c:v>
                </c:pt>
                <c:pt idx="143">
                  <c:v>70.019000000000005</c:v>
                </c:pt>
                <c:pt idx="144">
                  <c:v>70.028999999999996</c:v>
                </c:pt>
                <c:pt idx="145">
                  <c:v>70.039000000000001</c:v>
                </c:pt>
                <c:pt idx="146">
                  <c:v>70.049000000000007</c:v>
                </c:pt>
                <c:pt idx="147">
                  <c:v>70.058999999999997</c:v>
                </c:pt>
                <c:pt idx="148">
                  <c:v>70.069000000000003</c:v>
                </c:pt>
                <c:pt idx="149">
                  <c:v>70.078999999999994</c:v>
                </c:pt>
                <c:pt idx="150">
                  <c:v>70.088999999999999</c:v>
                </c:pt>
                <c:pt idx="151">
                  <c:v>70.099000000000004</c:v>
                </c:pt>
                <c:pt idx="152">
                  <c:v>70.108999999999995</c:v>
                </c:pt>
                <c:pt idx="153">
                  <c:v>70.119</c:v>
                </c:pt>
                <c:pt idx="154">
                  <c:v>70.129000000000005</c:v>
                </c:pt>
                <c:pt idx="155">
                  <c:v>70.138999999999996</c:v>
                </c:pt>
                <c:pt idx="156">
                  <c:v>70.149000000000001</c:v>
                </c:pt>
                <c:pt idx="157">
                  <c:v>70.159000000000006</c:v>
                </c:pt>
                <c:pt idx="158">
                  <c:v>70.168999999999997</c:v>
                </c:pt>
                <c:pt idx="159">
                  <c:v>70.179000000000002</c:v>
                </c:pt>
                <c:pt idx="160">
                  <c:v>70.188999999999993</c:v>
                </c:pt>
                <c:pt idx="161">
                  <c:v>70.198999999999998</c:v>
                </c:pt>
                <c:pt idx="162">
                  <c:v>70.209000000000003</c:v>
                </c:pt>
                <c:pt idx="163">
                  <c:v>70.218999999999994</c:v>
                </c:pt>
                <c:pt idx="164">
                  <c:v>70.228999999999999</c:v>
                </c:pt>
                <c:pt idx="165">
                  <c:v>70.239000000000004</c:v>
                </c:pt>
                <c:pt idx="166">
                  <c:v>70.248999999999995</c:v>
                </c:pt>
                <c:pt idx="167">
                  <c:v>70.259</c:v>
                </c:pt>
                <c:pt idx="168">
                  <c:v>70.269000000000005</c:v>
                </c:pt>
                <c:pt idx="169">
                  <c:v>70.278999999999996</c:v>
                </c:pt>
                <c:pt idx="170">
                  <c:v>70.289000000000001</c:v>
                </c:pt>
                <c:pt idx="171">
                  <c:v>70.299000000000007</c:v>
                </c:pt>
                <c:pt idx="172">
                  <c:v>70.308999999999997</c:v>
                </c:pt>
                <c:pt idx="173">
                  <c:v>70.319000000000003</c:v>
                </c:pt>
                <c:pt idx="174">
                  <c:v>70.328999999999994</c:v>
                </c:pt>
                <c:pt idx="175">
                  <c:v>70.338999999999999</c:v>
                </c:pt>
                <c:pt idx="176">
                  <c:v>70.349000000000004</c:v>
                </c:pt>
                <c:pt idx="177">
                  <c:v>70.358999999999995</c:v>
                </c:pt>
                <c:pt idx="178">
                  <c:v>70.369</c:v>
                </c:pt>
                <c:pt idx="179">
                  <c:v>70.379000000000005</c:v>
                </c:pt>
                <c:pt idx="180">
                  <c:v>70.388999999999996</c:v>
                </c:pt>
                <c:pt idx="181">
                  <c:v>70.399000000000001</c:v>
                </c:pt>
                <c:pt idx="182">
                  <c:v>70.409000000000006</c:v>
                </c:pt>
                <c:pt idx="183">
                  <c:v>70.418999999999997</c:v>
                </c:pt>
                <c:pt idx="184">
                  <c:v>70.429000000000002</c:v>
                </c:pt>
                <c:pt idx="185">
                  <c:v>70.438999999999993</c:v>
                </c:pt>
                <c:pt idx="186">
                  <c:v>70.448999999999998</c:v>
                </c:pt>
                <c:pt idx="187">
                  <c:v>70.459000000000003</c:v>
                </c:pt>
                <c:pt idx="188">
                  <c:v>70.468999999999994</c:v>
                </c:pt>
                <c:pt idx="189">
                  <c:v>70.478999999999999</c:v>
                </c:pt>
                <c:pt idx="190">
                  <c:v>70.489000000000004</c:v>
                </c:pt>
                <c:pt idx="191">
                  <c:v>70.498999999999995</c:v>
                </c:pt>
                <c:pt idx="192">
                  <c:v>70.509</c:v>
                </c:pt>
                <c:pt idx="193">
                  <c:v>70.519000000000005</c:v>
                </c:pt>
                <c:pt idx="194">
                  <c:v>70.528999999999996</c:v>
                </c:pt>
                <c:pt idx="195">
                  <c:v>70.539000000000001</c:v>
                </c:pt>
                <c:pt idx="196">
                  <c:v>70.549000000000007</c:v>
                </c:pt>
                <c:pt idx="197">
                  <c:v>70.558999999999997</c:v>
                </c:pt>
                <c:pt idx="198">
                  <c:v>70.569000000000003</c:v>
                </c:pt>
                <c:pt idx="199">
                  <c:v>70.578999999999994</c:v>
                </c:pt>
                <c:pt idx="200">
                  <c:v>70.588999999999999</c:v>
                </c:pt>
              </c:numCache>
            </c:numRef>
          </c:xVal>
          <c:yVal>
            <c:numRef>
              <c:f>'θ-scan2_thermo'!$K$5:$K$205</c:f>
              <c:numCache>
                <c:formatCode>0.00E+00</c:formatCode>
                <c:ptCount val="201"/>
                <c:pt idx="0">
                  <c:v>1.1978686339804744E-2</c:v>
                </c:pt>
                <c:pt idx="1">
                  <c:v>1.0008764067605034E-2</c:v>
                </c:pt>
                <c:pt idx="2">
                  <c:v>1.3951054285275589E-2</c:v>
                </c:pt>
                <c:pt idx="3">
                  <c:v>1.5919877782605896E-2</c:v>
                </c:pt>
                <c:pt idx="4">
                  <c:v>1.608861372033038E-2</c:v>
                </c:pt>
                <c:pt idx="5">
                  <c:v>1.7735033282253152E-2</c:v>
                </c:pt>
                <c:pt idx="6">
                  <c:v>1.970990501895321E-2</c:v>
                </c:pt>
                <c:pt idx="7">
                  <c:v>1.8066698374269791E-2</c:v>
                </c:pt>
                <c:pt idx="8">
                  <c:v>1.7906683410018023E-2</c:v>
                </c:pt>
                <c:pt idx="9">
                  <c:v>1.8893315656637679E-2</c:v>
                </c:pt>
                <c:pt idx="10">
                  <c:v>1.6594579921024914E-2</c:v>
                </c:pt>
                <c:pt idx="11">
                  <c:v>2.0547587621160084E-2</c:v>
                </c:pt>
                <c:pt idx="12">
                  <c:v>2.1693378912875427E-2</c:v>
                </c:pt>
                <c:pt idx="13">
                  <c:v>1.9236892848517376E-2</c:v>
                </c:pt>
                <c:pt idx="14">
                  <c:v>2.3180458538075554E-2</c:v>
                </c:pt>
                <c:pt idx="15">
                  <c:v>2.2364326321042668E-2</c:v>
                </c:pt>
                <c:pt idx="16">
                  <c:v>2.434000513705676E-2</c:v>
                </c:pt>
                <c:pt idx="17">
                  <c:v>2.3687772653048798E-2</c:v>
                </c:pt>
                <c:pt idx="18">
                  <c:v>2.6162672024299234E-2</c:v>
                </c:pt>
                <c:pt idx="19">
                  <c:v>2.6162685800113428E-2</c:v>
                </c:pt>
                <c:pt idx="20">
                  <c:v>2.896419862126794E-2</c:v>
                </c:pt>
                <c:pt idx="21">
                  <c:v>2.7153556819722764E-2</c:v>
                </c:pt>
                <c:pt idx="22">
                  <c:v>2.9455429985101148E-2</c:v>
                </c:pt>
                <c:pt idx="23">
                  <c:v>3.0778253317336104E-2</c:v>
                </c:pt>
                <c:pt idx="24">
                  <c:v>2.7823940640503822E-2</c:v>
                </c:pt>
                <c:pt idx="25">
                  <c:v>3.4410914127744906E-2</c:v>
                </c:pt>
                <c:pt idx="26">
                  <c:v>3.095945151708723E-2</c:v>
                </c:pt>
                <c:pt idx="27">
                  <c:v>3.5404178048698234E-2</c:v>
                </c:pt>
                <c:pt idx="28">
                  <c:v>3.4575875028957294E-2</c:v>
                </c:pt>
                <c:pt idx="29">
                  <c:v>4.2158833999953425E-2</c:v>
                </c:pt>
                <c:pt idx="30">
                  <c:v>4.2990663811427729E-2</c:v>
                </c:pt>
                <c:pt idx="31">
                  <c:v>3.8390837975439226E-2</c:v>
                </c:pt>
                <c:pt idx="32">
                  <c:v>4.4806446118905996E-2</c:v>
                </c:pt>
                <c:pt idx="33">
                  <c:v>4.2019432158292049E-2</c:v>
                </c:pt>
                <c:pt idx="34">
                  <c:v>4.2675085247190075E-2</c:v>
                </c:pt>
                <c:pt idx="35">
                  <c:v>5.0936919521051852E-2</c:v>
                </c:pt>
                <c:pt idx="36">
                  <c:v>4.6988082849453633E-2</c:v>
                </c:pt>
                <c:pt idx="37">
                  <c:v>4.8804569980790455E-2</c:v>
                </c:pt>
                <c:pt idx="38">
                  <c:v>6.3157521537250766E-2</c:v>
                </c:pt>
                <c:pt idx="39">
                  <c:v>5.5898750247401437E-2</c:v>
                </c:pt>
                <c:pt idx="40">
                  <c:v>5.8377219177417825E-2</c:v>
                </c:pt>
                <c:pt idx="41">
                  <c:v>5.6385212295517663E-2</c:v>
                </c:pt>
                <c:pt idx="42">
                  <c:v>6.3974181339466668E-2</c:v>
                </c:pt>
                <c:pt idx="43">
                  <c:v>6.6611038754961854E-2</c:v>
                </c:pt>
                <c:pt idx="44">
                  <c:v>6.4966913455744305E-2</c:v>
                </c:pt>
                <c:pt idx="45">
                  <c:v>7.1256576573776959E-2</c:v>
                </c:pt>
                <c:pt idx="46">
                  <c:v>7.5547023543768022E-2</c:v>
                </c:pt>
                <c:pt idx="47">
                  <c:v>7.488475994189206E-2</c:v>
                </c:pt>
                <c:pt idx="48">
                  <c:v>8.6002726170868932E-2</c:v>
                </c:pt>
                <c:pt idx="49">
                  <c:v>8.6872068129634133E-2</c:v>
                </c:pt>
                <c:pt idx="50">
                  <c:v>9.282525216838633E-2</c:v>
                </c:pt>
                <c:pt idx="51">
                  <c:v>9.6537321973359069E-2</c:v>
                </c:pt>
                <c:pt idx="52">
                  <c:v>9.0760633624946643E-2</c:v>
                </c:pt>
                <c:pt idx="53">
                  <c:v>9.4805430137365629E-2</c:v>
                </c:pt>
                <c:pt idx="54">
                  <c:v>0.1014635026098217</c:v>
                </c:pt>
                <c:pt idx="55">
                  <c:v>0.10912888094343789</c:v>
                </c:pt>
                <c:pt idx="56">
                  <c:v>0.11277039434366222</c:v>
                </c:pt>
                <c:pt idx="57">
                  <c:v>0.11556421496136049</c:v>
                </c:pt>
                <c:pt idx="58">
                  <c:v>0.12381946499595584</c:v>
                </c:pt>
                <c:pt idx="59">
                  <c:v>0.12410814644880425</c:v>
                </c:pt>
                <c:pt idx="60">
                  <c:v>0.14384769373081294</c:v>
                </c:pt>
                <c:pt idx="61">
                  <c:v>0.15340419548063297</c:v>
                </c:pt>
                <c:pt idx="62">
                  <c:v>0.14956964808280335</c:v>
                </c:pt>
                <c:pt idx="63">
                  <c:v>0.15669850448237976</c:v>
                </c:pt>
                <c:pt idx="64">
                  <c:v>0.17735373176985211</c:v>
                </c:pt>
                <c:pt idx="65">
                  <c:v>0.18222957135748369</c:v>
                </c:pt>
                <c:pt idx="66">
                  <c:v>0.19315970025255921</c:v>
                </c:pt>
                <c:pt idx="67">
                  <c:v>0.19748389624768845</c:v>
                </c:pt>
                <c:pt idx="68">
                  <c:v>0.22349143282840825</c:v>
                </c:pt>
                <c:pt idx="69">
                  <c:v>0.22646671840636562</c:v>
                </c:pt>
                <c:pt idx="70">
                  <c:v>0.23888418340206538</c:v>
                </c:pt>
                <c:pt idx="71">
                  <c:v>0.25397458217745783</c:v>
                </c:pt>
                <c:pt idx="72">
                  <c:v>0.28961087789717266</c:v>
                </c:pt>
                <c:pt idx="73">
                  <c:v>0.2983344527221678</c:v>
                </c:pt>
                <c:pt idx="74">
                  <c:v>0.34218585976448707</c:v>
                </c:pt>
                <c:pt idx="75">
                  <c:v>0.33938299244877806</c:v>
                </c:pt>
                <c:pt idx="76">
                  <c:v>0.39072574044721509</c:v>
                </c:pt>
                <c:pt idx="77">
                  <c:v>0.4214615647836189</c:v>
                </c:pt>
                <c:pt idx="78">
                  <c:v>0.441713026383799</c:v>
                </c:pt>
                <c:pt idx="79">
                  <c:v>0.48362475411185424</c:v>
                </c:pt>
                <c:pt idx="80">
                  <c:v>0.53947211957220587</c:v>
                </c:pt>
                <c:pt idx="81">
                  <c:v>0.58644905099621791</c:v>
                </c:pt>
                <c:pt idx="82">
                  <c:v>0.66799133381525955</c:v>
                </c:pt>
                <c:pt idx="83">
                  <c:v>0.74369498982675286</c:v>
                </c:pt>
                <c:pt idx="84">
                  <c:v>0.82650778006175529</c:v>
                </c:pt>
                <c:pt idx="85">
                  <c:v>0.9100009552523689</c:v>
                </c:pt>
                <c:pt idx="86">
                  <c:v>1.0458924439560076</c:v>
                </c:pt>
                <c:pt idx="87">
                  <c:v>1.2048223749598661</c:v>
                </c:pt>
                <c:pt idx="88">
                  <c:v>1.384814913024847</c:v>
                </c:pt>
                <c:pt idx="89">
                  <c:v>1.5629704900354617</c:v>
                </c:pt>
                <c:pt idx="90">
                  <c:v>1.8979324133327165</c:v>
                </c:pt>
                <c:pt idx="91">
                  <c:v>2.3735845935925393</c:v>
                </c:pt>
                <c:pt idx="92">
                  <c:v>3.0024166443775555</c:v>
                </c:pt>
                <c:pt idx="93">
                  <c:v>3.7956303866888041</c:v>
                </c:pt>
                <c:pt idx="94">
                  <c:v>5.0886525205001547</c:v>
                </c:pt>
                <c:pt idx="95">
                  <c:v>7.1198079358223314</c:v>
                </c:pt>
                <c:pt idx="96">
                  <c:v>11.051106364051215</c:v>
                </c:pt>
                <c:pt idx="97">
                  <c:v>18.737379072691301</c:v>
                </c:pt>
                <c:pt idx="98">
                  <c:v>39.952260413515617</c:v>
                </c:pt>
                <c:pt idx="99">
                  <c:v>187.50362405538468</c:v>
                </c:pt>
                <c:pt idx="100">
                  <c:v>11747.363038625652</c:v>
                </c:pt>
                <c:pt idx="101">
                  <c:v>5819.7639594137927</c:v>
                </c:pt>
                <c:pt idx="102">
                  <c:v>104.1875430828705</c:v>
                </c:pt>
                <c:pt idx="103">
                  <c:v>31.059037744809935</c:v>
                </c:pt>
                <c:pt idx="104">
                  <c:v>14.629796815420331</c:v>
                </c:pt>
                <c:pt idx="105">
                  <c:v>8.5112530689758064</c:v>
                </c:pt>
                <c:pt idx="106">
                  <c:v>5.7252626091885634</c:v>
                </c:pt>
                <c:pt idx="107">
                  <c:v>4.0247201393610839</c:v>
                </c:pt>
                <c:pt idx="108">
                  <c:v>2.8825993717747243</c:v>
                </c:pt>
                <c:pt idx="109">
                  <c:v>2.1540654805010315</c:v>
                </c:pt>
                <c:pt idx="110">
                  <c:v>1.7302038076110364</c:v>
                </c:pt>
                <c:pt idx="111">
                  <c:v>1.4757337908495765</c:v>
                </c:pt>
                <c:pt idx="112">
                  <c:v>1.2462239099901409</c:v>
                </c:pt>
                <c:pt idx="113">
                  <c:v>1.0368686811713204</c:v>
                </c:pt>
                <c:pt idx="114">
                  <c:v>0.89395279394305038</c:v>
                </c:pt>
                <c:pt idx="115">
                  <c:v>0.7680808574956971</c:v>
                </c:pt>
                <c:pt idx="116">
                  <c:v>0.66314483737427188</c:v>
                </c:pt>
                <c:pt idx="117">
                  <c:v>0.59695177433124635</c:v>
                </c:pt>
                <c:pt idx="118">
                  <c:v>0.50083348020519991</c:v>
                </c:pt>
                <c:pt idx="119">
                  <c:v>0.43470447393427791</c:v>
                </c:pt>
                <c:pt idx="120">
                  <c:v>0.39570173925776053</c:v>
                </c:pt>
                <c:pt idx="121">
                  <c:v>0.37152842544393994</c:v>
                </c:pt>
                <c:pt idx="122">
                  <c:v>0.33223341922674665</c:v>
                </c:pt>
                <c:pt idx="123">
                  <c:v>0.29124415565769018</c:v>
                </c:pt>
                <c:pt idx="124">
                  <c:v>0.25259517865267628</c:v>
                </c:pt>
                <c:pt idx="125">
                  <c:v>0.23205064182780638</c:v>
                </c:pt>
                <c:pt idx="126">
                  <c:v>0.204645703510003</c:v>
                </c:pt>
                <c:pt idx="127">
                  <c:v>0.17838413828857094</c:v>
                </c:pt>
                <c:pt idx="128">
                  <c:v>0.15513738446317885</c:v>
                </c:pt>
                <c:pt idx="129">
                  <c:v>0.1394800211411148</c:v>
                </c:pt>
                <c:pt idx="130">
                  <c:v>0.12383484706612476</c:v>
                </c:pt>
                <c:pt idx="131">
                  <c:v>0.12323946560773198</c:v>
                </c:pt>
                <c:pt idx="132">
                  <c:v>0.11259542857570526</c:v>
                </c:pt>
                <c:pt idx="133">
                  <c:v>9.6985225091145724E-2</c:v>
                </c:pt>
                <c:pt idx="134">
                  <c:v>8.7677881910004932E-2</c:v>
                </c:pt>
                <c:pt idx="135">
                  <c:v>7.8009484057081982E-2</c:v>
                </c:pt>
                <c:pt idx="136">
                  <c:v>6.6204813239631899E-2</c:v>
                </c:pt>
                <c:pt idx="137">
                  <c:v>5.43825961323397E-2</c:v>
                </c:pt>
                <c:pt idx="138">
                  <c:v>5.2881558529284035E-2</c:v>
                </c:pt>
                <c:pt idx="139">
                  <c:v>4.6053765859661706E-2</c:v>
                </c:pt>
                <c:pt idx="140">
                  <c:v>4.8049873440956181E-2</c:v>
                </c:pt>
                <c:pt idx="141">
                  <c:v>4.1743186139984956E-2</c:v>
                </c:pt>
                <c:pt idx="142">
                  <c:v>3.3924846852182479E-2</c:v>
                </c:pt>
                <c:pt idx="143">
                  <c:v>2.861569972082224E-2</c:v>
                </c:pt>
                <c:pt idx="144">
                  <c:v>2.7291114434155602E-2</c:v>
                </c:pt>
                <c:pt idx="145">
                  <c:v>2.5302187184315681E-2</c:v>
                </c:pt>
                <c:pt idx="146">
                  <c:v>2.3139231636676638E-2</c:v>
                </c:pt>
                <c:pt idx="147">
                  <c:v>1.6970946587988693E-2</c:v>
                </c:pt>
                <c:pt idx="148">
                  <c:v>1.3146370642350474E-2</c:v>
                </c:pt>
                <c:pt idx="149">
                  <c:v>1.4975117843362064E-2</c:v>
                </c:pt>
                <c:pt idx="150">
                  <c:v>1.4977437738167263E-2</c:v>
                </c:pt>
                <c:pt idx="151">
                  <c:v>1.3648871949862033E-2</c:v>
                </c:pt>
                <c:pt idx="152">
                  <c:v>1.1820392564560196E-2</c:v>
                </c:pt>
                <c:pt idx="153">
                  <c:v>1.3152920549400489E-2</c:v>
                </c:pt>
                <c:pt idx="154">
                  <c:v>1.032206129832685E-2</c:v>
                </c:pt>
                <c:pt idx="155">
                  <c:v>6.9955509461907392E-3</c:v>
                </c:pt>
                <c:pt idx="156">
                  <c:v>1.0328074277911022E-2</c:v>
                </c:pt>
                <c:pt idx="157">
                  <c:v>7.665767855385623E-3</c:v>
                </c:pt>
                <c:pt idx="158">
                  <c:v>5.5005260336396834E-3</c:v>
                </c:pt>
                <c:pt idx="159">
                  <c:v>4.334962050825196E-3</c:v>
                </c:pt>
                <c:pt idx="160">
                  <c:v>6.6704583775570826E-3</c:v>
                </c:pt>
                <c:pt idx="161">
                  <c:v>4.6714297342809012E-3</c:v>
                </c:pt>
                <c:pt idx="162">
                  <c:v>4.1712524721136341E-3</c:v>
                </c:pt>
                <c:pt idx="163">
                  <c:v>4.0033970158144857E-3</c:v>
                </c:pt>
                <c:pt idx="164">
                  <c:v>4.1683525568582879E-3</c:v>
                </c:pt>
                <c:pt idx="165">
                  <c:v>3.0002025136696728E-3</c:v>
                </c:pt>
                <c:pt idx="166">
                  <c:v>3.1660749800208172E-3</c:v>
                </c:pt>
                <c:pt idx="167">
                  <c:v>3.4991189801594456E-3</c:v>
                </c:pt>
                <c:pt idx="168">
                  <c:v>2.1668012611383378E-3</c:v>
                </c:pt>
                <c:pt idx="169">
                  <c:v>2.6675747980470818E-3</c:v>
                </c:pt>
                <c:pt idx="170">
                  <c:v>6.3365490263550582E-3</c:v>
                </c:pt>
                <c:pt idx="171">
                  <c:v>2.8361096483365839E-3</c:v>
                </c:pt>
                <c:pt idx="172">
                  <c:v>2.001488940981345E-3</c:v>
                </c:pt>
                <c:pt idx="173">
                  <c:v>2.3359702154453648E-3</c:v>
                </c:pt>
                <c:pt idx="174">
                  <c:v>2.8370116608021465E-3</c:v>
                </c:pt>
                <c:pt idx="175">
                  <c:v>1.6695031246503956E-3</c:v>
                </c:pt>
                <c:pt idx="176">
                  <c:v>1.5025743857379915E-3</c:v>
                </c:pt>
                <c:pt idx="177">
                  <c:v>1.8365598629191719E-3</c:v>
                </c:pt>
                <c:pt idx="178">
                  <c:v>1.1688874944617692E-3</c:v>
                </c:pt>
                <c:pt idx="179">
                  <c:v>6.6768961166437731E-4</c:v>
                </c:pt>
                <c:pt idx="180">
                  <c:v>1.6692504159229529E-3</c:v>
                </c:pt>
                <c:pt idx="181">
                  <c:v>8.3445259851125972E-4</c:v>
                </c:pt>
                <c:pt idx="182">
                  <c:v>1.3353356245912203E-3</c:v>
                </c:pt>
                <c:pt idx="183">
                  <c:v>1.0014516041001432E-3</c:v>
                </c:pt>
                <c:pt idx="184">
                  <c:v>1.6688960057661024E-3</c:v>
                </c:pt>
                <c:pt idx="185">
                  <c:v>1.8355325154322812E-3</c:v>
                </c:pt>
                <c:pt idx="186">
                  <c:v>2.8364069111356882E-3</c:v>
                </c:pt>
                <c:pt idx="187">
                  <c:v>1.8352125604083154E-3</c:v>
                </c:pt>
                <c:pt idx="188">
                  <c:v>1.0010452413887962E-3</c:v>
                </c:pt>
                <c:pt idx="189">
                  <c:v>6.6776363537868503E-4</c:v>
                </c:pt>
                <c:pt idx="190">
                  <c:v>1.5024002095347492E-3</c:v>
                </c:pt>
                <c:pt idx="191">
                  <c:v>1.0021493598395157E-3</c:v>
                </c:pt>
                <c:pt idx="192">
                  <c:v>8.3514036830525387E-4</c:v>
                </c:pt>
                <c:pt idx="193">
                  <c:v>6.6821901740297908E-4</c:v>
                </c:pt>
                <c:pt idx="194">
                  <c:v>2.5061135386719134E-3</c:v>
                </c:pt>
                <c:pt idx="195">
                  <c:v>1.002624989194627E-3</c:v>
                </c:pt>
                <c:pt idx="196">
                  <c:v>5.0122408109712076E-4</c:v>
                </c:pt>
                <c:pt idx="197">
                  <c:v>1.3367298078232012E-3</c:v>
                </c:pt>
                <c:pt idx="198">
                  <c:v>1.1699259047484101E-3</c:v>
                </c:pt>
                <c:pt idx="199">
                  <c:v>8.356122987557298E-4</c:v>
                </c:pt>
                <c:pt idx="200">
                  <c:v>6.6862575126162577E-4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D8E0-433A-9BC6-24C99383B472}"/>
            </c:ext>
          </c:extLst>
        </c:ser>
        <c:ser>
          <c:idx val="3"/>
          <c:order val="3"/>
          <c:tx>
            <c:strRef>
              <c:f>'θ-scan2_thermo'!$U$2</c:f>
              <c:strCache>
                <c:ptCount val="1"/>
                <c:pt idx="0">
                  <c:v>Si_RoughTEOS-2θ-scan_2</c:v>
                </c:pt>
              </c:strCache>
            </c:strRef>
          </c:tx>
          <c:spPr>
            <a:ln w="25400" cap="rnd">
              <a:solidFill>
                <a:schemeClr val="accent1">
                  <a:alpha val="99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'θ-scan2_thermo'!$T$5:$T$205</c:f>
              <c:numCache>
                <c:formatCode>General</c:formatCode>
                <c:ptCount val="201"/>
                <c:pt idx="0">
                  <c:v>68.581999999999994</c:v>
                </c:pt>
                <c:pt idx="1">
                  <c:v>68.591999999999999</c:v>
                </c:pt>
                <c:pt idx="2">
                  <c:v>68.602000000000004</c:v>
                </c:pt>
                <c:pt idx="3">
                  <c:v>68.611999999999995</c:v>
                </c:pt>
                <c:pt idx="4">
                  <c:v>68.622</c:v>
                </c:pt>
                <c:pt idx="5">
                  <c:v>68.632000000000005</c:v>
                </c:pt>
                <c:pt idx="6">
                  <c:v>68.641999999999996</c:v>
                </c:pt>
                <c:pt idx="7">
                  <c:v>68.652000000000001</c:v>
                </c:pt>
                <c:pt idx="8">
                  <c:v>68.662000000000006</c:v>
                </c:pt>
                <c:pt idx="9">
                  <c:v>68.671999999999997</c:v>
                </c:pt>
                <c:pt idx="10">
                  <c:v>68.682000000000002</c:v>
                </c:pt>
                <c:pt idx="11">
                  <c:v>68.691999999999993</c:v>
                </c:pt>
                <c:pt idx="12">
                  <c:v>68.701999999999998</c:v>
                </c:pt>
                <c:pt idx="13">
                  <c:v>68.712000000000003</c:v>
                </c:pt>
                <c:pt idx="14">
                  <c:v>68.721999999999994</c:v>
                </c:pt>
                <c:pt idx="15">
                  <c:v>68.731999999999999</c:v>
                </c:pt>
                <c:pt idx="16">
                  <c:v>68.742000000000004</c:v>
                </c:pt>
                <c:pt idx="17">
                  <c:v>68.751999999999995</c:v>
                </c:pt>
                <c:pt idx="18">
                  <c:v>68.762</c:v>
                </c:pt>
                <c:pt idx="19">
                  <c:v>68.772000000000006</c:v>
                </c:pt>
                <c:pt idx="20">
                  <c:v>68.781999999999996</c:v>
                </c:pt>
                <c:pt idx="21">
                  <c:v>68.792000000000002</c:v>
                </c:pt>
                <c:pt idx="22">
                  <c:v>68.802000000000007</c:v>
                </c:pt>
                <c:pt idx="23">
                  <c:v>68.811999999999998</c:v>
                </c:pt>
                <c:pt idx="24">
                  <c:v>68.822000000000003</c:v>
                </c:pt>
                <c:pt idx="25">
                  <c:v>68.831999999999994</c:v>
                </c:pt>
                <c:pt idx="26">
                  <c:v>68.841999999999999</c:v>
                </c:pt>
                <c:pt idx="27">
                  <c:v>68.852000000000004</c:v>
                </c:pt>
                <c:pt idx="28">
                  <c:v>68.861999999999995</c:v>
                </c:pt>
                <c:pt idx="29">
                  <c:v>68.872</c:v>
                </c:pt>
                <c:pt idx="30">
                  <c:v>68.882000000000005</c:v>
                </c:pt>
                <c:pt idx="31">
                  <c:v>68.891999999999996</c:v>
                </c:pt>
                <c:pt idx="32">
                  <c:v>68.902000000000001</c:v>
                </c:pt>
                <c:pt idx="33">
                  <c:v>68.912000000000006</c:v>
                </c:pt>
                <c:pt idx="34">
                  <c:v>68.921999999999997</c:v>
                </c:pt>
                <c:pt idx="35">
                  <c:v>68.932000000000002</c:v>
                </c:pt>
                <c:pt idx="36">
                  <c:v>68.941999999999993</c:v>
                </c:pt>
                <c:pt idx="37">
                  <c:v>68.951999999999998</c:v>
                </c:pt>
                <c:pt idx="38">
                  <c:v>68.962000000000003</c:v>
                </c:pt>
                <c:pt idx="39">
                  <c:v>68.971999999999994</c:v>
                </c:pt>
                <c:pt idx="40">
                  <c:v>68.981999999999999</c:v>
                </c:pt>
                <c:pt idx="41">
                  <c:v>68.992000000000004</c:v>
                </c:pt>
                <c:pt idx="42">
                  <c:v>69.001999999999995</c:v>
                </c:pt>
                <c:pt idx="43">
                  <c:v>69.012</c:v>
                </c:pt>
                <c:pt idx="44">
                  <c:v>69.022000000000006</c:v>
                </c:pt>
                <c:pt idx="45">
                  <c:v>69.031999999999996</c:v>
                </c:pt>
                <c:pt idx="46">
                  <c:v>69.042000000000002</c:v>
                </c:pt>
                <c:pt idx="47">
                  <c:v>69.052000000000007</c:v>
                </c:pt>
                <c:pt idx="48">
                  <c:v>69.061999999999998</c:v>
                </c:pt>
                <c:pt idx="49">
                  <c:v>69.072000000000003</c:v>
                </c:pt>
                <c:pt idx="50">
                  <c:v>69.081999999999994</c:v>
                </c:pt>
                <c:pt idx="51">
                  <c:v>69.091999999999999</c:v>
                </c:pt>
                <c:pt idx="52">
                  <c:v>69.102000000000004</c:v>
                </c:pt>
                <c:pt idx="53">
                  <c:v>69.111999999999995</c:v>
                </c:pt>
                <c:pt idx="54">
                  <c:v>69.122</c:v>
                </c:pt>
                <c:pt idx="55">
                  <c:v>69.132000000000005</c:v>
                </c:pt>
                <c:pt idx="56">
                  <c:v>69.141999999999996</c:v>
                </c:pt>
                <c:pt idx="57">
                  <c:v>69.152000000000001</c:v>
                </c:pt>
                <c:pt idx="58">
                  <c:v>69.162000000000006</c:v>
                </c:pt>
                <c:pt idx="59">
                  <c:v>69.171999999999997</c:v>
                </c:pt>
                <c:pt idx="60">
                  <c:v>69.182000000000002</c:v>
                </c:pt>
                <c:pt idx="61">
                  <c:v>69.191999999999993</c:v>
                </c:pt>
                <c:pt idx="62">
                  <c:v>69.201999999999998</c:v>
                </c:pt>
                <c:pt idx="63">
                  <c:v>69.212000000000003</c:v>
                </c:pt>
                <c:pt idx="64">
                  <c:v>69.221999999999994</c:v>
                </c:pt>
                <c:pt idx="65">
                  <c:v>69.231999999999999</c:v>
                </c:pt>
                <c:pt idx="66">
                  <c:v>69.242000000000004</c:v>
                </c:pt>
                <c:pt idx="67">
                  <c:v>69.251999999999995</c:v>
                </c:pt>
                <c:pt idx="68">
                  <c:v>69.262</c:v>
                </c:pt>
                <c:pt idx="69">
                  <c:v>69.272000000000006</c:v>
                </c:pt>
                <c:pt idx="70">
                  <c:v>69.281999999999996</c:v>
                </c:pt>
                <c:pt idx="71">
                  <c:v>69.292000000000002</c:v>
                </c:pt>
                <c:pt idx="72">
                  <c:v>69.302000000000007</c:v>
                </c:pt>
                <c:pt idx="73">
                  <c:v>69.311999999999998</c:v>
                </c:pt>
                <c:pt idx="74">
                  <c:v>69.322000000000003</c:v>
                </c:pt>
                <c:pt idx="75">
                  <c:v>69.331999999999994</c:v>
                </c:pt>
                <c:pt idx="76">
                  <c:v>69.341999999999999</c:v>
                </c:pt>
                <c:pt idx="77">
                  <c:v>69.352000000000004</c:v>
                </c:pt>
                <c:pt idx="78">
                  <c:v>69.361999999999995</c:v>
                </c:pt>
                <c:pt idx="79">
                  <c:v>69.372</c:v>
                </c:pt>
                <c:pt idx="80">
                  <c:v>69.382000000000005</c:v>
                </c:pt>
                <c:pt idx="81">
                  <c:v>69.391999999999996</c:v>
                </c:pt>
                <c:pt idx="82">
                  <c:v>69.402000000000001</c:v>
                </c:pt>
                <c:pt idx="83">
                  <c:v>69.412000000000006</c:v>
                </c:pt>
                <c:pt idx="84">
                  <c:v>69.421999999999997</c:v>
                </c:pt>
                <c:pt idx="85">
                  <c:v>69.432000000000002</c:v>
                </c:pt>
                <c:pt idx="86">
                  <c:v>69.441999999999993</c:v>
                </c:pt>
                <c:pt idx="87">
                  <c:v>69.451999999999998</c:v>
                </c:pt>
                <c:pt idx="88">
                  <c:v>69.462000000000003</c:v>
                </c:pt>
                <c:pt idx="89">
                  <c:v>69.471999999999994</c:v>
                </c:pt>
                <c:pt idx="90">
                  <c:v>69.481999999999999</c:v>
                </c:pt>
                <c:pt idx="91">
                  <c:v>69.492000000000004</c:v>
                </c:pt>
                <c:pt idx="92">
                  <c:v>69.501999999999995</c:v>
                </c:pt>
                <c:pt idx="93">
                  <c:v>69.512</c:v>
                </c:pt>
                <c:pt idx="94">
                  <c:v>69.522000000000006</c:v>
                </c:pt>
                <c:pt idx="95">
                  <c:v>69.531999999999996</c:v>
                </c:pt>
                <c:pt idx="96">
                  <c:v>69.542000000000002</c:v>
                </c:pt>
                <c:pt idx="97">
                  <c:v>69.552000000000007</c:v>
                </c:pt>
                <c:pt idx="98">
                  <c:v>69.561999999999998</c:v>
                </c:pt>
                <c:pt idx="99">
                  <c:v>69.572000000000003</c:v>
                </c:pt>
                <c:pt idx="100">
                  <c:v>69.581999999999994</c:v>
                </c:pt>
                <c:pt idx="101">
                  <c:v>69.591999999999999</c:v>
                </c:pt>
                <c:pt idx="102">
                  <c:v>69.602000000000004</c:v>
                </c:pt>
                <c:pt idx="103">
                  <c:v>69.611999999999995</c:v>
                </c:pt>
                <c:pt idx="104">
                  <c:v>69.622</c:v>
                </c:pt>
                <c:pt idx="105">
                  <c:v>69.632000000000005</c:v>
                </c:pt>
                <c:pt idx="106">
                  <c:v>69.641999999999996</c:v>
                </c:pt>
                <c:pt idx="107">
                  <c:v>69.652000000000001</c:v>
                </c:pt>
                <c:pt idx="108">
                  <c:v>69.662000000000006</c:v>
                </c:pt>
                <c:pt idx="109">
                  <c:v>69.671999999999997</c:v>
                </c:pt>
                <c:pt idx="110">
                  <c:v>69.682000000000002</c:v>
                </c:pt>
                <c:pt idx="111">
                  <c:v>69.691999999999993</c:v>
                </c:pt>
                <c:pt idx="112">
                  <c:v>69.701999999999998</c:v>
                </c:pt>
                <c:pt idx="113">
                  <c:v>69.712000000000003</c:v>
                </c:pt>
                <c:pt idx="114">
                  <c:v>69.721999999999994</c:v>
                </c:pt>
                <c:pt idx="115">
                  <c:v>69.731999999999999</c:v>
                </c:pt>
                <c:pt idx="116">
                  <c:v>69.742000000000004</c:v>
                </c:pt>
                <c:pt idx="117">
                  <c:v>69.751999999999995</c:v>
                </c:pt>
                <c:pt idx="118">
                  <c:v>69.762</c:v>
                </c:pt>
                <c:pt idx="119">
                  <c:v>69.772000000000006</c:v>
                </c:pt>
                <c:pt idx="120">
                  <c:v>69.781999999999996</c:v>
                </c:pt>
                <c:pt idx="121">
                  <c:v>69.792000000000002</c:v>
                </c:pt>
                <c:pt idx="122">
                  <c:v>69.802000000000007</c:v>
                </c:pt>
                <c:pt idx="123">
                  <c:v>69.811999999999998</c:v>
                </c:pt>
                <c:pt idx="124">
                  <c:v>69.822000000000003</c:v>
                </c:pt>
                <c:pt idx="125">
                  <c:v>69.831999999999994</c:v>
                </c:pt>
                <c:pt idx="126">
                  <c:v>69.841999999999999</c:v>
                </c:pt>
                <c:pt idx="127">
                  <c:v>69.852000000000004</c:v>
                </c:pt>
                <c:pt idx="128">
                  <c:v>69.861999999999995</c:v>
                </c:pt>
                <c:pt idx="129">
                  <c:v>69.872</c:v>
                </c:pt>
                <c:pt idx="130">
                  <c:v>69.882000000000005</c:v>
                </c:pt>
                <c:pt idx="131">
                  <c:v>69.891999999999996</c:v>
                </c:pt>
                <c:pt idx="132">
                  <c:v>69.902000000000001</c:v>
                </c:pt>
                <c:pt idx="133">
                  <c:v>69.912000000000006</c:v>
                </c:pt>
                <c:pt idx="134">
                  <c:v>69.921999999999997</c:v>
                </c:pt>
                <c:pt idx="135">
                  <c:v>69.932000000000002</c:v>
                </c:pt>
                <c:pt idx="136">
                  <c:v>69.941999999999993</c:v>
                </c:pt>
                <c:pt idx="137">
                  <c:v>69.951999999999998</c:v>
                </c:pt>
                <c:pt idx="138">
                  <c:v>69.962000000000003</c:v>
                </c:pt>
                <c:pt idx="139">
                  <c:v>69.971999999999994</c:v>
                </c:pt>
                <c:pt idx="140">
                  <c:v>69.981999999999999</c:v>
                </c:pt>
                <c:pt idx="141">
                  <c:v>69.992000000000004</c:v>
                </c:pt>
                <c:pt idx="142">
                  <c:v>70.001999999999995</c:v>
                </c:pt>
                <c:pt idx="143">
                  <c:v>70.012</c:v>
                </c:pt>
                <c:pt idx="144">
                  <c:v>70.022000000000006</c:v>
                </c:pt>
                <c:pt idx="145">
                  <c:v>70.031999999999996</c:v>
                </c:pt>
                <c:pt idx="146">
                  <c:v>70.042000000000002</c:v>
                </c:pt>
                <c:pt idx="147">
                  <c:v>70.052000000000007</c:v>
                </c:pt>
                <c:pt idx="148">
                  <c:v>70.061999999999998</c:v>
                </c:pt>
                <c:pt idx="149">
                  <c:v>70.072000000000003</c:v>
                </c:pt>
                <c:pt idx="150">
                  <c:v>70.081999999999994</c:v>
                </c:pt>
                <c:pt idx="151">
                  <c:v>70.091999999999999</c:v>
                </c:pt>
                <c:pt idx="152">
                  <c:v>70.102000000000004</c:v>
                </c:pt>
                <c:pt idx="153">
                  <c:v>70.111999999999995</c:v>
                </c:pt>
                <c:pt idx="154">
                  <c:v>70.122</c:v>
                </c:pt>
                <c:pt idx="155">
                  <c:v>70.132000000000005</c:v>
                </c:pt>
                <c:pt idx="156">
                  <c:v>70.141999999999996</c:v>
                </c:pt>
                <c:pt idx="157">
                  <c:v>70.152000000000001</c:v>
                </c:pt>
                <c:pt idx="158">
                  <c:v>70.162000000000006</c:v>
                </c:pt>
                <c:pt idx="159">
                  <c:v>70.171999999999997</c:v>
                </c:pt>
                <c:pt idx="160">
                  <c:v>70.182000000000002</c:v>
                </c:pt>
                <c:pt idx="161">
                  <c:v>70.191999999999993</c:v>
                </c:pt>
                <c:pt idx="162">
                  <c:v>70.201999999999998</c:v>
                </c:pt>
                <c:pt idx="163">
                  <c:v>70.212000000000003</c:v>
                </c:pt>
                <c:pt idx="164">
                  <c:v>70.221999999999994</c:v>
                </c:pt>
                <c:pt idx="165">
                  <c:v>70.231999999999999</c:v>
                </c:pt>
                <c:pt idx="166">
                  <c:v>70.242000000000004</c:v>
                </c:pt>
                <c:pt idx="167">
                  <c:v>70.251999999999995</c:v>
                </c:pt>
                <c:pt idx="168">
                  <c:v>70.262</c:v>
                </c:pt>
                <c:pt idx="169">
                  <c:v>70.272000000000006</c:v>
                </c:pt>
                <c:pt idx="170">
                  <c:v>70.281999999999996</c:v>
                </c:pt>
                <c:pt idx="171">
                  <c:v>70.292000000000002</c:v>
                </c:pt>
                <c:pt idx="172">
                  <c:v>70.302000000000007</c:v>
                </c:pt>
                <c:pt idx="173">
                  <c:v>70.311999999999998</c:v>
                </c:pt>
                <c:pt idx="174">
                  <c:v>70.322000000000003</c:v>
                </c:pt>
                <c:pt idx="175">
                  <c:v>70.331999999999994</c:v>
                </c:pt>
                <c:pt idx="176">
                  <c:v>70.341999999999999</c:v>
                </c:pt>
                <c:pt idx="177">
                  <c:v>70.352000000000004</c:v>
                </c:pt>
                <c:pt idx="178">
                  <c:v>70.361999999999995</c:v>
                </c:pt>
                <c:pt idx="179">
                  <c:v>70.372</c:v>
                </c:pt>
                <c:pt idx="180">
                  <c:v>70.382000000000005</c:v>
                </c:pt>
                <c:pt idx="181">
                  <c:v>70.391999999999996</c:v>
                </c:pt>
                <c:pt idx="182">
                  <c:v>70.402000000000001</c:v>
                </c:pt>
                <c:pt idx="183">
                  <c:v>70.412000000000006</c:v>
                </c:pt>
                <c:pt idx="184">
                  <c:v>70.421999999999997</c:v>
                </c:pt>
                <c:pt idx="185">
                  <c:v>70.432000000000002</c:v>
                </c:pt>
                <c:pt idx="186">
                  <c:v>70.441999999999993</c:v>
                </c:pt>
                <c:pt idx="187">
                  <c:v>70.451999999999998</c:v>
                </c:pt>
                <c:pt idx="188">
                  <c:v>70.462000000000003</c:v>
                </c:pt>
                <c:pt idx="189">
                  <c:v>70.471999999999994</c:v>
                </c:pt>
                <c:pt idx="190">
                  <c:v>70.481999999999999</c:v>
                </c:pt>
                <c:pt idx="191">
                  <c:v>70.492000000000004</c:v>
                </c:pt>
                <c:pt idx="192">
                  <c:v>70.501999999999995</c:v>
                </c:pt>
                <c:pt idx="193">
                  <c:v>70.512</c:v>
                </c:pt>
                <c:pt idx="194">
                  <c:v>70.522000000000006</c:v>
                </c:pt>
                <c:pt idx="195">
                  <c:v>70.531999999999996</c:v>
                </c:pt>
                <c:pt idx="196">
                  <c:v>70.542000000000002</c:v>
                </c:pt>
                <c:pt idx="197">
                  <c:v>70.552000000000007</c:v>
                </c:pt>
                <c:pt idx="198">
                  <c:v>70.561999999999998</c:v>
                </c:pt>
                <c:pt idx="199">
                  <c:v>70.572000000000003</c:v>
                </c:pt>
                <c:pt idx="200">
                  <c:v>70.581999999999994</c:v>
                </c:pt>
              </c:numCache>
            </c:numRef>
          </c:xVal>
          <c:yVal>
            <c:numRef>
              <c:f>'θ-scan2_thermo'!$X$5:$X$205</c:f>
              <c:numCache>
                <c:formatCode>0.00E+00</c:formatCode>
                <c:ptCount val="201"/>
                <c:pt idx="0">
                  <c:v>0</c:v>
                </c:pt>
                <c:pt idx="1">
                  <c:v>5.0329946773816441E-4</c:v>
                </c:pt>
                <c:pt idx="2">
                  <c:v>7.5476355811341018E-4</c:v>
                </c:pt>
                <c:pt idx="3">
                  <c:v>2.516848159104268E-4</c:v>
                </c:pt>
                <c:pt idx="4">
                  <c:v>2.5172718200708473E-4</c:v>
                </c:pt>
                <c:pt idx="5">
                  <c:v>7.5493789780194294E-4</c:v>
                </c:pt>
                <c:pt idx="6">
                  <c:v>5.0330797911000101E-4</c:v>
                </c:pt>
                <c:pt idx="7">
                  <c:v>7.5563067643932217E-4</c:v>
                </c:pt>
                <c:pt idx="8">
                  <c:v>1.0066520067934918E-3</c:v>
                </c:pt>
                <c:pt idx="9">
                  <c:v>5.0344603778402792E-4</c:v>
                </c:pt>
                <c:pt idx="10">
                  <c:v>0</c:v>
                </c:pt>
                <c:pt idx="11">
                  <c:v>1.2593360563705012E-3</c:v>
                </c:pt>
                <c:pt idx="12">
                  <c:v>0</c:v>
                </c:pt>
                <c:pt idx="13">
                  <c:v>1.5106504634297959E-3</c:v>
                </c:pt>
                <c:pt idx="14">
                  <c:v>1.2592046284332686E-3</c:v>
                </c:pt>
                <c:pt idx="15">
                  <c:v>1.511342321857073E-3</c:v>
                </c:pt>
                <c:pt idx="16">
                  <c:v>1.0073549757002055E-3</c:v>
                </c:pt>
                <c:pt idx="17">
                  <c:v>2.0143018452465273E-3</c:v>
                </c:pt>
                <c:pt idx="18">
                  <c:v>2.0149528137090741E-3</c:v>
                </c:pt>
                <c:pt idx="19">
                  <c:v>1.0076098728033602E-3</c:v>
                </c:pt>
                <c:pt idx="20">
                  <c:v>7.5559200419444235E-4</c:v>
                </c:pt>
                <c:pt idx="21">
                  <c:v>1.5116674271193641E-3</c:v>
                </c:pt>
                <c:pt idx="22">
                  <c:v>3.0232396431367926E-3</c:v>
                </c:pt>
                <c:pt idx="23">
                  <c:v>1.5117285189550347E-3</c:v>
                </c:pt>
                <c:pt idx="24">
                  <c:v>2.7721309610108601E-3</c:v>
                </c:pt>
                <c:pt idx="25">
                  <c:v>2.5198903132064906E-3</c:v>
                </c:pt>
                <c:pt idx="26">
                  <c:v>7.5580480766430415E-4</c:v>
                </c:pt>
                <c:pt idx="27">
                  <c:v>1.5119760218746644E-3</c:v>
                </c:pt>
                <c:pt idx="28">
                  <c:v>1.7643224165127672E-3</c:v>
                </c:pt>
                <c:pt idx="29">
                  <c:v>2.5214939074781687E-3</c:v>
                </c:pt>
                <c:pt idx="30">
                  <c:v>1.7646620030683439E-3</c:v>
                </c:pt>
                <c:pt idx="31">
                  <c:v>4.0332054815598187E-3</c:v>
                </c:pt>
                <c:pt idx="32">
                  <c:v>1.7645766382354718E-3</c:v>
                </c:pt>
                <c:pt idx="33">
                  <c:v>3.0248467719755307E-3</c:v>
                </c:pt>
                <c:pt idx="34">
                  <c:v>3.0240584260184142E-3</c:v>
                </c:pt>
                <c:pt idx="35">
                  <c:v>2.7726182572728108E-3</c:v>
                </c:pt>
                <c:pt idx="36">
                  <c:v>4.5360484304818828E-3</c:v>
                </c:pt>
                <c:pt idx="37">
                  <c:v>5.0383534580285506E-3</c:v>
                </c:pt>
                <c:pt idx="38">
                  <c:v>5.7941566887089822E-3</c:v>
                </c:pt>
                <c:pt idx="39">
                  <c:v>6.046161384089279E-3</c:v>
                </c:pt>
                <c:pt idx="40">
                  <c:v>8.063932672613329E-3</c:v>
                </c:pt>
                <c:pt idx="41">
                  <c:v>5.5472996048103766E-3</c:v>
                </c:pt>
                <c:pt idx="42">
                  <c:v>8.8263312156442938E-3</c:v>
                </c:pt>
                <c:pt idx="43">
                  <c:v>7.3181451035754736E-3</c:v>
                </c:pt>
                <c:pt idx="44">
                  <c:v>6.5608576958797694E-3</c:v>
                </c:pt>
                <c:pt idx="45">
                  <c:v>7.0664167207773318E-3</c:v>
                </c:pt>
                <c:pt idx="46">
                  <c:v>1.4393201560627069E-2</c:v>
                </c:pt>
                <c:pt idx="47">
                  <c:v>1.0360543633391608E-2</c:v>
                </c:pt>
                <c:pt idx="48">
                  <c:v>1.0106325109260744E-2</c:v>
                </c:pt>
                <c:pt idx="49">
                  <c:v>9.6038342550065665E-3</c:v>
                </c:pt>
                <c:pt idx="50">
                  <c:v>1.7705902381441339E-2</c:v>
                </c:pt>
                <c:pt idx="51">
                  <c:v>1.8972648776555068E-2</c:v>
                </c:pt>
                <c:pt idx="52">
                  <c:v>1.8478143634052972E-2</c:v>
                </c:pt>
                <c:pt idx="53">
                  <c:v>1.848423219031568E-2</c:v>
                </c:pt>
                <c:pt idx="54">
                  <c:v>2.3687849164946005E-2</c:v>
                </c:pt>
                <c:pt idx="55">
                  <c:v>2.3058025826053142E-2</c:v>
                </c:pt>
                <c:pt idx="56">
                  <c:v>2.2820924962516632E-2</c:v>
                </c:pt>
                <c:pt idx="57">
                  <c:v>2.9654257964924588E-2</c:v>
                </c:pt>
                <c:pt idx="58">
                  <c:v>2.9404271984446152E-2</c:v>
                </c:pt>
                <c:pt idx="59">
                  <c:v>3.0677033509563172E-2</c:v>
                </c:pt>
                <c:pt idx="60">
                  <c:v>3.3721051903113482E-2</c:v>
                </c:pt>
                <c:pt idx="61">
                  <c:v>4.0574226743994385E-2</c:v>
                </c:pt>
                <c:pt idx="62">
                  <c:v>5.0193060763719363E-2</c:v>
                </c:pt>
                <c:pt idx="63">
                  <c:v>5.0708290871478261E-2</c:v>
                </c:pt>
                <c:pt idx="64">
                  <c:v>5.2716440143954407E-2</c:v>
                </c:pt>
                <c:pt idx="65">
                  <c:v>6.8676654093686104E-2</c:v>
                </c:pt>
                <c:pt idx="66">
                  <c:v>7.5228712383079197E-2</c:v>
                </c:pt>
                <c:pt idx="67">
                  <c:v>9.1185403405364476E-2</c:v>
                </c:pt>
                <c:pt idx="68">
                  <c:v>0.10844554286145887</c:v>
                </c:pt>
                <c:pt idx="69">
                  <c:v>0.1152036541079914</c:v>
                </c:pt>
                <c:pt idx="70">
                  <c:v>0.12787700146815459</c:v>
                </c:pt>
                <c:pt idx="71">
                  <c:v>0.14154645093670834</c:v>
                </c:pt>
                <c:pt idx="72">
                  <c:v>0.16392803807427578</c:v>
                </c:pt>
                <c:pt idx="73">
                  <c:v>0.20094451562821139</c:v>
                </c:pt>
                <c:pt idx="74">
                  <c:v>0.23633475346118324</c:v>
                </c:pt>
                <c:pt idx="75">
                  <c:v>0.26735571964861299</c:v>
                </c:pt>
                <c:pt idx="76">
                  <c:v>0.31927070867100221</c:v>
                </c:pt>
                <c:pt idx="77">
                  <c:v>0.35811729753180899</c:v>
                </c:pt>
                <c:pt idx="78">
                  <c:v>0.42973247771526529</c:v>
                </c:pt>
                <c:pt idx="79">
                  <c:v>0.509895044532651</c:v>
                </c:pt>
                <c:pt idx="80">
                  <c:v>0.62884173086060957</c:v>
                </c:pt>
                <c:pt idx="81">
                  <c:v>0.72073461655890958</c:v>
                </c:pt>
                <c:pt idx="82">
                  <c:v>0.89216891186536174</c:v>
                </c:pt>
                <c:pt idx="83">
                  <c:v>1.156744545250296</c:v>
                </c:pt>
                <c:pt idx="84">
                  <c:v>1.4451882644619369</c:v>
                </c:pt>
                <c:pt idx="85">
                  <c:v>1.8013899786985255</c:v>
                </c:pt>
                <c:pt idx="86">
                  <c:v>2.2975310590610429</c:v>
                </c:pt>
                <c:pt idx="87">
                  <c:v>3.0249799365000478</c:v>
                </c:pt>
                <c:pt idx="88">
                  <c:v>4.1010124944180664</c:v>
                </c:pt>
                <c:pt idx="89">
                  <c:v>5.5776975141823684</c:v>
                </c:pt>
                <c:pt idx="90">
                  <c:v>7.8343271717129941</c:v>
                </c:pt>
                <c:pt idx="91">
                  <c:v>11.133852701796579</c:v>
                </c:pt>
                <c:pt idx="92">
                  <c:v>16.608759067995173</c:v>
                </c:pt>
                <c:pt idx="93">
                  <c:v>26.251302135343455</c:v>
                </c:pt>
                <c:pt idx="94">
                  <c:v>43.191839340966396</c:v>
                </c:pt>
                <c:pt idx="95">
                  <c:v>78.646007109312905</c:v>
                </c:pt>
                <c:pt idx="96">
                  <c:v>155.41573011829033</c:v>
                </c:pt>
                <c:pt idx="97">
                  <c:v>360.12797038067777</c:v>
                </c:pt>
                <c:pt idx="98">
                  <c:v>1270.2159755141679</c:v>
                </c:pt>
                <c:pt idx="99">
                  <c:v>6333.3870766085902</c:v>
                </c:pt>
                <c:pt idx="100">
                  <c:v>9787.7558285354335</c:v>
                </c:pt>
                <c:pt idx="101">
                  <c:v>3418.2673987841531</c:v>
                </c:pt>
                <c:pt idx="102">
                  <c:v>731.47285666191976</c:v>
                </c:pt>
                <c:pt idx="103">
                  <c:v>222.7357950585652</c:v>
                </c:pt>
                <c:pt idx="104">
                  <c:v>82.743696328671135</c:v>
                </c:pt>
                <c:pt idx="105">
                  <c:v>35.62360428180579</c:v>
                </c:pt>
                <c:pt idx="106">
                  <c:v>17.935443060905154</c:v>
                </c:pt>
                <c:pt idx="107">
                  <c:v>10.050895320836736</c:v>
                </c:pt>
                <c:pt idx="108">
                  <c:v>5.8710863043591663</c:v>
                </c:pt>
                <c:pt idx="109">
                  <c:v>3.5596471210941267</c:v>
                </c:pt>
                <c:pt idx="110">
                  <c:v>2.2343752135613038</c:v>
                </c:pt>
                <c:pt idx="111">
                  <c:v>1.4556035571989354</c:v>
                </c:pt>
                <c:pt idx="112">
                  <c:v>1.010831202556256</c:v>
                </c:pt>
                <c:pt idx="113">
                  <c:v>0.71464445344856897</c:v>
                </c:pt>
                <c:pt idx="114">
                  <c:v>0.48768926596179885</c:v>
                </c:pt>
                <c:pt idx="115">
                  <c:v>0.37656875785731309</c:v>
                </c:pt>
                <c:pt idx="116">
                  <c:v>0.27261515650754758</c:v>
                </c:pt>
                <c:pt idx="117">
                  <c:v>0.23054331943286752</c:v>
                </c:pt>
                <c:pt idx="118">
                  <c:v>0.1665655490872742</c:v>
                </c:pt>
                <c:pt idx="119">
                  <c:v>0.13776432194840843</c:v>
                </c:pt>
                <c:pt idx="120">
                  <c:v>0.10904419685847989</c:v>
                </c:pt>
                <c:pt idx="121">
                  <c:v>9.0486425028260487E-2</c:v>
                </c:pt>
                <c:pt idx="122">
                  <c:v>7.3177368983924615E-2</c:v>
                </c:pt>
                <c:pt idx="123">
                  <c:v>5.5877250481661901E-2</c:v>
                </c:pt>
                <c:pt idx="124">
                  <c:v>5.2096668545111587E-2</c:v>
                </c:pt>
                <c:pt idx="125">
                  <c:v>3.9384030710599968E-2</c:v>
                </c:pt>
                <c:pt idx="126">
                  <c:v>3.608509179755115E-2</c:v>
                </c:pt>
                <c:pt idx="127">
                  <c:v>3.201526325134614E-2</c:v>
                </c:pt>
                <c:pt idx="128">
                  <c:v>2.7448491190749859E-2</c:v>
                </c:pt>
                <c:pt idx="129">
                  <c:v>2.6435107327298299E-2</c:v>
                </c:pt>
                <c:pt idx="130">
                  <c:v>1.5253908553479224E-2</c:v>
                </c:pt>
                <c:pt idx="131">
                  <c:v>1.3477202041312964E-2</c:v>
                </c:pt>
                <c:pt idx="132">
                  <c:v>1.5508430153818713E-2</c:v>
                </c:pt>
                <c:pt idx="133">
                  <c:v>1.0925622554042131E-2</c:v>
                </c:pt>
                <c:pt idx="134">
                  <c:v>1.2451412492044754E-2</c:v>
                </c:pt>
                <c:pt idx="135">
                  <c:v>9.1534065165135084E-3</c:v>
                </c:pt>
                <c:pt idx="136">
                  <c:v>8.6437404332542697E-3</c:v>
                </c:pt>
                <c:pt idx="137">
                  <c:v>8.8946053811752648E-3</c:v>
                </c:pt>
                <c:pt idx="138">
                  <c:v>6.1019334077701409E-3</c:v>
                </c:pt>
                <c:pt idx="139">
                  <c:v>1.017045452956321E-2</c:v>
                </c:pt>
                <c:pt idx="140">
                  <c:v>4.8318548832238586E-3</c:v>
                </c:pt>
                <c:pt idx="141">
                  <c:v>4.8326448722013421E-3</c:v>
                </c:pt>
                <c:pt idx="142">
                  <c:v>3.5605004690323562E-3</c:v>
                </c:pt>
                <c:pt idx="143">
                  <c:v>3.8154853661128635E-3</c:v>
                </c:pt>
                <c:pt idx="144">
                  <c:v>5.3410063417328969E-3</c:v>
                </c:pt>
                <c:pt idx="145">
                  <c:v>5.3395509437656292E-3</c:v>
                </c:pt>
                <c:pt idx="146">
                  <c:v>2.0344447259042211E-3</c:v>
                </c:pt>
                <c:pt idx="147">
                  <c:v>2.0344739060284131E-3</c:v>
                </c:pt>
                <c:pt idx="148">
                  <c:v>2.7968835293029105E-3</c:v>
                </c:pt>
                <c:pt idx="149">
                  <c:v>2.5424888016080732E-3</c:v>
                </c:pt>
                <c:pt idx="150">
                  <c:v>1.0170948729315405E-3</c:v>
                </c:pt>
                <c:pt idx="151">
                  <c:v>2.8065311142755176E-3</c:v>
                </c:pt>
                <c:pt idx="152">
                  <c:v>2.0366596185514741E-3</c:v>
                </c:pt>
                <c:pt idx="153">
                  <c:v>3.3042247232718145E-3</c:v>
                </c:pt>
                <c:pt idx="154">
                  <c:v>1.7798749337822957E-3</c:v>
                </c:pt>
                <c:pt idx="155">
                  <c:v>1.2712528043836865E-3</c:v>
                </c:pt>
                <c:pt idx="156">
                  <c:v>1.5260526564977808E-3</c:v>
                </c:pt>
                <c:pt idx="157">
                  <c:v>1.2717329301838206E-3</c:v>
                </c:pt>
                <c:pt idx="158">
                  <c:v>1.0182179556627174E-3</c:v>
                </c:pt>
                <c:pt idx="159">
                  <c:v>1.5280641200153785E-3</c:v>
                </c:pt>
                <c:pt idx="160">
                  <c:v>2.8023191585746302E-3</c:v>
                </c:pt>
                <c:pt idx="161">
                  <c:v>1.7840784859963347E-3</c:v>
                </c:pt>
                <c:pt idx="162">
                  <c:v>1.0192939086078657E-3</c:v>
                </c:pt>
                <c:pt idx="163">
                  <c:v>1.2745262178199973E-3</c:v>
                </c:pt>
                <c:pt idx="164">
                  <c:v>1.53009529127455E-3</c:v>
                </c:pt>
                <c:pt idx="165">
                  <c:v>1.5375852331544276E-3</c:v>
                </c:pt>
                <c:pt idx="166">
                  <c:v>0</c:v>
                </c:pt>
                <c:pt idx="167">
                  <c:v>1.5296172912833382E-3</c:v>
                </c:pt>
                <c:pt idx="168">
                  <c:v>5.0990854280376276E-4</c:v>
                </c:pt>
                <c:pt idx="169">
                  <c:v>1.0199061456867085E-3</c:v>
                </c:pt>
                <c:pt idx="170">
                  <c:v>5.1012395833644191E-4</c:v>
                </c:pt>
                <c:pt idx="171">
                  <c:v>2.5501703947352651E-4</c:v>
                </c:pt>
                <c:pt idx="172">
                  <c:v>5.1031844764190136E-4</c:v>
                </c:pt>
                <c:pt idx="173">
                  <c:v>7.6563782722499391E-4</c:v>
                </c:pt>
                <c:pt idx="174">
                  <c:v>0</c:v>
                </c:pt>
                <c:pt idx="175">
                  <c:v>5.1055832054086917E-4</c:v>
                </c:pt>
                <c:pt idx="176">
                  <c:v>2.5540155125794206E-4</c:v>
                </c:pt>
                <c:pt idx="177">
                  <c:v>2.55291138609711E-4</c:v>
                </c:pt>
                <c:pt idx="178">
                  <c:v>1.0217441719648573E-3</c:v>
                </c:pt>
                <c:pt idx="179">
                  <c:v>7.6629932065266329E-4</c:v>
                </c:pt>
                <c:pt idx="180">
                  <c:v>5.1088593189246813E-4</c:v>
                </c:pt>
                <c:pt idx="181">
                  <c:v>7.6665612173763224E-4</c:v>
                </c:pt>
                <c:pt idx="182">
                  <c:v>0</c:v>
                </c:pt>
                <c:pt idx="183">
                  <c:v>2.5559552927635919E-4</c:v>
                </c:pt>
                <c:pt idx="184">
                  <c:v>5.1128839127121295E-4</c:v>
                </c:pt>
                <c:pt idx="185">
                  <c:v>7.6654291597831115E-4</c:v>
                </c:pt>
                <c:pt idx="186">
                  <c:v>2.5558656644163207E-4</c:v>
                </c:pt>
                <c:pt idx="187">
                  <c:v>7.6713713397106469E-4</c:v>
                </c:pt>
                <c:pt idx="188">
                  <c:v>5.1141642558070186E-4</c:v>
                </c:pt>
                <c:pt idx="189">
                  <c:v>5.1128342441890146E-4</c:v>
                </c:pt>
                <c:pt idx="190">
                  <c:v>5.112792810922479E-4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5.1107831237648198E-4</c:v>
                </c:pt>
                <c:pt idx="198">
                  <c:v>2.5555441777049779E-4</c:v>
                </c:pt>
                <c:pt idx="199">
                  <c:v>2.5562869461750011E-4</c:v>
                </c:pt>
                <c:pt idx="20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D8E0-433A-9BC6-24C99383B472}"/>
            </c:ext>
          </c:extLst>
        </c:ser>
        <c:ser>
          <c:idx val="5"/>
          <c:order val="5"/>
          <c:tx>
            <c:strRef>
              <c:f>'θ-scan2_thermo'!$AI$2</c:f>
              <c:strCache>
                <c:ptCount val="1"/>
                <c:pt idx="0">
                  <c:v>Si_TEOS-2θ-scan_2</c:v>
                </c:pt>
              </c:strCache>
            </c:strRef>
          </c:tx>
          <c:spPr>
            <a:ln w="1905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'θ-scan2_thermo'!$AG$5:$AG$205</c:f>
              <c:numCache>
                <c:formatCode>General</c:formatCode>
                <c:ptCount val="201"/>
                <c:pt idx="0">
                  <c:v>68.584599999999995</c:v>
                </c:pt>
                <c:pt idx="1">
                  <c:v>68.5946</c:v>
                </c:pt>
                <c:pt idx="2">
                  <c:v>68.604600000000005</c:v>
                </c:pt>
                <c:pt idx="3">
                  <c:v>68.614599999999996</c:v>
                </c:pt>
                <c:pt idx="4">
                  <c:v>68.624600000000001</c:v>
                </c:pt>
                <c:pt idx="5">
                  <c:v>68.634600000000006</c:v>
                </c:pt>
                <c:pt idx="6">
                  <c:v>68.644599999999997</c:v>
                </c:pt>
                <c:pt idx="7">
                  <c:v>68.654600000000002</c:v>
                </c:pt>
                <c:pt idx="8">
                  <c:v>68.664599999999993</c:v>
                </c:pt>
                <c:pt idx="9">
                  <c:v>68.674599999999998</c:v>
                </c:pt>
                <c:pt idx="10">
                  <c:v>68.684600000000003</c:v>
                </c:pt>
                <c:pt idx="11">
                  <c:v>68.694599999999994</c:v>
                </c:pt>
                <c:pt idx="12">
                  <c:v>68.704599999999999</c:v>
                </c:pt>
                <c:pt idx="13">
                  <c:v>68.714600000000004</c:v>
                </c:pt>
                <c:pt idx="14">
                  <c:v>68.724599999999995</c:v>
                </c:pt>
                <c:pt idx="15">
                  <c:v>68.7346</c:v>
                </c:pt>
                <c:pt idx="16">
                  <c:v>68.744600000000005</c:v>
                </c:pt>
                <c:pt idx="17">
                  <c:v>68.754599999999996</c:v>
                </c:pt>
                <c:pt idx="18">
                  <c:v>68.764600000000002</c:v>
                </c:pt>
                <c:pt idx="19">
                  <c:v>68.774600000000007</c:v>
                </c:pt>
                <c:pt idx="20">
                  <c:v>68.784599999999998</c:v>
                </c:pt>
                <c:pt idx="21">
                  <c:v>68.794600000000003</c:v>
                </c:pt>
                <c:pt idx="22">
                  <c:v>68.804599999999994</c:v>
                </c:pt>
                <c:pt idx="23">
                  <c:v>68.814599999999999</c:v>
                </c:pt>
                <c:pt idx="24">
                  <c:v>68.824600000000004</c:v>
                </c:pt>
                <c:pt idx="25">
                  <c:v>68.834599999999995</c:v>
                </c:pt>
                <c:pt idx="26">
                  <c:v>68.8446</c:v>
                </c:pt>
                <c:pt idx="27">
                  <c:v>68.854600000000005</c:v>
                </c:pt>
                <c:pt idx="28">
                  <c:v>68.864599999999996</c:v>
                </c:pt>
                <c:pt idx="29">
                  <c:v>68.874600000000001</c:v>
                </c:pt>
                <c:pt idx="30">
                  <c:v>68.884600000000006</c:v>
                </c:pt>
                <c:pt idx="31">
                  <c:v>68.894599999999997</c:v>
                </c:pt>
                <c:pt idx="32">
                  <c:v>68.904600000000002</c:v>
                </c:pt>
                <c:pt idx="33">
                  <c:v>68.914599999999993</c:v>
                </c:pt>
                <c:pt idx="34">
                  <c:v>68.924599999999998</c:v>
                </c:pt>
                <c:pt idx="35">
                  <c:v>68.934600000000003</c:v>
                </c:pt>
                <c:pt idx="36">
                  <c:v>68.944599999999994</c:v>
                </c:pt>
                <c:pt idx="37">
                  <c:v>68.954599999999999</c:v>
                </c:pt>
                <c:pt idx="38">
                  <c:v>68.964600000000004</c:v>
                </c:pt>
                <c:pt idx="39">
                  <c:v>68.974599999999995</c:v>
                </c:pt>
                <c:pt idx="40">
                  <c:v>68.9846</c:v>
                </c:pt>
                <c:pt idx="41">
                  <c:v>68.994600000000005</c:v>
                </c:pt>
                <c:pt idx="42">
                  <c:v>69.004599999999996</c:v>
                </c:pt>
                <c:pt idx="43">
                  <c:v>69.014600000000002</c:v>
                </c:pt>
                <c:pt idx="44">
                  <c:v>69.024600000000007</c:v>
                </c:pt>
                <c:pt idx="45">
                  <c:v>69.034599999999998</c:v>
                </c:pt>
                <c:pt idx="46">
                  <c:v>69.044600000000003</c:v>
                </c:pt>
                <c:pt idx="47">
                  <c:v>69.054599999999994</c:v>
                </c:pt>
                <c:pt idx="48">
                  <c:v>69.064599999999999</c:v>
                </c:pt>
                <c:pt idx="49">
                  <c:v>69.074600000000004</c:v>
                </c:pt>
                <c:pt idx="50">
                  <c:v>69.084599999999995</c:v>
                </c:pt>
                <c:pt idx="51">
                  <c:v>69.0946</c:v>
                </c:pt>
                <c:pt idx="52">
                  <c:v>69.104600000000005</c:v>
                </c:pt>
                <c:pt idx="53">
                  <c:v>69.114599999999996</c:v>
                </c:pt>
                <c:pt idx="54">
                  <c:v>69.124600000000001</c:v>
                </c:pt>
                <c:pt idx="55">
                  <c:v>69.134600000000006</c:v>
                </c:pt>
                <c:pt idx="56">
                  <c:v>69.144599999999997</c:v>
                </c:pt>
                <c:pt idx="57">
                  <c:v>69.154600000000002</c:v>
                </c:pt>
                <c:pt idx="58">
                  <c:v>69.164599999999993</c:v>
                </c:pt>
                <c:pt idx="59">
                  <c:v>69.174599999999998</c:v>
                </c:pt>
                <c:pt idx="60">
                  <c:v>69.184600000000003</c:v>
                </c:pt>
                <c:pt idx="61">
                  <c:v>69.194599999999994</c:v>
                </c:pt>
                <c:pt idx="62">
                  <c:v>69.204599999999999</c:v>
                </c:pt>
                <c:pt idx="63">
                  <c:v>69.214600000000004</c:v>
                </c:pt>
                <c:pt idx="64">
                  <c:v>69.224599999999995</c:v>
                </c:pt>
                <c:pt idx="65">
                  <c:v>69.2346</c:v>
                </c:pt>
                <c:pt idx="66">
                  <c:v>69.244600000000005</c:v>
                </c:pt>
                <c:pt idx="67">
                  <c:v>69.254599999999996</c:v>
                </c:pt>
                <c:pt idx="68">
                  <c:v>69.264600000000002</c:v>
                </c:pt>
                <c:pt idx="69">
                  <c:v>69.274600000000007</c:v>
                </c:pt>
                <c:pt idx="70">
                  <c:v>69.284599999999998</c:v>
                </c:pt>
                <c:pt idx="71">
                  <c:v>69.294600000000003</c:v>
                </c:pt>
                <c:pt idx="72">
                  <c:v>69.304599999999994</c:v>
                </c:pt>
                <c:pt idx="73">
                  <c:v>69.314599999999999</c:v>
                </c:pt>
                <c:pt idx="74">
                  <c:v>69.324600000000004</c:v>
                </c:pt>
                <c:pt idx="75">
                  <c:v>69.334599999999995</c:v>
                </c:pt>
                <c:pt idx="76">
                  <c:v>69.3446</c:v>
                </c:pt>
                <c:pt idx="77">
                  <c:v>69.354600000000005</c:v>
                </c:pt>
                <c:pt idx="78">
                  <c:v>69.364599999999996</c:v>
                </c:pt>
                <c:pt idx="79">
                  <c:v>69.374600000000001</c:v>
                </c:pt>
                <c:pt idx="80">
                  <c:v>69.384600000000006</c:v>
                </c:pt>
                <c:pt idx="81">
                  <c:v>69.394599999999997</c:v>
                </c:pt>
                <c:pt idx="82">
                  <c:v>69.404600000000002</c:v>
                </c:pt>
                <c:pt idx="83">
                  <c:v>69.414599999999993</c:v>
                </c:pt>
                <c:pt idx="84">
                  <c:v>69.424599999999998</c:v>
                </c:pt>
                <c:pt idx="85">
                  <c:v>69.434600000000003</c:v>
                </c:pt>
                <c:pt idx="86">
                  <c:v>69.444599999999994</c:v>
                </c:pt>
                <c:pt idx="87">
                  <c:v>69.454599999999999</c:v>
                </c:pt>
                <c:pt idx="88">
                  <c:v>69.464600000000004</c:v>
                </c:pt>
                <c:pt idx="89">
                  <c:v>69.474599999999995</c:v>
                </c:pt>
                <c:pt idx="90">
                  <c:v>69.4846</c:v>
                </c:pt>
                <c:pt idx="91">
                  <c:v>69.494600000000005</c:v>
                </c:pt>
                <c:pt idx="92">
                  <c:v>69.504599999999996</c:v>
                </c:pt>
                <c:pt idx="93">
                  <c:v>69.514600000000002</c:v>
                </c:pt>
                <c:pt idx="94">
                  <c:v>69.524600000000007</c:v>
                </c:pt>
                <c:pt idx="95">
                  <c:v>69.534599999999998</c:v>
                </c:pt>
                <c:pt idx="96">
                  <c:v>69.544600000000003</c:v>
                </c:pt>
                <c:pt idx="97">
                  <c:v>69.554599999999994</c:v>
                </c:pt>
                <c:pt idx="98">
                  <c:v>69.564599999999999</c:v>
                </c:pt>
                <c:pt idx="99">
                  <c:v>69.574600000000004</c:v>
                </c:pt>
                <c:pt idx="100">
                  <c:v>69.584599999999995</c:v>
                </c:pt>
                <c:pt idx="101">
                  <c:v>69.5946</c:v>
                </c:pt>
                <c:pt idx="102">
                  <c:v>69.604600000000005</c:v>
                </c:pt>
                <c:pt idx="103">
                  <c:v>69.614599999999996</c:v>
                </c:pt>
                <c:pt idx="104">
                  <c:v>69.624600000000001</c:v>
                </c:pt>
                <c:pt idx="105">
                  <c:v>69.634600000000006</c:v>
                </c:pt>
                <c:pt idx="106">
                  <c:v>69.644599999999997</c:v>
                </c:pt>
                <c:pt idx="107">
                  <c:v>69.654600000000002</c:v>
                </c:pt>
                <c:pt idx="108">
                  <c:v>69.664599999999993</c:v>
                </c:pt>
                <c:pt idx="109">
                  <c:v>69.674599999999998</c:v>
                </c:pt>
                <c:pt idx="110">
                  <c:v>69.684600000000003</c:v>
                </c:pt>
                <c:pt idx="111">
                  <c:v>69.694599999999994</c:v>
                </c:pt>
                <c:pt idx="112">
                  <c:v>69.704599999999999</c:v>
                </c:pt>
                <c:pt idx="113">
                  <c:v>69.714600000000004</c:v>
                </c:pt>
                <c:pt idx="114">
                  <c:v>69.724599999999995</c:v>
                </c:pt>
                <c:pt idx="115">
                  <c:v>69.7346</c:v>
                </c:pt>
                <c:pt idx="116">
                  <c:v>69.744600000000005</c:v>
                </c:pt>
                <c:pt idx="117">
                  <c:v>69.754599999999996</c:v>
                </c:pt>
                <c:pt idx="118">
                  <c:v>69.764600000000002</c:v>
                </c:pt>
                <c:pt idx="119">
                  <c:v>69.774600000000007</c:v>
                </c:pt>
                <c:pt idx="120">
                  <c:v>69.784599999999998</c:v>
                </c:pt>
                <c:pt idx="121">
                  <c:v>69.794600000000003</c:v>
                </c:pt>
                <c:pt idx="122">
                  <c:v>69.804599999999994</c:v>
                </c:pt>
                <c:pt idx="123">
                  <c:v>69.814599999999999</c:v>
                </c:pt>
                <c:pt idx="124">
                  <c:v>69.824600000000004</c:v>
                </c:pt>
                <c:pt idx="125">
                  <c:v>69.834599999999995</c:v>
                </c:pt>
                <c:pt idx="126">
                  <c:v>69.8446</c:v>
                </c:pt>
                <c:pt idx="127">
                  <c:v>69.854600000000005</c:v>
                </c:pt>
                <c:pt idx="128">
                  <c:v>69.864599999999996</c:v>
                </c:pt>
                <c:pt idx="129">
                  <c:v>69.874600000000001</c:v>
                </c:pt>
                <c:pt idx="130">
                  <c:v>69.884600000000006</c:v>
                </c:pt>
                <c:pt idx="131">
                  <c:v>69.894599999999997</c:v>
                </c:pt>
                <c:pt idx="132">
                  <c:v>69.904600000000002</c:v>
                </c:pt>
                <c:pt idx="133">
                  <c:v>69.914599999999993</c:v>
                </c:pt>
                <c:pt idx="134">
                  <c:v>69.924599999999998</c:v>
                </c:pt>
                <c:pt idx="135">
                  <c:v>69.934600000000003</c:v>
                </c:pt>
                <c:pt idx="136">
                  <c:v>69.944599999999994</c:v>
                </c:pt>
                <c:pt idx="137">
                  <c:v>69.954599999999999</c:v>
                </c:pt>
                <c:pt idx="138">
                  <c:v>69.964600000000004</c:v>
                </c:pt>
                <c:pt idx="139">
                  <c:v>69.974599999999995</c:v>
                </c:pt>
                <c:pt idx="140">
                  <c:v>69.9846</c:v>
                </c:pt>
                <c:pt idx="141">
                  <c:v>69.994600000000005</c:v>
                </c:pt>
                <c:pt idx="142">
                  <c:v>70.004599999999996</c:v>
                </c:pt>
                <c:pt idx="143">
                  <c:v>70.014600000000002</c:v>
                </c:pt>
                <c:pt idx="144">
                  <c:v>70.024600000000007</c:v>
                </c:pt>
                <c:pt idx="145">
                  <c:v>70.034599999999998</c:v>
                </c:pt>
                <c:pt idx="146">
                  <c:v>70.044600000000003</c:v>
                </c:pt>
                <c:pt idx="147">
                  <c:v>70.054599999999994</c:v>
                </c:pt>
                <c:pt idx="148">
                  <c:v>70.064599999999999</c:v>
                </c:pt>
                <c:pt idx="149">
                  <c:v>70.074600000000004</c:v>
                </c:pt>
                <c:pt idx="150">
                  <c:v>70.084599999999995</c:v>
                </c:pt>
                <c:pt idx="151">
                  <c:v>70.0946</c:v>
                </c:pt>
                <c:pt idx="152">
                  <c:v>70.104600000000005</c:v>
                </c:pt>
                <c:pt idx="153">
                  <c:v>70.114599999999996</c:v>
                </c:pt>
                <c:pt idx="154">
                  <c:v>70.124600000000001</c:v>
                </c:pt>
                <c:pt idx="155">
                  <c:v>70.134600000000006</c:v>
                </c:pt>
                <c:pt idx="156">
                  <c:v>70.144599999999997</c:v>
                </c:pt>
                <c:pt idx="157">
                  <c:v>70.154600000000002</c:v>
                </c:pt>
                <c:pt idx="158">
                  <c:v>70.164599999999993</c:v>
                </c:pt>
                <c:pt idx="159">
                  <c:v>70.174599999999998</c:v>
                </c:pt>
                <c:pt idx="160">
                  <c:v>70.184600000000003</c:v>
                </c:pt>
                <c:pt idx="161">
                  <c:v>70.194599999999994</c:v>
                </c:pt>
                <c:pt idx="162">
                  <c:v>70.204599999999999</c:v>
                </c:pt>
                <c:pt idx="163">
                  <c:v>70.214600000000004</c:v>
                </c:pt>
                <c:pt idx="164">
                  <c:v>70.224599999999995</c:v>
                </c:pt>
                <c:pt idx="165">
                  <c:v>70.2346</c:v>
                </c:pt>
                <c:pt idx="166">
                  <c:v>70.244600000000005</c:v>
                </c:pt>
                <c:pt idx="167">
                  <c:v>70.254599999999996</c:v>
                </c:pt>
                <c:pt idx="168">
                  <c:v>70.264600000000002</c:v>
                </c:pt>
                <c:pt idx="169">
                  <c:v>70.274600000000007</c:v>
                </c:pt>
                <c:pt idx="170">
                  <c:v>70.284599999999998</c:v>
                </c:pt>
                <c:pt idx="171">
                  <c:v>70.294600000000003</c:v>
                </c:pt>
                <c:pt idx="172">
                  <c:v>70.304599999999994</c:v>
                </c:pt>
                <c:pt idx="173">
                  <c:v>70.314599999999999</c:v>
                </c:pt>
                <c:pt idx="174">
                  <c:v>70.324600000000004</c:v>
                </c:pt>
                <c:pt idx="175">
                  <c:v>70.334599999999995</c:v>
                </c:pt>
                <c:pt idx="176">
                  <c:v>70.3446</c:v>
                </c:pt>
                <c:pt idx="177">
                  <c:v>70.354600000000005</c:v>
                </c:pt>
                <c:pt idx="178">
                  <c:v>70.364599999999996</c:v>
                </c:pt>
                <c:pt idx="179">
                  <c:v>70.374600000000001</c:v>
                </c:pt>
                <c:pt idx="180">
                  <c:v>70.384600000000006</c:v>
                </c:pt>
                <c:pt idx="181">
                  <c:v>70.394599999999997</c:v>
                </c:pt>
                <c:pt idx="182">
                  <c:v>70.404600000000002</c:v>
                </c:pt>
                <c:pt idx="183">
                  <c:v>70.414599999999993</c:v>
                </c:pt>
                <c:pt idx="184">
                  <c:v>70.424599999999998</c:v>
                </c:pt>
                <c:pt idx="185">
                  <c:v>70.434600000000003</c:v>
                </c:pt>
                <c:pt idx="186">
                  <c:v>70.444599999999994</c:v>
                </c:pt>
                <c:pt idx="187">
                  <c:v>70.454599999999999</c:v>
                </c:pt>
                <c:pt idx="188">
                  <c:v>70.464600000000004</c:v>
                </c:pt>
                <c:pt idx="189">
                  <c:v>70.474599999999995</c:v>
                </c:pt>
                <c:pt idx="190">
                  <c:v>70.4846</c:v>
                </c:pt>
                <c:pt idx="191">
                  <c:v>70.494600000000005</c:v>
                </c:pt>
                <c:pt idx="192">
                  <c:v>70.504599999999996</c:v>
                </c:pt>
                <c:pt idx="193">
                  <c:v>70.514600000000002</c:v>
                </c:pt>
                <c:pt idx="194">
                  <c:v>70.524600000000007</c:v>
                </c:pt>
                <c:pt idx="195">
                  <c:v>70.534599999999998</c:v>
                </c:pt>
                <c:pt idx="196">
                  <c:v>70.544600000000003</c:v>
                </c:pt>
                <c:pt idx="197">
                  <c:v>70.554599999999994</c:v>
                </c:pt>
                <c:pt idx="198">
                  <c:v>70.564599999999999</c:v>
                </c:pt>
                <c:pt idx="199">
                  <c:v>70.574600000000004</c:v>
                </c:pt>
                <c:pt idx="200">
                  <c:v>70.584599999999995</c:v>
                </c:pt>
              </c:numCache>
            </c:numRef>
          </c:xVal>
          <c:yVal>
            <c:numRef>
              <c:f>'θ-scan2_thermo'!$AK$5:$AK$205</c:f>
              <c:numCache>
                <c:formatCode>0.00E+00</c:formatCode>
                <c:ptCount val="201"/>
                <c:pt idx="0">
                  <c:v>1.0154896995978371E-2</c:v>
                </c:pt>
                <c:pt idx="1">
                  <c:v>8.4144764509850641E-3</c:v>
                </c:pt>
                <c:pt idx="2">
                  <c:v>1.7695545129108294E-2</c:v>
                </c:pt>
                <c:pt idx="3">
                  <c:v>8.9952536689100731E-3</c:v>
                </c:pt>
                <c:pt idx="4">
                  <c:v>9.5748185753221238E-3</c:v>
                </c:pt>
                <c:pt idx="5">
                  <c:v>8.4143741535030805E-3</c:v>
                </c:pt>
                <c:pt idx="6">
                  <c:v>8.9965542326654619E-3</c:v>
                </c:pt>
                <c:pt idx="7">
                  <c:v>1.3926929232224061E-2</c:v>
                </c:pt>
                <c:pt idx="8">
                  <c:v>1.0450678241760474E-2</c:v>
                </c:pt>
                <c:pt idx="9">
                  <c:v>1.2192138346632247E-2</c:v>
                </c:pt>
                <c:pt idx="10">
                  <c:v>1.1900518630407043E-2</c:v>
                </c:pt>
                <c:pt idx="11">
                  <c:v>9.5793993449548673E-3</c:v>
                </c:pt>
                <c:pt idx="12">
                  <c:v>1.1034554212866482E-2</c:v>
                </c:pt>
                <c:pt idx="13">
                  <c:v>1.4809792176509491E-2</c:v>
                </c:pt>
                <c:pt idx="14">
                  <c:v>1.4522371262736736E-2</c:v>
                </c:pt>
                <c:pt idx="15">
                  <c:v>1.3073080641530349E-2</c:v>
                </c:pt>
                <c:pt idx="16">
                  <c:v>1.3065767703135304E-2</c:v>
                </c:pt>
                <c:pt idx="17">
                  <c:v>1.4815611005965462E-2</c:v>
                </c:pt>
                <c:pt idx="18">
                  <c:v>1.2203303905065965E-2</c:v>
                </c:pt>
                <c:pt idx="19">
                  <c:v>1.1332151341520415E-2</c:v>
                </c:pt>
                <c:pt idx="20">
                  <c:v>1.4525182672328583E-2</c:v>
                </c:pt>
                <c:pt idx="21">
                  <c:v>1.9174180815081644E-2</c:v>
                </c:pt>
                <c:pt idx="22">
                  <c:v>1.2503119964586511E-2</c:v>
                </c:pt>
                <c:pt idx="23">
                  <c:v>1.3954807182504371E-2</c:v>
                </c:pt>
                <c:pt idx="24">
                  <c:v>1.4833357265452556E-2</c:v>
                </c:pt>
                <c:pt idx="25">
                  <c:v>1.5695997137050121E-2</c:v>
                </c:pt>
                <c:pt idx="26">
                  <c:v>1.8032384184249548E-2</c:v>
                </c:pt>
                <c:pt idx="27">
                  <c:v>1.3378076601354314E-2</c:v>
                </c:pt>
                <c:pt idx="28">
                  <c:v>1.5712242042084018E-2</c:v>
                </c:pt>
                <c:pt idx="29">
                  <c:v>2.2991342449934168E-2</c:v>
                </c:pt>
                <c:pt idx="30">
                  <c:v>1.6592698647860987E-2</c:v>
                </c:pt>
                <c:pt idx="31">
                  <c:v>2.1831902732411087E-2</c:v>
                </c:pt>
                <c:pt idx="32">
                  <c:v>2.1543968284250883E-2</c:v>
                </c:pt>
                <c:pt idx="33">
                  <c:v>2.2423443669586655E-2</c:v>
                </c:pt>
                <c:pt idx="34">
                  <c:v>2.2422211524271259E-2</c:v>
                </c:pt>
                <c:pt idx="35">
                  <c:v>1.8647246569423803E-2</c:v>
                </c:pt>
                <c:pt idx="36">
                  <c:v>2.0691949275464111E-2</c:v>
                </c:pt>
                <c:pt idx="37">
                  <c:v>2.0689952810297351E-2</c:v>
                </c:pt>
                <c:pt idx="38">
                  <c:v>2.3609330290741613E-2</c:v>
                </c:pt>
                <c:pt idx="39">
                  <c:v>2.3316889971064611E-2</c:v>
                </c:pt>
                <c:pt idx="40">
                  <c:v>2.0697039562507725E-2</c:v>
                </c:pt>
                <c:pt idx="41">
                  <c:v>2.2757668006587586E-2</c:v>
                </c:pt>
                <c:pt idx="42">
                  <c:v>2.88741201814963E-2</c:v>
                </c:pt>
                <c:pt idx="43">
                  <c:v>2.5680443475578379E-2</c:v>
                </c:pt>
                <c:pt idx="44">
                  <c:v>3.1211294895077693E-2</c:v>
                </c:pt>
                <c:pt idx="45">
                  <c:v>2.6255716854148528E-2</c:v>
                </c:pt>
                <c:pt idx="46">
                  <c:v>2.7123058102052636E-2</c:v>
                </c:pt>
                <c:pt idx="47">
                  <c:v>2.8877422575108863E-2</c:v>
                </c:pt>
                <c:pt idx="48">
                  <c:v>3.1507384149317696E-2</c:v>
                </c:pt>
                <c:pt idx="49">
                  <c:v>2.8891766132651497E-2</c:v>
                </c:pt>
                <c:pt idx="50">
                  <c:v>3.7071709734701128E-2</c:v>
                </c:pt>
                <c:pt idx="51">
                  <c:v>3.0051810780611542E-2</c:v>
                </c:pt>
                <c:pt idx="52">
                  <c:v>3.9995376884756594E-2</c:v>
                </c:pt>
                <c:pt idx="53">
                  <c:v>3.7662075017423087E-2</c:v>
                </c:pt>
                <c:pt idx="54">
                  <c:v>3.9140131045248001E-2</c:v>
                </c:pt>
                <c:pt idx="55">
                  <c:v>4.4972470569387392E-2</c:v>
                </c:pt>
                <c:pt idx="56">
                  <c:v>4.7307535424583373E-2</c:v>
                </c:pt>
                <c:pt idx="57">
                  <c:v>4.5845008480158544E-2</c:v>
                </c:pt>
                <c:pt idx="58">
                  <c:v>4.643918359564754E-2</c:v>
                </c:pt>
                <c:pt idx="59">
                  <c:v>4.7299214833033773E-2</c:v>
                </c:pt>
                <c:pt idx="60">
                  <c:v>5.024748052705634E-2</c:v>
                </c:pt>
                <c:pt idx="61">
                  <c:v>5.7244147574477849E-2</c:v>
                </c:pt>
                <c:pt idx="62">
                  <c:v>5.2863185490580146E-2</c:v>
                </c:pt>
                <c:pt idx="63">
                  <c:v>6.6900778491347124E-2</c:v>
                </c:pt>
                <c:pt idx="64">
                  <c:v>6.5141416904104216E-2</c:v>
                </c:pt>
                <c:pt idx="65">
                  <c:v>6.8324972137864731E-2</c:v>
                </c:pt>
                <c:pt idx="66">
                  <c:v>7.446959904195298E-2</c:v>
                </c:pt>
                <c:pt idx="67">
                  <c:v>7.0678579492563426E-2</c:v>
                </c:pt>
                <c:pt idx="68">
                  <c:v>8.1508771176395059E-2</c:v>
                </c:pt>
                <c:pt idx="69">
                  <c:v>8.7348710718422984E-2</c:v>
                </c:pt>
                <c:pt idx="70">
                  <c:v>8.9671441792646037E-2</c:v>
                </c:pt>
                <c:pt idx="71">
                  <c:v>8.7603927459275852E-2</c:v>
                </c:pt>
                <c:pt idx="72">
                  <c:v>0.10716621658315732</c:v>
                </c:pt>
                <c:pt idx="73">
                  <c:v>0.10716271186133834</c:v>
                </c:pt>
                <c:pt idx="74">
                  <c:v>0.11501169747778472</c:v>
                </c:pt>
                <c:pt idx="75">
                  <c:v>0.11536587601223333</c:v>
                </c:pt>
                <c:pt idx="76">
                  <c:v>0.13257382741515786</c:v>
                </c:pt>
                <c:pt idx="77">
                  <c:v>0.14590512169289627</c:v>
                </c:pt>
                <c:pt idx="78">
                  <c:v>0.16089095864935923</c:v>
                </c:pt>
                <c:pt idx="79">
                  <c:v>0.16640054257086387</c:v>
                </c:pt>
                <c:pt idx="80">
                  <c:v>0.1694239390358919</c:v>
                </c:pt>
                <c:pt idx="81">
                  <c:v>0.19394431654212704</c:v>
                </c:pt>
                <c:pt idx="82">
                  <c:v>0.23078233165524389</c:v>
                </c:pt>
                <c:pt idx="83">
                  <c:v>0.2304853609808265</c:v>
                </c:pt>
                <c:pt idx="84">
                  <c:v>0.27089261483611349</c:v>
                </c:pt>
                <c:pt idx="85">
                  <c:v>0.32666169194218814</c:v>
                </c:pt>
                <c:pt idx="86">
                  <c:v>0.3857077019891873</c:v>
                </c:pt>
                <c:pt idx="87">
                  <c:v>0.38457169709062594</c:v>
                </c:pt>
                <c:pt idx="88">
                  <c:v>0.50595498784611304</c:v>
                </c:pt>
                <c:pt idx="89">
                  <c:v>0.56379695963716747</c:v>
                </c:pt>
                <c:pt idx="90">
                  <c:v>0.69622620822452608</c:v>
                </c:pt>
                <c:pt idx="91">
                  <c:v>0.81238245210607585</c:v>
                </c:pt>
                <c:pt idx="92">
                  <c:v>1.0321791879449427</c:v>
                </c:pt>
                <c:pt idx="93">
                  <c:v>1.2853663700768114</c:v>
                </c:pt>
                <c:pt idx="94">
                  <c:v>1.726371543826696</c:v>
                </c:pt>
                <c:pt idx="95">
                  <c:v>2.5131928731910795</c:v>
                </c:pt>
                <c:pt idx="96">
                  <c:v>3.924568965643294</c:v>
                </c:pt>
                <c:pt idx="97">
                  <c:v>7.1619266814913756</c:v>
                </c:pt>
                <c:pt idx="98">
                  <c:v>18.785064338984363</c:v>
                </c:pt>
                <c:pt idx="99">
                  <c:v>518.00874782448318</c:v>
                </c:pt>
                <c:pt idx="100">
                  <c:v>5978.369001148697</c:v>
                </c:pt>
                <c:pt idx="101">
                  <c:v>2515.0230876248238</c:v>
                </c:pt>
                <c:pt idx="102">
                  <c:v>76.920288108944234</c:v>
                </c:pt>
                <c:pt idx="103">
                  <c:v>17.731629117165149</c:v>
                </c:pt>
                <c:pt idx="104">
                  <c:v>5.6927047751184015</c:v>
                </c:pt>
                <c:pt idx="105">
                  <c:v>3.1122939356330792</c:v>
                </c:pt>
                <c:pt idx="106">
                  <c:v>2.0390353274133437</c:v>
                </c:pt>
                <c:pt idx="107">
                  <c:v>1.480418120399714</c:v>
                </c:pt>
                <c:pt idx="108">
                  <c:v>1.1246383361765755</c:v>
                </c:pt>
                <c:pt idx="109">
                  <c:v>0.83732295821606251</c:v>
                </c:pt>
                <c:pt idx="110">
                  <c:v>0.65533232355594084</c:v>
                </c:pt>
                <c:pt idx="111">
                  <c:v>0.54628685285636336</c:v>
                </c:pt>
                <c:pt idx="112">
                  <c:v>0.42265903498125934</c:v>
                </c:pt>
                <c:pt idx="113">
                  <c:v>0.37840295034805599</c:v>
                </c:pt>
                <c:pt idx="114">
                  <c:v>0.32013974846915794</c:v>
                </c:pt>
                <c:pt idx="115">
                  <c:v>0.27056462444839519</c:v>
                </c:pt>
                <c:pt idx="116">
                  <c:v>0.2451995020194391</c:v>
                </c:pt>
                <c:pt idx="117">
                  <c:v>0.20777276446615675</c:v>
                </c:pt>
                <c:pt idx="118">
                  <c:v>0.18201198688153736</c:v>
                </c:pt>
                <c:pt idx="119">
                  <c:v>0.15749417095596321</c:v>
                </c:pt>
                <c:pt idx="120">
                  <c:v>0.14549924487065294</c:v>
                </c:pt>
                <c:pt idx="121">
                  <c:v>0.12318738922484013</c:v>
                </c:pt>
                <c:pt idx="122">
                  <c:v>0.12025754473104035</c:v>
                </c:pt>
                <c:pt idx="123">
                  <c:v>0.10441242509031749</c:v>
                </c:pt>
                <c:pt idx="124">
                  <c:v>9.4202319701308795E-2</c:v>
                </c:pt>
                <c:pt idx="125">
                  <c:v>8.740046612017717E-2</c:v>
                </c:pt>
                <c:pt idx="126">
                  <c:v>8.7144634742506097E-2</c:v>
                </c:pt>
                <c:pt idx="127">
                  <c:v>7.246927889370687E-2</c:v>
                </c:pt>
                <c:pt idx="128">
                  <c:v>6.8424215570696723E-2</c:v>
                </c:pt>
                <c:pt idx="129">
                  <c:v>6.4318958124510869E-2</c:v>
                </c:pt>
                <c:pt idx="130">
                  <c:v>5.7552150249636849E-2</c:v>
                </c:pt>
                <c:pt idx="131">
                  <c:v>4.8488629974624872E-2</c:v>
                </c:pt>
                <c:pt idx="132">
                  <c:v>5.0837426113457908E-2</c:v>
                </c:pt>
                <c:pt idx="133">
                  <c:v>3.5270085233394061E-2</c:v>
                </c:pt>
                <c:pt idx="134">
                  <c:v>3.6438639050919208E-2</c:v>
                </c:pt>
                <c:pt idx="135">
                  <c:v>3.2633419014187925E-2</c:v>
                </c:pt>
                <c:pt idx="136">
                  <c:v>3.3511571780904872E-2</c:v>
                </c:pt>
                <c:pt idx="137">
                  <c:v>3.4082036342909357E-2</c:v>
                </c:pt>
                <c:pt idx="138">
                  <c:v>3.3789212491278343E-2</c:v>
                </c:pt>
                <c:pt idx="139">
                  <c:v>2.4993428933493045E-2</c:v>
                </c:pt>
                <c:pt idx="140">
                  <c:v>2.0865175991881979E-2</c:v>
                </c:pt>
                <c:pt idx="141">
                  <c:v>1.8510266160880008E-2</c:v>
                </c:pt>
                <c:pt idx="142">
                  <c:v>2.1154685617425797E-2</c:v>
                </c:pt>
                <c:pt idx="143">
                  <c:v>1.879298307597909E-2</c:v>
                </c:pt>
                <c:pt idx="144">
                  <c:v>1.791653017550475E-2</c:v>
                </c:pt>
                <c:pt idx="145">
                  <c:v>1.3795396945669764E-2</c:v>
                </c:pt>
                <c:pt idx="146">
                  <c:v>1.1451549360861134E-2</c:v>
                </c:pt>
                <c:pt idx="147">
                  <c:v>1.3798838014530411E-2</c:v>
                </c:pt>
                <c:pt idx="148">
                  <c:v>1.5850094735135673E-2</c:v>
                </c:pt>
                <c:pt idx="149">
                  <c:v>1.056487449222572E-2</c:v>
                </c:pt>
                <c:pt idx="150">
                  <c:v>1.1445933022273961E-2</c:v>
                </c:pt>
                <c:pt idx="151">
                  <c:v>9.9772902202102404E-3</c:v>
                </c:pt>
                <c:pt idx="152">
                  <c:v>1.1443265755469735E-2</c:v>
                </c:pt>
                <c:pt idx="153">
                  <c:v>8.2166657281082418E-3</c:v>
                </c:pt>
                <c:pt idx="154">
                  <c:v>5.5755260464807541E-3</c:v>
                </c:pt>
                <c:pt idx="155">
                  <c:v>8.8070175490099524E-3</c:v>
                </c:pt>
                <c:pt idx="156">
                  <c:v>5.284233022933571E-3</c:v>
                </c:pt>
                <c:pt idx="157">
                  <c:v>5.2867886031170786E-3</c:v>
                </c:pt>
                <c:pt idx="158">
                  <c:v>3.8160874799893912E-3</c:v>
                </c:pt>
                <c:pt idx="159">
                  <c:v>5.579873525411963E-3</c:v>
                </c:pt>
                <c:pt idx="160">
                  <c:v>5.2862184818767586E-3</c:v>
                </c:pt>
                <c:pt idx="161">
                  <c:v>6.1718054294254048E-3</c:v>
                </c:pt>
                <c:pt idx="162">
                  <c:v>4.7023236620544612E-3</c:v>
                </c:pt>
                <c:pt idx="163">
                  <c:v>3.5239977640234188E-3</c:v>
                </c:pt>
                <c:pt idx="164">
                  <c:v>4.7001680545087892E-3</c:v>
                </c:pt>
                <c:pt idx="165">
                  <c:v>2.350073671872021E-3</c:v>
                </c:pt>
                <c:pt idx="166">
                  <c:v>3.5249617079003469E-3</c:v>
                </c:pt>
                <c:pt idx="167">
                  <c:v>2.3511891256562463E-3</c:v>
                </c:pt>
                <c:pt idx="168">
                  <c:v>4.4077485987106041E-3</c:v>
                </c:pt>
                <c:pt idx="169">
                  <c:v>1.7634436716119897E-3</c:v>
                </c:pt>
                <c:pt idx="170">
                  <c:v>1.7635787480530826E-3</c:v>
                </c:pt>
                <c:pt idx="171">
                  <c:v>3.8196846744525353E-3</c:v>
                </c:pt>
                <c:pt idx="172">
                  <c:v>2.3525435966027623E-3</c:v>
                </c:pt>
                <c:pt idx="173">
                  <c:v>2.0598749138015914E-3</c:v>
                </c:pt>
                <c:pt idx="174">
                  <c:v>1.4711563612653945E-3</c:v>
                </c:pt>
                <c:pt idx="175">
                  <c:v>2.3520473293075885E-3</c:v>
                </c:pt>
                <c:pt idx="176">
                  <c:v>2.059303771164752E-3</c:v>
                </c:pt>
                <c:pt idx="177">
                  <c:v>1.4722795814167812E-3</c:v>
                </c:pt>
                <c:pt idx="178">
                  <c:v>1.7659467715976541E-3</c:v>
                </c:pt>
                <c:pt idx="179">
                  <c:v>1.1778639319807137E-3</c:v>
                </c:pt>
                <c:pt idx="180">
                  <c:v>5.0066526633536761E-3</c:v>
                </c:pt>
                <c:pt idx="181">
                  <c:v>1.7663958036088173E-3</c:v>
                </c:pt>
                <c:pt idx="182">
                  <c:v>1.7668346582875515E-3</c:v>
                </c:pt>
                <c:pt idx="183">
                  <c:v>1.4726078736808747E-3</c:v>
                </c:pt>
                <c:pt idx="184">
                  <c:v>8.834448270153188E-4</c:v>
                </c:pt>
                <c:pt idx="185">
                  <c:v>1.4727245522033726E-3</c:v>
                </c:pt>
                <c:pt idx="186">
                  <c:v>1.4730961815431949E-3</c:v>
                </c:pt>
                <c:pt idx="187">
                  <c:v>1.7687891320643115E-3</c:v>
                </c:pt>
                <c:pt idx="188">
                  <c:v>8.846681437282587E-4</c:v>
                </c:pt>
                <c:pt idx="189">
                  <c:v>2.9495502437301853E-4</c:v>
                </c:pt>
                <c:pt idx="190">
                  <c:v>1.4753389133798425E-3</c:v>
                </c:pt>
                <c:pt idx="191">
                  <c:v>1.4746450706272409E-3</c:v>
                </c:pt>
                <c:pt idx="192">
                  <c:v>2.0661558912848984E-3</c:v>
                </c:pt>
                <c:pt idx="193">
                  <c:v>2.6577982043679083E-3</c:v>
                </c:pt>
                <c:pt idx="194">
                  <c:v>5.9046530791939157E-4</c:v>
                </c:pt>
                <c:pt idx="195">
                  <c:v>8.8541360768562625E-4</c:v>
                </c:pt>
                <c:pt idx="196">
                  <c:v>1.7720731723272936E-3</c:v>
                </c:pt>
                <c:pt idx="197">
                  <c:v>1.1804463314797177E-3</c:v>
                </c:pt>
                <c:pt idx="198">
                  <c:v>5.904826885975874E-4</c:v>
                </c:pt>
                <c:pt idx="199">
                  <c:v>2.951022557350836E-4</c:v>
                </c:pt>
                <c:pt idx="200">
                  <c:v>1.1797396815912092E-3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D8E0-433A-9BC6-24C99383B4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4170032"/>
        <c:axId val="924169072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'θ-scan2_thermo'!$C$1</c15:sqref>
                        </c15:formulaRef>
                      </c:ext>
                    </c:extLst>
                    <c:strCache>
                      <c:ptCount val="1"/>
                      <c:pt idx="0">
                        <c:v>Si_Thermo_2θ-scan</c:v>
                      </c:pt>
                    </c:strCache>
                  </c:strRef>
                </c:tx>
                <c:spPr>
                  <a:ln w="15875" cap="sq">
                    <a:solidFill>
                      <a:schemeClr val="accent2"/>
                    </a:solidFill>
                    <a:prstDash val="sys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'θ-scan2_thermo'!$A$5:$A$205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68.588899999999995</c:v>
                      </c:pt>
                      <c:pt idx="1">
                        <c:v>68.5989</c:v>
                      </c:pt>
                      <c:pt idx="2">
                        <c:v>68.608900000000006</c:v>
                      </c:pt>
                      <c:pt idx="3">
                        <c:v>68.618899999999996</c:v>
                      </c:pt>
                      <c:pt idx="4">
                        <c:v>68.628900000000002</c:v>
                      </c:pt>
                      <c:pt idx="5">
                        <c:v>68.638900000000007</c:v>
                      </c:pt>
                      <c:pt idx="6">
                        <c:v>68.648899999999998</c:v>
                      </c:pt>
                      <c:pt idx="7">
                        <c:v>68.658900000000003</c:v>
                      </c:pt>
                      <c:pt idx="8">
                        <c:v>68.668899999999994</c:v>
                      </c:pt>
                      <c:pt idx="9">
                        <c:v>68.678899999999999</c:v>
                      </c:pt>
                      <c:pt idx="10">
                        <c:v>68.688900000000004</c:v>
                      </c:pt>
                      <c:pt idx="11">
                        <c:v>68.698899999999995</c:v>
                      </c:pt>
                      <c:pt idx="12">
                        <c:v>68.7089</c:v>
                      </c:pt>
                      <c:pt idx="13">
                        <c:v>68.718900000000005</c:v>
                      </c:pt>
                      <c:pt idx="14">
                        <c:v>68.728899999999996</c:v>
                      </c:pt>
                      <c:pt idx="15">
                        <c:v>68.738900000000001</c:v>
                      </c:pt>
                      <c:pt idx="16">
                        <c:v>68.748900000000006</c:v>
                      </c:pt>
                      <c:pt idx="17">
                        <c:v>68.758899999999997</c:v>
                      </c:pt>
                      <c:pt idx="18">
                        <c:v>68.768900000000002</c:v>
                      </c:pt>
                      <c:pt idx="19">
                        <c:v>68.778899999999993</c:v>
                      </c:pt>
                      <c:pt idx="20">
                        <c:v>68.788899999999998</c:v>
                      </c:pt>
                      <c:pt idx="21">
                        <c:v>68.798900000000003</c:v>
                      </c:pt>
                      <c:pt idx="22">
                        <c:v>68.808899999999994</c:v>
                      </c:pt>
                      <c:pt idx="23">
                        <c:v>68.818899999999999</c:v>
                      </c:pt>
                      <c:pt idx="24">
                        <c:v>68.828900000000004</c:v>
                      </c:pt>
                      <c:pt idx="25">
                        <c:v>68.838899999999995</c:v>
                      </c:pt>
                      <c:pt idx="26">
                        <c:v>68.8489</c:v>
                      </c:pt>
                      <c:pt idx="27">
                        <c:v>68.858900000000006</c:v>
                      </c:pt>
                      <c:pt idx="28">
                        <c:v>68.868899999999996</c:v>
                      </c:pt>
                      <c:pt idx="29">
                        <c:v>68.878900000000002</c:v>
                      </c:pt>
                      <c:pt idx="30">
                        <c:v>68.888900000000007</c:v>
                      </c:pt>
                      <c:pt idx="31">
                        <c:v>68.898899999999998</c:v>
                      </c:pt>
                      <c:pt idx="32">
                        <c:v>68.908900000000003</c:v>
                      </c:pt>
                      <c:pt idx="33">
                        <c:v>68.918899999999994</c:v>
                      </c:pt>
                      <c:pt idx="34">
                        <c:v>68.928899999999999</c:v>
                      </c:pt>
                      <c:pt idx="35">
                        <c:v>68.938900000000004</c:v>
                      </c:pt>
                      <c:pt idx="36">
                        <c:v>68.948899999999995</c:v>
                      </c:pt>
                      <c:pt idx="37">
                        <c:v>68.9589</c:v>
                      </c:pt>
                      <c:pt idx="38">
                        <c:v>68.968900000000005</c:v>
                      </c:pt>
                      <c:pt idx="39">
                        <c:v>68.978899999999996</c:v>
                      </c:pt>
                      <c:pt idx="40">
                        <c:v>68.988900000000001</c:v>
                      </c:pt>
                      <c:pt idx="41">
                        <c:v>68.998900000000006</c:v>
                      </c:pt>
                      <c:pt idx="42">
                        <c:v>69.008899999999997</c:v>
                      </c:pt>
                      <c:pt idx="43">
                        <c:v>69.018900000000002</c:v>
                      </c:pt>
                      <c:pt idx="44">
                        <c:v>69.028899999999993</c:v>
                      </c:pt>
                      <c:pt idx="45">
                        <c:v>69.038899999999998</c:v>
                      </c:pt>
                      <c:pt idx="46">
                        <c:v>69.048900000000003</c:v>
                      </c:pt>
                      <c:pt idx="47">
                        <c:v>69.058899999999994</c:v>
                      </c:pt>
                      <c:pt idx="48">
                        <c:v>69.068899999999999</c:v>
                      </c:pt>
                      <c:pt idx="49">
                        <c:v>69.078900000000004</c:v>
                      </c:pt>
                      <c:pt idx="50">
                        <c:v>69.088899999999995</c:v>
                      </c:pt>
                      <c:pt idx="51">
                        <c:v>69.0989</c:v>
                      </c:pt>
                      <c:pt idx="52">
                        <c:v>69.108900000000006</c:v>
                      </c:pt>
                      <c:pt idx="53">
                        <c:v>69.118899999999996</c:v>
                      </c:pt>
                      <c:pt idx="54">
                        <c:v>69.128900000000002</c:v>
                      </c:pt>
                      <c:pt idx="55">
                        <c:v>69.138900000000007</c:v>
                      </c:pt>
                      <c:pt idx="56">
                        <c:v>69.148899999999998</c:v>
                      </c:pt>
                      <c:pt idx="57">
                        <c:v>69.158900000000003</c:v>
                      </c:pt>
                      <c:pt idx="58">
                        <c:v>69.168899999999994</c:v>
                      </c:pt>
                      <c:pt idx="59">
                        <c:v>69.178899999999999</c:v>
                      </c:pt>
                      <c:pt idx="60">
                        <c:v>69.188900000000004</c:v>
                      </c:pt>
                      <c:pt idx="61">
                        <c:v>69.198899999999995</c:v>
                      </c:pt>
                      <c:pt idx="62">
                        <c:v>69.2089</c:v>
                      </c:pt>
                      <c:pt idx="63">
                        <c:v>69.218900000000005</c:v>
                      </c:pt>
                      <c:pt idx="64">
                        <c:v>69.228899999999996</c:v>
                      </c:pt>
                      <c:pt idx="65">
                        <c:v>69.238900000000001</c:v>
                      </c:pt>
                      <c:pt idx="66">
                        <c:v>69.248900000000006</c:v>
                      </c:pt>
                      <c:pt idx="67">
                        <c:v>69.258899999999997</c:v>
                      </c:pt>
                      <c:pt idx="68">
                        <c:v>69.268900000000002</c:v>
                      </c:pt>
                      <c:pt idx="69">
                        <c:v>69.278899999999993</c:v>
                      </c:pt>
                      <c:pt idx="70">
                        <c:v>69.288899999999998</c:v>
                      </c:pt>
                      <c:pt idx="71">
                        <c:v>69.298900000000003</c:v>
                      </c:pt>
                      <c:pt idx="72">
                        <c:v>69.308899999999994</c:v>
                      </c:pt>
                      <c:pt idx="73">
                        <c:v>69.318899999999999</c:v>
                      </c:pt>
                      <c:pt idx="74">
                        <c:v>69.328900000000004</c:v>
                      </c:pt>
                      <c:pt idx="75">
                        <c:v>69.338899999999995</c:v>
                      </c:pt>
                      <c:pt idx="76">
                        <c:v>69.3489</c:v>
                      </c:pt>
                      <c:pt idx="77">
                        <c:v>69.358900000000006</c:v>
                      </c:pt>
                      <c:pt idx="78">
                        <c:v>69.368899999999996</c:v>
                      </c:pt>
                      <c:pt idx="79">
                        <c:v>69.378900000000002</c:v>
                      </c:pt>
                      <c:pt idx="80">
                        <c:v>69.388900000000007</c:v>
                      </c:pt>
                      <c:pt idx="81">
                        <c:v>69.398899999999998</c:v>
                      </c:pt>
                      <c:pt idx="82">
                        <c:v>69.408900000000003</c:v>
                      </c:pt>
                      <c:pt idx="83">
                        <c:v>69.418899999999994</c:v>
                      </c:pt>
                      <c:pt idx="84">
                        <c:v>69.428899999999999</c:v>
                      </c:pt>
                      <c:pt idx="85">
                        <c:v>69.438900000000004</c:v>
                      </c:pt>
                      <c:pt idx="86">
                        <c:v>69.448899999999995</c:v>
                      </c:pt>
                      <c:pt idx="87">
                        <c:v>69.4589</c:v>
                      </c:pt>
                      <c:pt idx="88">
                        <c:v>69.468900000000005</c:v>
                      </c:pt>
                      <c:pt idx="89">
                        <c:v>69.478899999999996</c:v>
                      </c:pt>
                      <c:pt idx="90">
                        <c:v>69.488900000000001</c:v>
                      </c:pt>
                      <c:pt idx="91">
                        <c:v>69.498900000000006</c:v>
                      </c:pt>
                      <c:pt idx="92">
                        <c:v>69.508899999999997</c:v>
                      </c:pt>
                      <c:pt idx="93">
                        <c:v>69.518900000000002</c:v>
                      </c:pt>
                      <c:pt idx="94">
                        <c:v>69.528899999999993</c:v>
                      </c:pt>
                      <c:pt idx="95">
                        <c:v>69.538899999999998</c:v>
                      </c:pt>
                      <c:pt idx="96">
                        <c:v>69.548900000000003</c:v>
                      </c:pt>
                      <c:pt idx="97">
                        <c:v>69.558899999999994</c:v>
                      </c:pt>
                      <c:pt idx="98">
                        <c:v>69.568899999999999</c:v>
                      </c:pt>
                      <c:pt idx="99">
                        <c:v>69.578900000000004</c:v>
                      </c:pt>
                      <c:pt idx="100">
                        <c:v>69.588899999999995</c:v>
                      </c:pt>
                      <c:pt idx="101">
                        <c:v>69.5989</c:v>
                      </c:pt>
                      <c:pt idx="102">
                        <c:v>69.608900000000006</c:v>
                      </c:pt>
                      <c:pt idx="103">
                        <c:v>69.618899999999996</c:v>
                      </c:pt>
                      <c:pt idx="104">
                        <c:v>69.628900000000002</c:v>
                      </c:pt>
                      <c:pt idx="105">
                        <c:v>69.638900000000007</c:v>
                      </c:pt>
                      <c:pt idx="106">
                        <c:v>69.648899999999998</c:v>
                      </c:pt>
                      <c:pt idx="107">
                        <c:v>69.658900000000003</c:v>
                      </c:pt>
                      <c:pt idx="108">
                        <c:v>69.668899999999994</c:v>
                      </c:pt>
                      <c:pt idx="109">
                        <c:v>69.678899999999999</c:v>
                      </c:pt>
                      <c:pt idx="110">
                        <c:v>69.688900000000004</c:v>
                      </c:pt>
                      <c:pt idx="111">
                        <c:v>69.698899999999995</c:v>
                      </c:pt>
                      <c:pt idx="112">
                        <c:v>69.7089</c:v>
                      </c:pt>
                      <c:pt idx="113">
                        <c:v>69.718900000000005</c:v>
                      </c:pt>
                      <c:pt idx="114">
                        <c:v>69.728899999999996</c:v>
                      </c:pt>
                      <c:pt idx="115">
                        <c:v>69.738900000000001</c:v>
                      </c:pt>
                      <c:pt idx="116">
                        <c:v>69.748900000000006</c:v>
                      </c:pt>
                      <c:pt idx="117">
                        <c:v>69.758899999999997</c:v>
                      </c:pt>
                      <c:pt idx="118">
                        <c:v>69.768900000000002</c:v>
                      </c:pt>
                      <c:pt idx="119">
                        <c:v>69.778899999999993</c:v>
                      </c:pt>
                      <c:pt idx="120">
                        <c:v>69.788899999999998</c:v>
                      </c:pt>
                      <c:pt idx="121">
                        <c:v>69.798900000000003</c:v>
                      </c:pt>
                      <c:pt idx="122">
                        <c:v>69.808899999999994</c:v>
                      </c:pt>
                      <c:pt idx="123">
                        <c:v>69.818899999999999</c:v>
                      </c:pt>
                      <c:pt idx="124">
                        <c:v>69.828900000000004</c:v>
                      </c:pt>
                      <c:pt idx="125">
                        <c:v>69.838899999999995</c:v>
                      </c:pt>
                      <c:pt idx="126">
                        <c:v>69.8489</c:v>
                      </c:pt>
                      <c:pt idx="127">
                        <c:v>69.858900000000006</c:v>
                      </c:pt>
                      <c:pt idx="128">
                        <c:v>69.868899999999996</c:v>
                      </c:pt>
                      <c:pt idx="129">
                        <c:v>69.878900000000002</c:v>
                      </c:pt>
                      <c:pt idx="130">
                        <c:v>69.888900000000007</c:v>
                      </c:pt>
                      <c:pt idx="131">
                        <c:v>69.898899999999998</c:v>
                      </c:pt>
                      <c:pt idx="132">
                        <c:v>69.908900000000003</c:v>
                      </c:pt>
                      <c:pt idx="133">
                        <c:v>69.918899999999994</c:v>
                      </c:pt>
                      <c:pt idx="134">
                        <c:v>69.928899999999999</c:v>
                      </c:pt>
                      <c:pt idx="135">
                        <c:v>69.938900000000004</c:v>
                      </c:pt>
                      <c:pt idx="136">
                        <c:v>69.948899999999995</c:v>
                      </c:pt>
                      <c:pt idx="137">
                        <c:v>69.9589</c:v>
                      </c:pt>
                      <c:pt idx="138">
                        <c:v>69.968900000000005</c:v>
                      </c:pt>
                      <c:pt idx="139">
                        <c:v>69.978899999999996</c:v>
                      </c:pt>
                      <c:pt idx="140">
                        <c:v>69.988900000000001</c:v>
                      </c:pt>
                      <c:pt idx="141">
                        <c:v>69.998900000000006</c:v>
                      </c:pt>
                      <c:pt idx="142">
                        <c:v>70.008899999999997</c:v>
                      </c:pt>
                      <c:pt idx="143">
                        <c:v>70.018900000000002</c:v>
                      </c:pt>
                      <c:pt idx="144">
                        <c:v>70.028899999999993</c:v>
                      </c:pt>
                      <c:pt idx="145">
                        <c:v>70.038899999999998</c:v>
                      </c:pt>
                      <c:pt idx="146">
                        <c:v>70.048900000000003</c:v>
                      </c:pt>
                      <c:pt idx="147">
                        <c:v>70.058899999999994</c:v>
                      </c:pt>
                      <c:pt idx="148">
                        <c:v>70.068899999999999</c:v>
                      </c:pt>
                      <c:pt idx="149">
                        <c:v>70.078900000000004</c:v>
                      </c:pt>
                      <c:pt idx="150">
                        <c:v>70.088899999999995</c:v>
                      </c:pt>
                      <c:pt idx="151">
                        <c:v>70.0989</c:v>
                      </c:pt>
                      <c:pt idx="152">
                        <c:v>70.108900000000006</c:v>
                      </c:pt>
                      <c:pt idx="153">
                        <c:v>70.118899999999996</c:v>
                      </c:pt>
                      <c:pt idx="154">
                        <c:v>70.128900000000002</c:v>
                      </c:pt>
                      <c:pt idx="155">
                        <c:v>70.138900000000007</c:v>
                      </c:pt>
                      <c:pt idx="156">
                        <c:v>70.148899999999998</c:v>
                      </c:pt>
                      <c:pt idx="157">
                        <c:v>70.158900000000003</c:v>
                      </c:pt>
                      <c:pt idx="158">
                        <c:v>70.168899999999994</c:v>
                      </c:pt>
                      <c:pt idx="159">
                        <c:v>70.178899999999999</c:v>
                      </c:pt>
                      <c:pt idx="160">
                        <c:v>70.188900000000004</c:v>
                      </c:pt>
                      <c:pt idx="161">
                        <c:v>70.198899999999995</c:v>
                      </c:pt>
                      <c:pt idx="162">
                        <c:v>70.2089</c:v>
                      </c:pt>
                      <c:pt idx="163">
                        <c:v>70.218900000000005</c:v>
                      </c:pt>
                      <c:pt idx="164">
                        <c:v>70.228899999999996</c:v>
                      </c:pt>
                      <c:pt idx="165">
                        <c:v>70.238900000000001</c:v>
                      </c:pt>
                      <c:pt idx="166">
                        <c:v>70.248900000000006</c:v>
                      </c:pt>
                      <c:pt idx="167">
                        <c:v>70.258899999999997</c:v>
                      </c:pt>
                      <c:pt idx="168">
                        <c:v>70.268900000000002</c:v>
                      </c:pt>
                      <c:pt idx="169">
                        <c:v>70.278899999999993</c:v>
                      </c:pt>
                      <c:pt idx="170">
                        <c:v>70.288899999999998</c:v>
                      </c:pt>
                      <c:pt idx="171">
                        <c:v>70.298900000000003</c:v>
                      </c:pt>
                      <c:pt idx="172">
                        <c:v>70.308899999999994</c:v>
                      </c:pt>
                      <c:pt idx="173">
                        <c:v>70.318899999999999</c:v>
                      </c:pt>
                      <c:pt idx="174">
                        <c:v>70.328900000000004</c:v>
                      </c:pt>
                      <c:pt idx="175">
                        <c:v>70.338899999999995</c:v>
                      </c:pt>
                      <c:pt idx="176">
                        <c:v>70.3489</c:v>
                      </c:pt>
                      <c:pt idx="177">
                        <c:v>70.358900000000006</c:v>
                      </c:pt>
                      <c:pt idx="178">
                        <c:v>70.368899999999996</c:v>
                      </c:pt>
                      <c:pt idx="179">
                        <c:v>70.378900000000002</c:v>
                      </c:pt>
                      <c:pt idx="180">
                        <c:v>70.388900000000007</c:v>
                      </c:pt>
                      <c:pt idx="181">
                        <c:v>70.398899999999998</c:v>
                      </c:pt>
                      <c:pt idx="182">
                        <c:v>70.408900000000003</c:v>
                      </c:pt>
                      <c:pt idx="183">
                        <c:v>70.418899999999994</c:v>
                      </c:pt>
                      <c:pt idx="184">
                        <c:v>70.428899999999999</c:v>
                      </c:pt>
                      <c:pt idx="185">
                        <c:v>70.438900000000004</c:v>
                      </c:pt>
                      <c:pt idx="186">
                        <c:v>70.448899999999995</c:v>
                      </c:pt>
                      <c:pt idx="187">
                        <c:v>70.4589</c:v>
                      </c:pt>
                      <c:pt idx="188">
                        <c:v>70.468900000000005</c:v>
                      </c:pt>
                      <c:pt idx="189">
                        <c:v>70.478899999999996</c:v>
                      </c:pt>
                      <c:pt idx="190">
                        <c:v>70.488900000000001</c:v>
                      </c:pt>
                      <c:pt idx="191">
                        <c:v>70.498900000000006</c:v>
                      </c:pt>
                      <c:pt idx="192">
                        <c:v>70.508899999999997</c:v>
                      </c:pt>
                      <c:pt idx="193">
                        <c:v>70.518900000000002</c:v>
                      </c:pt>
                      <c:pt idx="194">
                        <c:v>70.528899999999993</c:v>
                      </c:pt>
                      <c:pt idx="195">
                        <c:v>70.538899999999998</c:v>
                      </c:pt>
                      <c:pt idx="196">
                        <c:v>70.548900000000003</c:v>
                      </c:pt>
                      <c:pt idx="197">
                        <c:v>70.558899999999994</c:v>
                      </c:pt>
                      <c:pt idx="198">
                        <c:v>70.568899999999999</c:v>
                      </c:pt>
                      <c:pt idx="199">
                        <c:v>70.578900000000004</c:v>
                      </c:pt>
                      <c:pt idx="200">
                        <c:v>70.588899999999995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'θ-scan2_thermo'!$E$5:$E$205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3.3946991123939268E-3</c:v>
                      </c:pt>
                      <c:pt idx="1">
                        <c:v>3.691562401070742E-3</c:v>
                      </c:pt>
                      <c:pt idx="2">
                        <c:v>4.1333725354194229E-3</c:v>
                      </c:pt>
                      <c:pt idx="3">
                        <c:v>2.954014487225549E-3</c:v>
                      </c:pt>
                      <c:pt idx="4">
                        <c:v>5.7601152164830751E-3</c:v>
                      </c:pt>
                      <c:pt idx="5">
                        <c:v>4.2843898183101085E-3</c:v>
                      </c:pt>
                      <c:pt idx="6">
                        <c:v>4.7289879096921728E-3</c:v>
                      </c:pt>
                      <c:pt idx="7">
                        <c:v>5.1769285593473106E-3</c:v>
                      </c:pt>
                      <c:pt idx="8">
                        <c:v>5.7691490965135301E-3</c:v>
                      </c:pt>
                      <c:pt idx="9">
                        <c:v>5.6205594622059383E-3</c:v>
                      </c:pt>
                      <c:pt idx="10">
                        <c:v>8.5856138240935319E-3</c:v>
                      </c:pt>
                      <c:pt idx="11">
                        <c:v>8.8863651611831122E-3</c:v>
                      </c:pt>
                      <c:pt idx="12">
                        <c:v>5.926289844020792E-3</c:v>
                      </c:pt>
                      <c:pt idx="13">
                        <c:v>8.592567133134419E-3</c:v>
                      </c:pt>
                      <c:pt idx="14">
                        <c:v>7.5557495424289937E-3</c:v>
                      </c:pt>
                      <c:pt idx="15">
                        <c:v>7.996097667416888E-3</c:v>
                      </c:pt>
                      <c:pt idx="16">
                        <c:v>6.6607786370297337E-3</c:v>
                      </c:pt>
                      <c:pt idx="17">
                        <c:v>7.9950523062972054E-3</c:v>
                      </c:pt>
                      <c:pt idx="18">
                        <c:v>1.0217423817259154E-2</c:v>
                      </c:pt>
                      <c:pt idx="19">
                        <c:v>1.1992916894445718E-2</c:v>
                      </c:pt>
                      <c:pt idx="20">
                        <c:v>1.1702577308966277E-2</c:v>
                      </c:pt>
                      <c:pt idx="21">
                        <c:v>1.0964919267003445E-2</c:v>
                      </c:pt>
                      <c:pt idx="22">
                        <c:v>1.3636471906177635E-2</c:v>
                      </c:pt>
                      <c:pt idx="23">
                        <c:v>1.2303517093772887E-2</c:v>
                      </c:pt>
                      <c:pt idx="24">
                        <c:v>1.1566490772965446E-2</c:v>
                      </c:pt>
                      <c:pt idx="25">
                        <c:v>1.2760051519153126E-2</c:v>
                      </c:pt>
                      <c:pt idx="26">
                        <c:v>1.5128168513321659E-2</c:v>
                      </c:pt>
                      <c:pt idx="27">
                        <c:v>1.5564483573918497E-2</c:v>
                      </c:pt>
                      <c:pt idx="28">
                        <c:v>1.5710928868947406E-2</c:v>
                      </c:pt>
                      <c:pt idx="29">
                        <c:v>1.8229497006827747E-2</c:v>
                      </c:pt>
                      <c:pt idx="30">
                        <c:v>1.9410596208909045E-2</c:v>
                      </c:pt>
                      <c:pt idx="31">
                        <c:v>2.0457814156383414E-2</c:v>
                      </c:pt>
                      <c:pt idx="32">
                        <c:v>1.7943459210950766E-2</c:v>
                      </c:pt>
                      <c:pt idx="33">
                        <c:v>2.298721225831208E-2</c:v>
                      </c:pt>
                      <c:pt idx="34">
                        <c:v>2.417079457127513E-2</c:v>
                      </c:pt>
                      <c:pt idx="35">
                        <c:v>2.832048576720626E-2</c:v>
                      </c:pt>
                      <c:pt idx="36">
                        <c:v>2.6260467578159089E-2</c:v>
                      </c:pt>
                      <c:pt idx="37">
                        <c:v>2.8339944008579733E-2</c:v>
                      </c:pt>
                      <c:pt idx="38">
                        <c:v>3.0427084201463811E-2</c:v>
                      </c:pt>
                      <c:pt idx="39">
                        <c:v>3.6393491720681168E-2</c:v>
                      </c:pt>
                      <c:pt idx="40">
                        <c:v>3.9819482240347481E-2</c:v>
                      </c:pt>
                      <c:pt idx="41">
                        <c:v>3.922953548931133E-2</c:v>
                      </c:pt>
                      <c:pt idx="42">
                        <c:v>3.9395111111309326E-2</c:v>
                      </c:pt>
                      <c:pt idx="43">
                        <c:v>4.6837640708636552E-2</c:v>
                      </c:pt>
                      <c:pt idx="44">
                        <c:v>4.8772971660732474E-2</c:v>
                      </c:pt>
                      <c:pt idx="45">
                        <c:v>5.058601217016135E-2</c:v>
                      </c:pt>
                      <c:pt idx="46">
                        <c:v>5.1066073514123907E-2</c:v>
                      </c:pt>
                      <c:pt idx="47">
                        <c:v>5.7027831517451034E-2</c:v>
                      </c:pt>
                      <c:pt idx="48">
                        <c:v>6.0472059793342844E-2</c:v>
                      </c:pt>
                      <c:pt idx="49">
                        <c:v>6.4772077927569865E-2</c:v>
                      </c:pt>
                      <c:pt idx="50">
                        <c:v>6.3290221225979534E-2</c:v>
                      </c:pt>
                      <c:pt idx="51">
                        <c:v>6.6431547644892161E-2</c:v>
                      </c:pt>
                      <c:pt idx="52">
                        <c:v>7.323759314236522E-2</c:v>
                      </c:pt>
                      <c:pt idx="53">
                        <c:v>8.1401422364107731E-2</c:v>
                      </c:pt>
                      <c:pt idx="54">
                        <c:v>7.7080583896434532E-2</c:v>
                      </c:pt>
                      <c:pt idx="55">
                        <c:v>8.2137634313818111E-2</c:v>
                      </c:pt>
                      <c:pt idx="56">
                        <c:v>8.1056634657327278E-2</c:v>
                      </c:pt>
                      <c:pt idx="57">
                        <c:v>9.4797202146149132E-2</c:v>
                      </c:pt>
                      <c:pt idx="58">
                        <c:v>9.9231495951845911E-2</c:v>
                      </c:pt>
                      <c:pt idx="59">
                        <c:v>9.881333224003723E-2</c:v>
                      </c:pt>
                      <c:pt idx="60">
                        <c:v>0.10953452988992687</c:v>
                      </c:pt>
                      <c:pt idx="61">
                        <c:v>0.11075215240258336</c:v>
                      </c:pt>
                      <c:pt idx="62">
                        <c:v>0.12428323481601991</c:v>
                      </c:pt>
                      <c:pt idx="63">
                        <c:v>0.12983298246379743</c:v>
                      </c:pt>
                      <c:pt idx="64">
                        <c:v>0.13365891671936408</c:v>
                      </c:pt>
                      <c:pt idx="65">
                        <c:v>0.15327535111685248</c:v>
                      </c:pt>
                      <c:pt idx="66">
                        <c:v>0.16473717995941764</c:v>
                      </c:pt>
                      <c:pt idx="67">
                        <c:v>0.17418169380547804</c:v>
                      </c:pt>
                      <c:pt idx="68">
                        <c:v>0.19396063038190356</c:v>
                      </c:pt>
                      <c:pt idx="69">
                        <c:v>0.20553343199933871</c:v>
                      </c:pt>
                      <c:pt idx="70">
                        <c:v>0.22737776488075426</c:v>
                      </c:pt>
                      <c:pt idx="71">
                        <c:v>0.23429326981674667</c:v>
                      </c:pt>
                      <c:pt idx="72">
                        <c:v>0.26405840523607343</c:v>
                      </c:pt>
                      <c:pt idx="73">
                        <c:v>0.27969530343449839</c:v>
                      </c:pt>
                      <c:pt idx="74">
                        <c:v>0.30304530948771208</c:v>
                      </c:pt>
                      <c:pt idx="75">
                        <c:v>0.32737924961538167</c:v>
                      </c:pt>
                      <c:pt idx="76">
                        <c:v>0.37128135158249931</c:v>
                      </c:pt>
                      <c:pt idx="77">
                        <c:v>0.40342704244734334</c:v>
                      </c:pt>
                      <c:pt idx="78">
                        <c:v>0.43211705689229246</c:v>
                      </c:pt>
                      <c:pt idx="79">
                        <c:v>0.50585511600921573</c:v>
                      </c:pt>
                      <c:pt idx="80">
                        <c:v>0.53944849798943706</c:v>
                      </c:pt>
                      <c:pt idx="81">
                        <c:v>0.58132610939552354</c:v>
                      </c:pt>
                      <c:pt idx="82">
                        <c:v>0.67424963789355918</c:v>
                      </c:pt>
                      <c:pt idx="83">
                        <c:v>0.76344392366021463</c:v>
                      </c:pt>
                      <c:pt idx="84">
                        <c:v>0.86314710644103976</c:v>
                      </c:pt>
                      <c:pt idx="85">
                        <c:v>0.97869733052227048</c:v>
                      </c:pt>
                      <c:pt idx="86">
                        <c:v>1.1300502345097299</c:v>
                      </c:pt>
                      <c:pt idx="87">
                        <c:v>1.3203855471947259</c:v>
                      </c:pt>
                      <c:pt idx="88">
                        <c:v>1.5834157368275676</c:v>
                      </c:pt>
                      <c:pt idx="89">
                        <c:v>1.9131690395990215</c:v>
                      </c:pt>
                      <c:pt idx="90">
                        <c:v>2.2906535066699738</c:v>
                      </c:pt>
                      <c:pt idx="91">
                        <c:v>2.8802174778199237</c:v>
                      </c:pt>
                      <c:pt idx="92">
                        <c:v>3.7146865177918071</c:v>
                      </c:pt>
                      <c:pt idx="93">
                        <c:v>4.9763885560833891</c:v>
                      </c:pt>
                      <c:pt idx="94">
                        <c:v>6.9960907588100483</c:v>
                      </c:pt>
                      <c:pt idx="95">
                        <c:v>10.545257756600973</c:v>
                      </c:pt>
                      <c:pt idx="96">
                        <c:v>17.790741783790711</c:v>
                      </c:pt>
                      <c:pt idx="97">
                        <c:v>36.672456418865664</c:v>
                      </c:pt>
                      <c:pt idx="98">
                        <c:v>127.52415137218667</c:v>
                      </c:pt>
                      <c:pt idx="99">
                        <c:v>8244.0829683961329</c:v>
                      </c:pt>
                      <c:pt idx="100">
                        <c:v>15416.675126191849</c:v>
                      </c:pt>
                      <c:pt idx="101">
                        <c:v>192.36328106592552</c:v>
                      </c:pt>
                      <c:pt idx="102">
                        <c:v>43.548261582485203</c:v>
                      </c:pt>
                      <c:pt idx="103">
                        <c:v>19.833856507128914</c:v>
                      </c:pt>
                      <c:pt idx="104">
                        <c:v>11.514196950272874</c:v>
                      </c:pt>
                      <c:pt idx="105">
                        <c:v>7.5864213118573289</c:v>
                      </c:pt>
                      <c:pt idx="106">
                        <c:v>5.3401518251592828</c:v>
                      </c:pt>
                      <c:pt idx="107">
                        <c:v>4.0453302596343601</c:v>
                      </c:pt>
                      <c:pt idx="108">
                        <c:v>3.1135874408889763</c:v>
                      </c:pt>
                      <c:pt idx="109">
                        <c:v>2.4835526530492698</c:v>
                      </c:pt>
                      <c:pt idx="110">
                        <c:v>2.0426967295268099</c:v>
                      </c:pt>
                      <c:pt idx="111">
                        <c:v>1.6668144525426767</c:v>
                      </c:pt>
                      <c:pt idx="112">
                        <c:v>1.4100199571362344</c:v>
                      </c:pt>
                      <c:pt idx="113">
                        <c:v>1.1959706260840879</c:v>
                      </c:pt>
                      <c:pt idx="114">
                        <c:v>1.0122790303609115</c:v>
                      </c:pt>
                      <c:pt idx="115">
                        <c:v>0.92309467836820269</c:v>
                      </c:pt>
                      <c:pt idx="116">
                        <c:v>0.81071671194246653</c:v>
                      </c:pt>
                      <c:pt idx="117">
                        <c:v>0.71925561798450222</c:v>
                      </c:pt>
                      <c:pt idx="118">
                        <c:v>0.64214185640816768</c:v>
                      </c:pt>
                      <c:pt idx="119">
                        <c:v>0.58564115704742403</c:v>
                      </c:pt>
                      <c:pt idx="120">
                        <c:v>0.51473765106134872</c:v>
                      </c:pt>
                      <c:pt idx="121">
                        <c:v>0.46260438019229777</c:v>
                      </c:pt>
                      <c:pt idx="122">
                        <c:v>0.42156198180968324</c:v>
                      </c:pt>
                      <c:pt idx="123">
                        <c:v>0.39691053744816318</c:v>
                      </c:pt>
                      <c:pt idx="124">
                        <c:v>0.35902991200279094</c:v>
                      </c:pt>
                      <c:pt idx="125">
                        <c:v>0.32356462011166964</c:v>
                      </c:pt>
                      <c:pt idx="126">
                        <c:v>0.30229262549090014</c:v>
                      </c:pt>
                      <c:pt idx="127">
                        <c:v>0.2873009130648646</c:v>
                      </c:pt>
                      <c:pt idx="128">
                        <c:v>0.26919168973203583</c:v>
                      </c:pt>
                      <c:pt idx="129">
                        <c:v>0.2501464778353073</c:v>
                      </c:pt>
                      <c:pt idx="130">
                        <c:v>0.23940385160620722</c:v>
                      </c:pt>
                      <c:pt idx="131">
                        <c:v>0.2201907514135065</c:v>
                      </c:pt>
                      <c:pt idx="132">
                        <c:v>0.21402126772382438</c:v>
                      </c:pt>
                      <c:pt idx="133">
                        <c:v>0.19569605957252997</c:v>
                      </c:pt>
                      <c:pt idx="134">
                        <c:v>0.19481585377694119</c:v>
                      </c:pt>
                      <c:pt idx="135">
                        <c:v>0.1831818926747836</c:v>
                      </c:pt>
                      <c:pt idx="136">
                        <c:v>0.17556946521179209</c:v>
                      </c:pt>
                      <c:pt idx="137">
                        <c:v>0.16943938747601128</c:v>
                      </c:pt>
                      <c:pt idx="138">
                        <c:v>0.15784018902470684</c:v>
                      </c:pt>
                      <c:pt idx="139">
                        <c:v>0.137221114107273</c:v>
                      </c:pt>
                      <c:pt idx="140">
                        <c:v>0.13184803256109356</c:v>
                      </c:pt>
                      <c:pt idx="141">
                        <c:v>0.12628692715751935</c:v>
                      </c:pt>
                      <c:pt idx="142">
                        <c:v>0.12220108780391054</c:v>
                      </c:pt>
                      <c:pt idx="143">
                        <c:v>0.10813488320030028</c:v>
                      </c:pt>
                      <c:pt idx="144">
                        <c:v>0.11736202155931286</c:v>
                      </c:pt>
                      <c:pt idx="145">
                        <c:v>0.10737731143047315</c:v>
                      </c:pt>
                      <c:pt idx="146">
                        <c:v>0.10289092418468673</c:v>
                      </c:pt>
                      <c:pt idx="147">
                        <c:v>0.10154887688526509</c:v>
                      </c:pt>
                      <c:pt idx="148">
                        <c:v>9.2967894850533958E-2</c:v>
                      </c:pt>
                      <c:pt idx="149">
                        <c:v>8.8976609318346569E-2</c:v>
                      </c:pt>
                      <c:pt idx="150">
                        <c:v>8.8735505293299641E-2</c:v>
                      </c:pt>
                      <c:pt idx="151">
                        <c:v>8.4530495850747275E-2</c:v>
                      </c:pt>
                      <c:pt idx="152">
                        <c:v>8.1210592541065676E-2</c:v>
                      </c:pt>
                      <c:pt idx="153">
                        <c:v>7.0940031653472374E-2</c:v>
                      </c:pt>
                      <c:pt idx="154">
                        <c:v>6.6099652653131905E-2</c:v>
                      </c:pt>
                      <c:pt idx="155">
                        <c:v>6.5830295038216302E-2</c:v>
                      </c:pt>
                      <c:pt idx="156">
                        <c:v>6.7198895032223302E-2</c:v>
                      </c:pt>
                      <c:pt idx="157">
                        <c:v>6.3357011315199316E-2</c:v>
                      </c:pt>
                      <c:pt idx="158">
                        <c:v>5.5955814385308292E-2</c:v>
                      </c:pt>
                      <c:pt idx="159">
                        <c:v>6.1128724959805592E-2</c:v>
                      </c:pt>
                      <c:pt idx="160">
                        <c:v>6.024536088772478E-2</c:v>
                      </c:pt>
                      <c:pt idx="161">
                        <c:v>5.2213152066219716E-2</c:v>
                      </c:pt>
                      <c:pt idx="162">
                        <c:v>5.2074773258641155E-2</c:v>
                      </c:pt>
                      <c:pt idx="163">
                        <c:v>5.2201305604584858E-2</c:v>
                      </c:pt>
                      <c:pt idx="164">
                        <c:v>4.8888739279592495E-2</c:v>
                      </c:pt>
                      <c:pt idx="165">
                        <c:v>4.9475924379726234E-2</c:v>
                      </c:pt>
                      <c:pt idx="166">
                        <c:v>4.7533221824028048E-2</c:v>
                      </c:pt>
                      <c:pt idx="167">
                        <c:v>4.4956194275605176E-2</c:v>
                      </c:pt>
                      <c:pt idx="168">
                        <c:v>4.1643408192230578E-2</c:v>
                      </c:pt>
                      <c:pt idx="169">
                        <c:v>4.1640043537012505E-2</c:v>
                      </c:pt>
                      <c:pt idx="170">
                        <c:v>3.921477485533495E-2</c:v>
                      </c:pt>
                      <c:pt idx="171">
                        <c:v>4.1803673409952599E-2</c:v>
                      </c:pt>
                      <c:pt idx="172">
                        <c:v>3.877849909152277E-2</c:v>
                      </c:pt>
                      <c:pt idx="173">
                        <c:v>3.8634216510512721E-2</c:v>
                      </c:pt>
                      <c:pt idx="174">
                        <c:v>3.7437725110426513E-2</c:v>
                      </c:pt>
                      <c:pt idx="175">
                        <c:v>3.320381017208883E-2</c:v>
                      </c:pt>
                      <c:pt idx="176">
                        <c:v>3.1537874075576386E-2</c:v>
                      </c:pt>
                      <c:pt idx="177">
                        <c:v>3.2157161391499225E-2</c:v>
                      </c:pt>
                      <c:pt idx="178">
                        <c:v>2.928335793995188E-2</c:v>
                      </c:pt>
                      <c:pt idx="179">
                        <c:v>3.2328320227766216E-2</c:v>
                      </c:pt>
                      <c:pt idx="180">
                        <c:v>2.6568751152704247E-2</c:v>
                      </c:pt>
                      <c:pt idx="181">
                        <c:v>2.7939813935720176E-2</c:v>
                      </c:pt>
                      <c:pt idx="182">
                        <c:v>2.6877478422395882E-2</c:v>
                      </c:pt>
                      <c:pt idx="183">
                        <c:v>2.7034221512305591E-2</c:v>
                      </c:pt>
                      <c:pt idx="184">
                        <c:v>2.4009091969607588E-2</c:v>
                      </c:pt>
                      <c:pt idx="185">
                        <c:v>2.5386141067137602E-2</c:v>
                      </c:pt>
                      <c:pt idx="186">
                        <c:v>2.7505871933784828E-2</c:v>
                      </c:pt>
                      <c:pt idx="187">
                        <c:v>2.5384011453265968E-2</c:v>
                      </c:pt>
                      <c:pt idx="188">
                        <c:v>2.2197435423859421E-2</c:v>
                      </c:pt>
                      <c:pt idx="189">
                        <c:v>2.1887328864457566E-2</c:v>
                      </c:pt>
                      <c:pt idx="190">
                        <c:v>1.96060732562841E-2</c:v>
                      </c:pt>
                      <c:pt idx="191">
                        <c:v>2.4177604485684647E-2</c:v>
                      </c:pt>
                      <c:pt idx="192">
                        <c:v>2.2353340871021803E-2</c:v>
                      </c:pt>
                      <c:pt idx="193">
                        <c:v>2.0838501129507605E-2</c:v>
                      </c:pt>
                      <c:pt idx="194">
                        <c:v>2.2506127559347784E-2</c:v>
                      </c:pt>
                      <c:pt idx="195">
                        <c:v>2.1287476621599001E-2</c:v>
                      </c:pt>
                      <c:pt idx="196">
                        <c:v>2.1755515532844757E-2</c:v>
                      </c:pt>
                      <c:pt idx="197">
                        <c:v>1.7796397169587981E-2</c:v>
                      </c:pt>
                      <c:pt idx="198">
                        <c:v>1.7497183409919268E-2</c:v>
                      </c:pt>
                      <c:pt idx="199">
                        <c:v>1.6584075687530515E-2</c:v>
                      </c:pt>
                      <c:pt idx="200">
                        <c:v>1.4308179432119926E-2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D8E0-433A-9BC6-24C99383B472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'θ-scan2_thermo'!$P$2</c15:sqref>
                        </c15:formulaRef>
                      </c:ext>
                    </c:extLst>
                    <c:strCache>
                      <c:ptCount val="1"/>
                      <c:pt idx="0">
                        <c:v>Si_RoughTEOS-2θ-scan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prstDash val="sys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'θ-scan2_thermo'!$N$5:$N$205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68.5822</c:v>
                      </c:pt>
                      <c:pt idx="1">
                        <c:v>68.592200000000005</c:v>
                      </c:pt>
                      <c:pt idx="2">
                        <c:v>68.602199999999996</c:v>
                      </c:pt>
                      <c:pt idx="3">
                        <c:v>68.612200000000001</c:v>
                      </c:pt>
                      <c:pt idx="4">
                        <c:v>68.622200000000007</c:v>
                      </c:pt>
                      <c:pt idx="5">
                        <c:v>68.632199999999997</c:v>
                      </c:pt>
                      <c:pt idx="6">
                        <c:v>68.642200000000003</c:v>
                      </c:pt>
                      <c:pt idx="7">
                        <c:v>68.652199999999993</c:v>
                      </c:pt>
                      <c:pt idx="8">
                        <c:v>68.662199999999999</c:v>
                      </c:pt>
                      <c:pt idx="9">
                        <c:v>68.672200000000004</c:v>
                      </c:pt>
                      <c:pt idx="10">
                        <c:v>68.682199999999995</c:v>
                      </c:pt>
                      <c:pt idx="11">
                        <c:v>68.6922</c:v>
                      </c:pt>
                      <c:pt idx="12">
                        <c:v>68.702200000000005</c:v>
                      </c:pt>
                      <c:pt idx="13">
                        <c:v>68.712199999999996</c:v>
                      </c:pt>
                      <c:pt idx="14">
                        <c:v>68.722200000000001</c:v>
                      </c:pt>
                      <c:pt idx="15">
                        <c:v>68.732200000000006</c:v>
                      </c:pt>
                      <c:pt idx="16">
                        <c:v>68.742199999999997</c:v>
                      </c:pt>
                      <c:pt idx="17">
                        <c:v>68.752200000000002</c:v>
                      </c:pt>
                      <c:pt idx="18">
                        <c:v>68.762200000000007</c:v>
                      </c:pt>
                      <c:pt idx="19">
                        <c:v>68.772199999999998</c:v>
                      </c:pt>
                      <c:pt idx="20">
                        <c:v>68.782200000000003</c:v>
                      </c:pt>
                      <c:pt idx="21">
                        <c:v>68.792199999999994</c:v>
                      </c:pt>
                      <c:pt idx="22">
                        <c:v>68.802199999999999</c:v>
                      </c:pt>
                      <c:pt idx="23">
                        <c:v>68.812200000000004</c:v>
                      </c:pt>
                      <c:pt idx="24">
                        <c:v>68.822199999999995</c:v>
                      </c:pt>
                      <c:pt idx="25">
                        <c:v>68.8322</c:v>
                      </c:pt>
                      <c:pt idx="26">
                        <c:v>68.842200000000005</c:v>
                      </c:pt>
                      <c:pt idx="27">
                        <c:v>68.852199999999996</c:v>
                      </c:pt>
                      <c:pt idx="28">
                        <c:v>68.862200000000001</c:v>
                      </c:pt>
                      <c:pt idx="29">
                        <c:v>68.872200000000007</c:v>
                      </c:pt>
                      <c:pt idx="30">
                        <c:v>68.882199999999997</c:v>
                      </c:pt>
                      <c:pt idx="31">
                        <c:v>68.892200000000003</c:v>
                      </c:pt>
                      <c:pt idx="32">
                        <c:v>68.902199999999993</c:v>
                      </c:pt>
                      <c:pt idx="33">
                        <c:v>68.912199999999999</c:v>
                      </c:pt>
                      <c:pt idx="34">
                        <c:v>68.922200000000004</c:v>
                      </c:pt>
                      <c:pt idx="35">
                        <c:v>68.932199999999995</c:v>
                      </c:pt>
                      <c:pt idx="36">
                        <c:v>68.9422</c:v>
                      </c:pt>
                      <c:pt idx="37">
                        <c:v>68.952200000000005</c:v>
                      </c:pt>
                      <c:pt idx="38">
                        <c:v>68.962199999999996</c:v>
                      </c:pt>
                      <c:pt idx="39">
                        <c:v>68.972200000000001</c:v>
                      </c:pt>
                      <c:pt idx="40">
                        <c:v>68.982200000000006</c:v>
                      </c:pt>
                      <c:pt idx="41">
                        <c:v>68.992199999999997</c:v>
                      </c:pt>
                      <c:pt idx="42">
                        <c:v>69.002200000000002</c:v>
                      </c:pt>
                      <c:pt idx="43">
                        <c:v>69.012200000000007</c:v>
                      </c:pt>
                      <c:pt idx="44">
                        <c:v>69.022199999999998</c:v>
                      </c:pt>
                      <c:pt idx="45">
                        <c:v>69.032200000000003</c:v>
                      </c:pt>
                      <c:pt idx="46">
                        <c:v>69.042199999999994</c:v>
                      </c:pt>
                      <c:pt idx="47">
                        <c:v>69.052199999999999</c:v>
                      </c:pt>
                      <c:pt idx="48">
                        <c:v>69.062200000000004</c:v>
                      </c:pt>
                      <c:pt idx="49">
                        <c:v>69.072199999999995</c:v>
                      </c:pt>
                      <c:pt idx="50">
                        <c:v>69.0822</c:v>
                      </c:pt>
                      <c:pt idx="51">
                        <c:v>69.092200000000005</c:v>
                      </c:pt>
                      <c:pt idx="52">
                        <c:v>69.102199999999996</c:v>
                      </c:pt>
                      <c:pt idx="53">
                        <c:v>69.112200000000001</c:v>
                      </c:pt>
                      <c:pt idx="54">
                        <c:v>69.122200000000007</c:v>
                      </c:pt>
                      <c:pt idx="55">
                        <c:v>69.132199999999997</c:v>
                      </c:pt>
                      <c:pt idx="56">
                        <c:v>69.142200000000003</c:v>
                      </c:pt>
                      <c:pt idx="57">
                        <c:v>69.152199999999993</c:v>
                      </c:pt>
                      <c:pt idx="58">
                        <c:v>69.162199999999999</c:v>
                      </c:pt>
                      <c:pt idx="59">
                        <c:v>69.172200000000004</c:v>
                      </c:pt>
                      <c:pt idx="60">
                        <c:v>69.182199999999995</c:v>
                      </c:pt>
                      <c:pt idx="61">
                        <c:v>69.1922</c:v>
                      </c:pt>
                      <c:pt idx="62">
                        <c:v>69.202200000000005</c:v>
                      </c:pt>
                      <c:pt idx="63">
                        <c:v>69.212199999999996</c:v>
                      </c:pt>
                      <c:pt idx="64">
                        <c:v>69.222200000000001</c:v>
                      </c:pt>
                      <c:pt idx="65">
                        <c:v>69.232200000000006</c:v>
                      </c:pt>
                      <c:pt idx="66">
                        <c:v>69.242199999999997</c:v>
                      </c:pt>
                      <c:pt idx="67">
                        <c:v>69.252200000000002</c:v>
                      </c:pt>
                      <c:pt idx="68">
                        <c:v>69.262200000000007</c:v>
                      </c:pt>
                      <c:pt idx="69">
                        <c:v>69.272199999999998</c:v>
                      </c:pt>
                      <c:pt idx="70">
                        <c:v>69.282200000000003</c:v>
                      </c:pt>
                      <c:pt idx="71">
                        <c:v>69.292199999999994</c:v>
                      </c:pt>
                      <c:pt idx="72">
                        <c:v>69.302199999999999</c:v>
                      </c:pt>
                      <c:pt idx="73">
                        <c:v>69.312200000000004</c:v>
                      </c:pt>
                      <c:pt idx="74">
                        <c:v>69.322199999999995</c:v>
                      </c:pt>
                      <c:pt idx="75">
                        <c:v>69.3322</c:v>
                      </c:pt>
                      <c:pt idx="76">
                        <c:v>69.342200000000005</c:v>
                      </c:pt>
                      <c:pt idx="77">
                        <c:v>69.352199999999996</c:v>
                      </c:pt>
                      <c:pt idx="78">
                        <c:v>69.362200000000001</c:v>
                      </c:pt>
                      <c:pt idx="79">
                        <c:v>69.372200000000007</c:v>
                      </c:pt>
                      <c:pt idx="80">
                        <c:v>69.382199999999997</c:v>
                      </c:pt>
                      <c:pt idx="81">
                        <c:v>69.392200000000003</c:v>
                      </c:pt>
                      <c:pt idx="82">
                        <c:v>69.402199999999993</c:v>
                      </c:pt>
                      <c:pt idx="83">
                        <c:v>69.412199999999999</c:v>
                      </c:pt>
                      <c:pt idx="84">
                        <c:v>69.422200000000004</c:v>
                      </c:pt>
                      <c:pt idx="85">
                        <c:v>69.432199999999995</c:v>
                      </c:pt>
                      <c:pt idx="86">
                        <c:v>69.4422</c:v>
                      </c:pt>
                      <c:pt idx="87">
                        <c:v>69.452200000000005</c:v>
                      </c:pt>
                      <c:pt idx="88">
                        <c:v>69.462199999999996</c:v>
                      </c:pt>
                      <c:pt idx="89">
                        <c:v>69.472200000000001</c:v>
                      </c:pt>
                      <c:pt idx="90">
                        <c:v>69.482200000000006</c:v>
                      </c:pt>
                      <c:pt idx="91">
                        <c:v>69.492199999999997</c:v>
                      </c:pt>
                      <c:pt idx="92">
                        <c:v>69.502200000000002</c:v>
                      </c:pt>
                      <c:pt idx="93">
                        <c:v>69.512200000000007</c:v>
                      </c:pt>
                      <c:pt idx="94">
                        <c:v>69.522199999999998</c:v>
                      </c:pt>
                      <c:pt idx="95">
                        <c:v>69.532200000000003</c:v>
                      </c:pt>
                      <c:pt idx="96">
                        <c:v>69.542199999999994</c:v>
                      </c:pt>
                      <c:pt idx="97">
                        <c:v>69.552199999999999</c:v>
                      </c:pt>
                      <c:pt idx="98">
                        <c:v>69.562200000000004</c:v>
                      </c:pt>
                      <c:pt idx="99">
                        <c:v>69.572199999999995</c:v>
                      </c:pt>
                      <c:pt idx="100">
                        <c:v>69.5822</c:v>
                      </c:pt>
                      <c:pt idx="101">
                        <c:v>69.592200000000005</c:v>
                      </c:pt>
                      <c:pt idx="102">
                        <c:v>69.602199999999996</c:v>
                      </c:pt>
                      <c:pt idx="103">
                        <c:v>69.612200000000001</c:v>
                      </c:pt>
                      <c:pt idx="104">
                        <c:v>69.622200000000007</c:v>
                      </c:pt>
                      <c:pt idx="105">
                        <c:v>69.632199999999997</c:v>
                      </c:pt>
                      <c:pt idx="106">
                        <c:v>69.642200000000003</c:v>
                      </c:pt>
                      <c:pt idx="107">
                        <c:v>69.652199999999993</c:v>
                      </c:pt>
                      <c:pt idx="108">
                        <c:v>69.662199999999999</c:v>
                      </c:pt>
                      <c:pt idx="109">
                        <c:v>69.672200000000004</c:v>
                      </c:pt>
                      <c:pt idx="110">
                        <c:v>69.682199999999995</c:v>
                      </c:pt>
                      <c:pt idx="111">
                        <c:v>69.6922</c:v>
                      </c:pt>
                      <c:pt idx="112">
                        <c:v>69.702200000000005</c:v>
                      </c:pt>
                      <c:pt idx="113">
                        <c:v>69.712199999999996</c:v>
                      </c:pt>
                      <c:pt idx="114">
                        <c:v>69.722200000000001</c:v>
                      </c:pt>
                      <c:pt idx="115">
                        <c:v>69.732200000000006</c:v>
                      </c:pt>
                      <c:pt idx="116">
                        <c:v>69.742199999999997</c:v>
                      </c:pt>
                      <c:pt idx="117">
                        <c:v>69.752200000000002</c:v>
                      </c:pt>
                      <c:pt idx="118">
                        <c:v>69.762200000000007</c:v>
                      </c:pt>
                      <c:pt idx="119">
                        <c:v>69.772199999999998</c:v>
                      </c:pt>
                      <c:pt idx="120">
                        <c:v>69.782200000000003</c:v>
                      </c:pt>
                      <c:pt idx="121">
                        <c:v>69.792199999999994</c:v>
                      </c:pt>
                      <c:pt idx="122">
                        <c:v>69.802199999999999</c:v>
                      </c:pt>
                      <c:pt idx="123">
                        <c:v>69.812200000000004</c:v>
                      </c:pt>
                      <c:pt idx="124">
                        <c:v>69.822199999999995</c:v>
                      </c:pt>
                      <c:pt idx="125">
                        <c:v>69.8322</c:v>
                      </c:pt>
                      <c:pt idx="126">
                        <c:v>69.842200000000005</c:v>
                      </c:pt>
                      <c:pt idx="127">
                        <c:v>69.852199999999996</c:v>
                      </c:pt>
                      <c:pt idx="128">
                        <c:v>69.862200000000001</c:v>
                      </c:pt>
                      <c:pt idx="129">
                        <c:v>69.872200000000007</c:v>
                      </c:pt>
                      <c:pt idx="130">
                        <c:v>69.882199999999997</c:v>
                      </c:pt>
                      <c:pt idx="131">
                        <c:v>69.892200000000003</c:v>
                      </c:pt>
                      <c:pt idx="132">
                        <c:v>69.902199999999993</c:v>
                      </c:pt>
                      <c:pt idx="133">
                        <c:v>69.912199999999999</c:v>
                      </c:pt>
                      <c:pt idx="134">
                        <c:v>69.922200000000004</c:v>
                      </c:pt>
                      <c:pt idx="135">
                        <c:v>69.932199999999995</c:v>
                      </c:pt>
                      <c:pt idx="136">
                        <c:v>69.9422</c:v>
                      </c:pt>
                      <c:pt idx="137">
                        <c:v>69.952200000000005</c:v>
                      </c:pt>
                      <c:pt idx="138">
                        <c:v>69.962199999999996</c:v>
                      </c:pt>
                      <c:pt idx="139">
                        <c:v>69.972200000000001</c:v>
                      </c:pt>
                      <c:pt idx="140">
                        <c:v>69.982200000000006</c:v>
                      </c:pt>
                      <c:pt idx="141">
                        <c:v>69.992199999999997</c:v>
                      </c:pt>
                      <c:pt idx="142">
                        <c:v>70.002200000000002</c:v>
                      </c:pt>
                      <c:pt idx="143">
                        <c:v>70.012200000000007</c:v>
                      </c:pt>
                      <c:pt idx="144">
                        <c:v>70.022199999999998</c:v>
                      </c:pt>
                      <c:pt idx="145">
                        <c:v>70.032200000000003</c:v>
                      </c:pt>
                      <c:pt idx="146">
                        <c:v>70.042199999999994</c:v>
                      </c:pt>
                      <c:pt idx="147">
                        <c:v>70.052199999999999</c:v>
                      </c:pt>
                      <c:pt idx="148">
                        <c:v>70.062200000000004</c:v>
                      </c:pt>
                      <c:pt idx="149">
                        <c:v>70.072199999999995</c:v>
                      </c:pt>
                      <c:pt idx="150">
                        <c:v>70.0822</c:v>
                      </c:pt>
                      <c:pt idx="151">
                        <c:v>70.092200000000005</c:v>
                      </c:pt>
                      <c:pt idx="152">
                        <c:v>70.102199999999996</c:v>
                      </c:pt>
                      <c:pt idx="153">
                        <c:v>70.112200000000001</c:v>
                      </c:pt>
                      <c:pt idx="154">
                        <c:v>70.122200000000007</c:v>
                      </c:pt>
                      <c:pt idx="155">
                        <c:v>70.132199999999997</c:v>
                      </c:pt>
                      <c:pt idx="156">
                        <c:v>70.142200000000003</c:v>
                      </c:pt>
                      <c:pt idx="157">
                        <c:v>70.152199999999993</c:v>
                      </c:pt>
                      <c:pt idx="158">
                        <c:v>70.162199999999999</c:v>
                      </c:pt>
                      <c:pt idx="159">
                        <c:v>70.172200000000004</c:v>
                      </c:pt>
                      <c:pt idx="160">
                        <c:v>70.182199999999995</c:v>
                      </c:pt>
                      <c:pt idx="161">
                        <c:v>70.1922</c:v>
                      </c:pt>
                      <c:pt idx="162">
                        <c:v>70.202200000000005</c:v>
                      </c:pt>
                      <c:pt idx="163">
                        <c:v>70.212199999999996</c:v>
                      </c:pt>
                      <c:pt idx="164">
                        <c:v>70.222200000000001</c:v>
                      </c:pt>
                      <c:pt idx="165">
                        <c:v>70.232200000000006</c:v>
                      </c:pt>
                      <c:pt idx="166">
                        <c:v>70.242199999999997</c:v>
                      </c:pt>
                      <c:pt idx="167">
                        <c:v>70.252200000000002</c:v>
                      </c:pt>
                      <c:pt idx="168">
                        <c:v>70.262200000000007</c:v>
                      </c:pt>
                      <c:pt idx="169">
                        <c:v>70.272199999999998</c:v>
                      </c:pt>
                      <c:pt idx="170">
                        <c:v>70.282200000000003</c:v>
                      </c:pt>
                      <c:pt idx="171">
                        <c:v>70.292199999999994</c:v>
                      </c:pt>
                      <c:pt idx="172">
                        <c:v>70.302199999999999</c:v>
                      </c:pt>
                      <c:pt idx="173">
                        <c:v>70.312200000000004</c:v>
                      </c:pt>
                      <c:pt idx="174">
                        <c:v>70.322199999999995</c:v>
                      </c:pt>
                      <c:pt idx="175">
                        <c:v>70.3322</c:v>
                      </c:pt>
                      <c:pt idx="176">
                        <c:v>70.342200000000005</c:v>
                      </c:pt>
                      <c:pt idx="177">
                        <c:v>70.352199999999996</c:v>
                      </c:pt>
                      <c:pt idx="178">
                        <c:v>70.362200000000001</c:v>
                      </c:pt>
                      <c:pt idx="179">
                        <c:v>70.372200000000007</c:v>
                      </c:pt>
                      <c:pt idx="180">
                        <c:v>70.382199999999997</c:v>
                      </c:pt>
                      <c:pt idx="181">
                        <c:v>70.392200000000003</c:v>
                      </c:pt>
                      <c:pt idx="182">
                        <c:v>70.402199999999993</c:v>
                      </c:pt>
                      <c:pt idx="183">
                        <c:v>70.412199999999999</c:v>
                      </c:pt>
                      <c:pt idx="184">
                        <c:v>70.422200000000004</c:v>
                      </c:pt>
                      <c:pt idx="185">
                        <c:v>70.432199999999995</c:v>
                      </c:pt>
                      <c:pt idx="186">
                        <c:v>70.4422</c:v>
                      </c:pt>
                      <c:pt idx="187">
                        <c:v>70.452200000000005</c:v>
                      </c:pt>
                      <c:pt idx="188">
                        <c:v>70.462199999999996</c:v>
                      </c:pt>
                      <c:pt idx="189">
                        <c:v>70.472200000000001</c:v>
                      </c:pt>
                      <c:pt idx="190">
                        <c:v>70.482200000000006</c:v>
                      </c:pt>
                      <c:pt idx="191">
                        <c:v>70.492199999999997</c:v>
                      </c:pt>
                      <c:pt idx="192">
                        <c:v>70.502200000000002</c:v>
                      </c:pt>
                      <c:pt idx="193">
                        <c:v>70.512200000000007</c:v>
                      </c:pt>
                      <c:pt idx="194">
                        <c:v>70.522199999999998</c:v>
                      </c:pt>
                      <c:pt idx="195">
                        <c:v>70.532200000000003</c:v>
                      </c:pt>
                      <c:pt idx="196">
                        <c:v>70.542199999999994</c:v>
                      </c:pt>
                      <c:pt idx="197">
                        <c:v>70.552199999999999</c:v>
                      </c:pt>
                      <c:pt idx="198">
                        <c:v>70.562200000000004</c:v>
                      </c:pt>
                      <c:pt idx="199">
                        <c:v>70.572199999999995</c:v>
                      </c:pt>
                      <c:pt idx="200">
                        <c:v>70.5822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'θ-scan2_thermo'!$R$5:$R$205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6.2846504200911725E-4</c:v>
                      </c:pt>
                      <c:pt idx="1">
                        <c:v>1.0476696610392628E-3</c:v>
                      </c:pt>
                      <c:pt idx="2">
                        <c:v>1.0472838389923419E-3</c:v>
                      </c:pt>
                      <c:pt idx="3">
                        <c:v>8.3754741827055253E-4</c:v>
                      </c:pt>
                      <c:pt idx="4">
                        <c:v>6.2763781791503031E-4</c:v>
                      </c:pt>
                      <c:pt idx="5">
                        <c:v>2.5079362073822482E-3</c:v>
                      </c:pt>
                      <c:pt idx="6">
                        <c:v>8.355725982656353E-4</c:v>
                      </c:pt>
                      <c:pt idx="7">
                        <c:v>1.8797674426910601E-3</c:v>
                      </c:pt>
                      <c:pt idx="8">
                        <c:v>6.2657259277911013E-4</c:v>
                      </c:pt>
                      <c:pt idx="9">
                        <c:v>1.2536116813709399E-3</c:v>
                      </c:pt>
                      <c:pt idx="10">
                        <c:v>1.0453380681851442E-3</c:v>
                      </c:pt>
                      <c:pt idx="11">
                        <c:v>8.36338768970803E-4</c:v>
                      </c:pt>
                      <c:pt idx="12">
                        <c:v>6.2733343204773395E-4</c:v>
                      </c:pt>
                      <c:pt idx="13">
                        <c:v>6.2794239415554754E-4</c:v>
                      </c:pt>
                      <c:pt idx="14">
                        <c:v>6.2808111734625853E-4</c:v>
                      </c:pt>
                      <c:pt idx="15">
                        <c:v>1.4662731720124229E-3</c:v>
                      </c:pt>
                      <c:pt idx="16">
                        <c:v>2.0941640005166721E-3</c:v>
                      </c:pt>
                      <c:pt idx="17">
                        <c:v>1.0470904205299417E-3</c:v>
                      </c:pt>
                      <c:pt idx="18">
                        <c:v>1.675924368130949E-3</c:v>
                      </c:pt>
                      <c:pt idx="19">
                        <c:v>2.9328253121259336E-3</c:v>
                      </c:pt>
                      <c:pt idx="20">
                        <c:v>1.4674218718391471E-3</c:v>
                      </c:pt>
                      <c:pt idx="21">
                        <c:v>2.0973203628330672E-3</c:v>
                      </c:pt>
                      <c:pt idx="22">
                        <c:v>2.0979641418906016E-3</c:v>
                      </c:pt>
                      <c:pt idx="23">
                        <c:v>2.0996043484569726E-3</c:v>
                      </c:pt>
                      <c:pt idx="24">
                        <c:v>1.0506955341762364E-3</c:v>
                      </c:pt>
                      <c:pt idx="25">
                        <c:v>1.471357143044816E-3</c:v>
                      </c:pt>
                      <c:pt idx="26">
                        <c:v>2.7356371578817432E-3</c:v>
                      </c:pt>
                      <c:pt idx="27">
                        <c:v>2.7377146004973121E-3</c:v>
                      </c:pt>
                      <c:pt idx="28">
                        <c:v>5.0556778643401114E-3</c:v>
                      </c:pt>
                      <c:pt idx="29">
                        <c:v>3.1590211440235016E-3</c:v>
                      </c:pt>
                      <c:pt idx="30">
                        <c:v>3.3699543463859808E-3</c:v>
                      </c:pt>
                      <c:pt idx="31">
                        <c:v>2.5280969535294066E-3</c:v>
                      </c:pt>
                      <c:pt idx="32">
                        <c:v>2.527476779280992E-3</c:v>
                      </c:pt>
                      <c:pt idx="33">
                        <c:v>3.5768434314636822E-3</c:v>
                      </c:pt>
                      <c:pt idx="34">
                        <c:v>5.8892478151731922E-3</c:v>
                      </c:pt>
                      <c:pt idx="35">
                        <c:v>5.674221149574929E-3</c:v>
                      </c:pt>
                      <c:pt idx="36">
                        <c:v>5.8832372807299084E-3</c:v>
                      </c:pt>
                      <c:pt idx="37">
                        <c:v>4.4105638464821337E-3</c:v>
                      </c:pt>
                      <c:pt idx="38">
                        <c:v>5.2503106608818052E-3</c:v>
                      </c:pt>
                      <c:pt idx="39">
                        <c:v>3.7808080721092522E-3</c:v>
                      </c:pt>
                      <c:pt idx="40">
                        <c:v>7.5609826328639496E-3</c:v>
                      </c:pt>
                      <c:pt idx="41">
                        <c:v>6.9336138827590602E-3</c:v>
                      </c:pt>
                      <c:pt idx="42">
                        <c:v>8.6237340726467559E-3</c:v>
                      </c:pt>
                      <c:pt idx="43">
                        <c:v>9.0419360156019229E-3</c:v>
                      </c:pt>
                      <c:pt idx="44">
                        <c:v>8.6181198028796382E-3</c:v>
                      </c:pt>
                      <c:pt idx="45">
                        <c:v>6.9409519128537829E-3</c:v>
                      </c:pt>
                      <c:pt idx="46">
                        <c:v>8.8315653941250065E-3</c:v>
                      </c:pt>
                      <c:pt idx="47">
                        <c:v>1.4293951024845809E-2</c:v>
                      </c:pt>
                      <c:pt idx="48">
                        <c:v>1.1136247512808419E-2</c:v>
                      </c:pt>
                      <c:pt idx="49">
                        <c:v>1.3449071277535056E-2</c:v>
                      </c:pt>
                      <c:pt idx="50">
                        <c:v>1.6602491033551509E-2</c:v>
                      </c:pt>
                      <c:pt idx="51">
                        <c:v>1.4508276961493288E-2</c:v>
                      </c:pt>
                      <c:pt idx="52">
                        <c:v>1.7033985998568219E-2</c:v>
                      </c:pt>
                      <c:pt idx="53">
                        <c:v>1.7260241822302652E-2</c:v>
                      </c:pt>
                      <c:pt idx="54">
                        <c:v>2.1474279161081598E-2</c:v>
                      </c:pt>
                      <c:pt idx="55">
                        <c:v>2.274606647323103E-2</c:v>
                      </c:pt>
                      <c:pt idx="56">
                        <c:v>2.2750883471575847E-2</c:v>
                      </c:pt>
                      <c:pt idx="57">
                        <c:v>2.825834180978146E-2</c:v>
                      </c:pt>
                      <c:pt idx="58">
                        <c:v>3.2909838560786941E-2</c:v>
                      </c:pt>
                      <c:pt idx="59">
                        <c:v>3.5668195200086648E-2</c:v>
                      </c:pt>
                      <c:pt idx="60">
                        <c:v>4.055699541103934E-2</c:v>
                      </c:pt>
                      <c:pt idx="61">
                        <c:v>4.8839761773596287E-2</c:v>
                      </c:pt>
                      <c:pt idx="62">
                        <c:v>4.5498267076816964E-2</c:v>
                      </c:pt>
                      <c:pt idx="63">
                        <c:v>5.6317397739885443E-2</c:v>
                      </c:pt>
                      <c:pt idx="64">
                        <c:v>5.7201656814210924E-2</c:v>
                      </c:pt>
                      <c:pt idx="65">
                        <c:v>6.334182127861504E-2</c:v>
                      </c:pt>
                      <c:pt idx="66">
                        <c:v>7.4083307441217383E-2</c:v>
                      </c:pt>
                      <c:pt idx="67">
                        <c:v>8.4623472829275168E-2</c:v>
                      </c:pt>
                      <c:pt idx="68">
                        <c:v>9.791558859947018E-2</c:v>
                      </c:pt>
                      <c:pt idx="69">
                        <c:v>0.1161778501225465</c:v>
                      </c:pt>
                      <c:pt idx="70">
                        <c:v>0.13006288519385018</c:v>
                      </c:pt>
                      <c:pt idx="71">
                        <c:v>0.14935799163456015</c:v>
                      </c:pt>
                      <c:pt idx="72">
                        <c:v>0.16977087617104206</c:v>
                      </c:pt>
                      <c:pt idx="73">
                        <c:v>0.18950337236955248</c:v>
                      </c:pt>
                      <c:pt idx="74">
                        <c:v>0.23393135037946827</c:v>
                      </c:pt>
                      <c:pt idx="75">
                        <c:v>0.27190952030632304</c:v>
                      </c:pt>
                      <c:pt idx="76">
                        <c:v>0.31892190409352694</c:v>
                      </c:pt>
                      <c:pt idx="77">
                        <c:v>0.37229834029526315</c:v>
                      </c:pt>
                      <c:pt idx="78">
                        <c:v>0.44369278382986299</c:v>
                      </c:pt>
                      <c:pt idx="79">
                        <c:v>0.51256310498720736</c:v>
                      </c:pt>
                      <c:pt idx="80">
                        <c:v>0.66668118662588616</c:v>
                      </c:pt>
                      <c:pt idx="81">
                        <c:v>0.7712257913763586</c:v>
                      </c:pt>
                      <c:pt idx="82">
                        <c:v>0.92988003977785005</c:v>
                      </c:pt>
                      <c:pt idx="83">
                        <c:v>1.1760250812693949</c:v>
                      </c:pt>
                      <c:pt idx="84">
                        <c:v>1.4737090745185255</c:v>
                      </c:pt>
                      <c:pt idx="85">
                        <c:v>1.855242482563388</c:v>
                      </c:pt>
                      <c:pt idx="86">
                        <c:v>2.4534902731204444</c:v>
                      </c:pt>
                      <c:pt idx="87">
                        <c:v>3.1423125258194227</c:v>
                      </c:pt>
                      <c:pt idx="88">
                        <c:v>4.1665168154663474</c:v>
                      </c:pt>
                      <c:pt idx="89">
                        <c:v>5.7952802832263144</c:v>
                      </c:pt>
                      <c:pt idx="90">
                        <c:v>8.0925011559126485</c:v>
                      </c:pt>
                      <c:pt idx="91">
                        <c:v>11.503095423077868</c:v>
                      </c:pt>
                      <c:pt idx="92">
                        <c:v>17.092173264068737</c:v>
                      </c:pt>
                      <c:pt idx="93">
                        <c:v>26.657876644661307</c:v>
                      </c:pt>
                      <c:pt idx="94">
                        <c:v>44.081041522577159</c:v>
                      </c:pt>
                      <c:pt idx="95">
                        <c:v>78.574954015902193</c:v>
                      </c:pt>
                      <c:pt idx="96">
                        <c:v>152.9032591863851</c:v>
                      </c:pt>
                      <c:pt idx="97">
                        <c:v>347.62496054457125</c:v>
                      </c:pt>
                      <c:pt idx="98">
                        <c:v>1053.311753507737</c:v>
                      </c:pt>
                      <c:pt idx="99">
                        <c:v>4768.8368614163874</c:v>
                      </c:pt>
                      <c:pt idx="100">
                        <c:v>13858.720651387723</c:v>
                      </c:pt>
                      <c:pt idx="101">
                        <c:v>7008.4262987911225</c:v>
                      </c:pt>
                      <c:pt idx="102">
                        <c:v>1320.7819588452207</c:v>
                      </c:pt>
                      <c:pt idx="103">
                        <c:v>354.07140509700548</c:v>
                      </c:pt>
                      <c:pt idx="104">
                        <c:v>125.90676968939553</c:v>
                      </c:pt>
                      <c:pt idx="105">
                        <c:v>52.602111808068308</c:v>
                      </c:pt>
                      <c:pt idx="106">
                        <c:v>25.304765988597978</c:v>
                      </c:pt>
                      <c:pt idx="107">
                        <c:v>13.480417523047866</c:v>
                      </c:pt>
                      <c:pt idx="108">
                        <c:v>7.642673554766553</c:v>
                      </c:pt>
                      <c:pt idx="109">
                        <c:v>4.6186576584292647</c:v>
                      </c:pt>
                      <c:pt idx="110">
                        <c:v>2.8640370797049579</c:v>
                      </c:pt>
                      <c:pt idx="111">
                        <c:v>1.8980983388599419</c:v>
                      </c:pt>
                      <c:pt idx="112">
                        <c:v>1.272283683934526</c:v>
                      </c:pt>
                      <c:pt idx="113">
                        <c:v>0.85206028176129878</c:v>
                      </c:pt>
                      <c:pt idx="114">
                        <c:v>0.63037941514760854</c:v>
                      </c:pt>
                      <c:pt idx="115">
                        <c:v>0.45668726330476378</c:v>
                      </c:pt>
                      <c:pt idx="116">
                        <c:v>0.35787709684916719</c:v>
                      </c:pt>
                      <c:pt idx="117">
                        <c:v>0.24915456169531727</c:v>
                      </c:pt>
                      <c:pt idx="118">
                        <c:v>0.19800923130060394</c:v>
                      </c:pt>
                      <c:pt idx="119">
                        <c:v>0.16125921693243786</c:v>
                      </c:pt>
                      <c:pt idx="120">
                        <c:v>0.12159609701482216</c:v>
                      </c:pt>
                      <c:pt idx="121">
                        <c:v>0.10555664344004489</c:v>
                      </c:pt>
                      <c:pt idx="122">
                        <c:v>8.6067120427187283E-2</c:v>
                      </c:pt>
                      <c:pt idx="123">
                        <c:v>7.1025959628886817E-2</c:v>
                      </c:pt>
                      <c:pt idx="124">
                        <c:v>6.1277828242769311E-2</c:v>
                      </c:pt>
                      <c:pt idx="125">
                        <c:v>4.8381127337732761E-2</c:v>
                      </c:pt>
                      <c:pt idx="126">
                        <c:v>3.9709145715392684E-2</c:v>
                      </c:pt>
                      <c:pt idx="127">
                        <c:v>3.082970246718706E-2</c:v>
                      </c:pt>
                      <c:pt idx="128">
                        <c:v>2.6603652888458885E-2</c:v>
                      </c:pt>
                      <c:pt idx="129">
                        <c:v>2.45030330741518E-2</c:v>
                      </c:pt>
                      <c:pt idx="130">
                        <c:v>2.1108590675022545E-2</c:v>
                      </c:pt>
                      <c:pt idx="131">
                        <c:v>1.4348721148071565E-2</c:v>
                      </c:pt>
                      <c:pt idx="132">
                        <c:v>1.7518223648745009E-2</c:v>
                      </c:pt>
                      <c:pt idx="133">
                        <c:v>1.3077072213955074E-2</c:v>
                      </c:pt>
                      <c:pt idx="134">
                        <c:v>1.3291191676220325E-2</c:v>
                      </c:pt>
                      <c:pt idx="135">
                        <c:v>9.9147941575872985E-3</c:v>
                      </c:pt>
                      <c:pt idx="136">
                        <c:v>8.4398466598019778E-3</c:v>
                      </c:pt>
                      <c:pt idx="137">
                        <c:v>6.5387962177409021E-3</c:v>
                      </c:pt>
                      <c:pt idx="138">
                        <c:v>6.5393727830207844E-3</c:v>
                      </c:pt>
                      <c:pt idx="139">
                        <c:v>5.9125872542145404E-3</c:v>
                      </c:pt>
                      <c:pt idx="140">
                        <c:v>6.9748709981756907E-3</c:v>
                      </c:pt>
                      <c:pt idx="141">
                        <c:v>4.8637053369375216E-3</c:v>
                      </c:pt>
                      <c:pt idx="142">
                        <c:v>5.9215974575029156E-3</c:v>
                      </c:pt>
                      <c:pt idx="143">
                        <c:v>4.2303433816256644E-3</c:v>
                      </c:pt>
                      <c:pt idx="144">
                        <c:v>3.8086028933744594E-3</c:v>
                      </c:pt>
                      <c:pt idx="145">
                        <c:v>3.3895400277666886E-3</c:v>
                      </c:pt>
                      <c:pt idx="146">
                        <c:v>3.599924698045728E-3</c:v>
                      </c:pt>
                      <c:pt idx="147">
                        <c:v>2.7538004723699867E-3</c:v>
                      </c:pt>
                      <c:pt idx="148">
                        <c:v>1.9080287326230787E-3</c:v>
                      </c:pt>
                      <c:pt idx="149">
                        <c:v>2.756636262523717E-3</c:v>
                      </c:pt>
                      <c:pt idx="150">
                        <c:v>2.5439562246188695E-3</c:v>
                      </c:pt>
                      <c:pt idx="151">
                        <c:v>1.9084034212160175E-3</c:v>
                      </c:pt>
                      <c:pt idx="152">
                        <c:v>1.0596508175047109E-3</c:v>
                      </c:pt>
                      <c:pt idx="153">
                        <c:v>1.4830952460504804E-3</c:v>
                      </c:pt>
                      <c:pt idx="154">
                        <c:v>1.6949717054135784E-3</c:v>
                      </c:pt>
                      <c:pt idx="155">
                        <c:v>2.7536986833422749E-3</c:v>
                      </c:pt>
                      <c:pt idx="156">
                        <c:v>1.6939803708754038E-3</c:v>
                      </c:pt>
                      <c:pt idx="157">
                        <c:v>1.2714849972081368E-3</c:v>
                      </c:pt>
                      <c:pt idx="158">
                        <c:v>1.6968002843158556E-3</c:v>
                      </c:pt>
                      <c:pt idx="159">
                        <c:v>1.4852345828300687E-3</c:v>
                      </c:pt>
                      <c:pt idx="160">
                        <c:v>1.6986033467539276E-3</c:v>
                      </c:pt>
                      <c:pt idx="161">
                        <c:v>1.6990447609307035E-3</c:v>
                      </c:pt>
                      <c:pt idx="162">
                        <c:v>4.2490854693344356E-3</c:v>
                      </c:pt>
                      <c:pt idx="163">
                        <c:v>1.7005030279263196E-3</c:v>
                      </c:pt>
                      <c:pt idx="164">
                        <c:v>8.5042478079982368E-4</c:v>
                      </c:pt>
                      <c:pt idx="165">
                        <c:v>1.7005070763307251E-3</c:v>
                      </c:pt>
                      <c:pt idx="166">
                        <c:v>1.0625449217429291E-3</c:v>
                      </c:pt>
                      <c:pt idx="167">
                        <c:v>1.2752252031768495E-3</c:v>
                      </c:pt>
                      <c:pt idx="168">
                        <c:v>4.2489389602740139E-4</c:v>
                      </c:pt>
                      <c:pt idx="169">
                        <c:v>4.2501217925526173E-4</c:v>
                      </c:pt>
                      <c:pt idx="170">
                        <c:v>1.2753733129282107E-3</c:v>
                      </c:pt>
                      <c:pt idx="171">
                        <c:v>8.5074916120386453E-4</c:v>
                      </c:pt>
                      <c:pt idx="172">
                        <c:v>2.7637382238177256E-3</c:v>
                      </c:pt>
                      <c:pt idx="173">
                        <c:v>8.502213508775943E-4</c:v>
                      </c:pt>
                      <c:pt idx="174">
                        <c:v>6.3752692594971742E-4</c:v>
                      </c:pt>
                      <c:pt idx="175">
                        <c:v>8.4986060798772941E-4</c:v>
                      </c:pt>
                      <c:pt idx="176">
                        <c:v>2.1244821176497834E-4</c:v>
                      </c:pt>
                      <c:pt idx="177">
                        <c:v>8.4923387533633111E-4</c:v>
                      </c:pt>
                      <c:pt idx="178">
                        <c:v>4.8830878371538614E-3</c:v>
                      </c:pt>
                      <c:pt idx="179">
                        <c:v>8.4930225042802187E-4</c:v>
                      </c:pt>
                      <c:pt idx="180">
                        <c:v>4.2474410495002091E-4</c:v>
                      </c:pt>
                      <c:pt idx="181">
                        <c:v>8.4972955551220516E-4</c:v>
                      </c:pt>
                      <c:pt idx="182">
                        <c:v>2.1237625605423645E-4</c:v>
                      </c:pt>
                      <c:pt idx="183">
                        <c:v>4.2465019652386451E-4</c:v>
                      </c:pt>
                      <c:pt idx="184">
                        <c:v>6.3689828159111544E-4</c:v>
                      </c:pt>
                      <c:pt idx="185">
                        <c:v>8.5018294980624006E-4</c:v>
                      </c:pt>
                      <c:pt idx="186">
                        <c:v>0</c:v>
                      </c:pt>
                      <c:pt idx="187">
                        <c:v>4.2513472147330609E-4</c:v>
                      </c:pt>
                      <c:pt idx="188">
                        <c:v>2.1268572967443833E-4</c:v>
                      </c:pt>
                      <c:pt idx="189">
                        <c:v>0</c:v>
                      </c:pt>
                      <c:pt idx="190">
                        <c:v>0</c:v>
                      </c:pt>
                      <c:pt idx="191">
                        <c:v>0</c:v>
                      </c:pt>
                      <c:pt idx="192">
                        <c:v>2.1285239816433538E-4</c:v>
                      </c:pt>
                      <c:pt idx="193">
                        <c:v>0</c:v>
                      </c:pt>
                      <c:pt idx="194">
                        <c:v>4.2594509069425197E-4</c:v>
                      </c:pt>
                      <c:pt idx="195">
                        <c:v>1.2776626745670512E-3</c:v>
                      </c:pt>
                      <c:pt idx="196">
                        <c:v>2.1279730203663827E-4</c:v>
                      </c:pt>
                      <c:pt idx="197">
                        <c:v>2.1260645284821531E-4</c:v>
                      </c:pt>
                      <c:pt idx="198">
                        <c:v>4.2506513007322408E-4</c:v>
                      </c:pt>
                      <c:pt idx="199">
                        <c:v>0</c:v>
                      </c:pt>
                      <c:pt idx="200">
                        <c:v>4.2521347523614126E-4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D8E0-433A-9BC6-24C99383B472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'θ-scan2_thermo'!$AC$2</c15:sqref>
                        </c15:formulaRef>
                      </c:ext>
                    </c:extLst>
                    <c:strCache>
                      <c:ptCount val="1"/>
                      <c:pt idx="0">
                        <c:v>Si_TEOS-2θ-scan</c:v>
                      </c:pt>
                    </c:strCache>
                  </c:strRef>
                </c:tx>
                <c:spPr>
                  <a:ln w="19050" cap="rnd">
                    <a:solidFill>
                      <a:schemeClr val="accent6">
                        <a:lumMod val="7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'θ-scan2_thermo'!$AA$5:$AA$205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68.587100000000007</c:v>
                      </c:pt>
                      <c:pt idx="1">
                        <c:v>68.597099999999998</c:v>
                      </c:pt>
                      <c:pt idx="2">
                        <c:v>68.607100000000003</c:v>
                      </c:pt>
                      <c:pt idx="3">
                        <c:v>68.617099999999994</c:v>
                      </c:pt>
                      <c:pt idx="4">
                        <c:v>68.627099999999999</c:v>
                      </c:pt>
                      <c:pt idx="5">
                        <c:v>68.637100000000004</c:v>
                      </c:pt>
                      <c:pt idx="6">
                        <c:v>68.647099999999995</c:v>
                      </c:pt>
                      <c:pt idx="7">
                        <c:v>68.6571</c:v>
                      </c:pt>
                      <c:pt idx="8">
                        <c:v>68.667100000000005</c:v>
                      </c:pt>
                      <c:pt idx="9">
                        <c:v>68.677099999999996</c:v>
                      </c:pt>
                      <c:pt idx="10">
                        <c:v>68.687100000000001</c:v>
                      </c:pt>
                      <c:pt idx="11">
                        <c:v>68.697100000000006</c:v>
                      </c:pt>
                      <c:pt idx="12">
                        <c:v>68.707099999999997</c:v>
                      </c:pt>
                      <c:pt idx="13">
                        <c:v>68.717100000000002</c:v>
                      </c:pt>
                      <c:pt idx="14">
                        <c:v>68.727099999999993</c:v>
                      </c:pt>
                      <c:pt idx="15">
                        <c:v>68.737099999999998</c:v>
                      </c:pt>
                      <c:pt idx="16">
                        <c:v>68.747100000000003</c:v>
                      </c:pt>
                      <c:pt idx="17">
                        <c:v>68.757099999999994</c:v>
                      </c:pt>
                      <c:pt idx="18">
                        <c:v>68.767099999999999</c:v>
                      </c:pt>
                      <c:pt idx="19">
                        <c:v>68.777100000000004</c:v>
                      </c:pt>
                      <c:pt idx="20">
                        <c:v>68.787099999999995</c:v>
                      </c:pt>
                      <c:pt idx="21">
                        <c:v>68.7971</c:v>
                      </c:pt>
                      <c:pt idx="22">
                        <c:v>68.807100000000005</c:v>
                      </c:pt>
                      <c:pt idx="23">
                        <c:v>68.817099999999996</c:v>
                      </c:pt>
                      <c:pt idx="24">
                        <c:v>68.827100000000002</c:v>
                      </c:pt>
                      <c:pt idx="25">
                        <c:v>68.837100000000007</c:v>
                      </c:pt>
                      <c:pt idx="26">
                        <c:v>68.847099999999998</c:v>
                      </c:pt>
                      <c:pt idx="27">
                        <c:v>68.857100000000003</c:v>
                      </c:pt>
                      <c:pt idx="28">
                        <c:v>68.867099999999994</c:v>
                      </c:pt>
                      <c:pt idx="29">
                        <c:v>68.877099999999999</c:v>
                      </c:pt>
                      <c:pt idx="30">
                        <c:v>68.887100000000004</c:v>
                      </c:pt>
                      <c:pt idx="31">
                        <c:v>68.897099999999995</c:v>
                      </c:pt>
                      <c:pt idx="32">
                        <c:v>68.9071</c:v>
                      </c:pt>
                      <c:pt idx="33">
                        <c:v>68.917100000000005</c:v>
                      </c:pt>
                      <c:pt idx="34">
                        <c:v>68.927099999999996</c:v>
                      </c:pt>
                      <c:pt idx="35">
                        <c:v>68.937100000000001</c:v>
                      </c:pt>
                      <c:pt idx="36">
                        <c:v>68.947100000000006</c:v>
                      </c:pt>
                      <c:pt idx="37">
                        <c:v>68.957099999999997</c:v>
                      </c:pt>
                      <c:pt idx="38">
                        <c:v>68.967100000000002</c:v>
                      </c:pt>
                      <c:pt idx="39">
                        <c:v>68.977099999999993</c:v>
                      </c:pt>
                      <c:pt idx="40">
                        <c:v>68.987099999999998</c:v>
                      </c:pt>
                      <c:pt idx="41">
                        <c:v>68.997100000000003</c:v>
                      </c:pt>
                      <c:pt idx="42">
                        <c:v>69.007099999999994</c:v>
                      </c:pt>
                      <c:pt idx="43">
                        <c:v>69.017099999999999</c:v>
                      </c:pt>
                      <c:pt idx="44">
                        <c:v>69.027100000000004</c:v>
                      </c:pt>
                      <c:pt idx="45">
                        <c:v>69.037099999999995</c:v>
                      </c:pt>
                      <c:pt idx="46">
                        <c:v>69.0471</c:v>
                      </c:pt>
                      <c:pt idx="47">
                        <c:v>69.057100000000005</c:v>
                      </c:pt>
                      <c:pt idx="48">
                        <c:v>69.067099999999996</c:v>
                      </c:pt>
                      <c:pt idx="49">
                        <c:v>69.077100000000002</c:v>
                      </c:pt>
                      <c:pt idx="50">
                        <c:v>69.087100000000007</c:v>
                      </c:pt>
                      <c:pt idx="51">
                        <c:v>69.097099999999998</c:v>
                      </c:pt>
                      <c:pt idx="52">
                        <c:v>69.107100000000003</c:v>
                      </c:pt>
                      <c:pt idx="53">
                        <c:v>69.117099999999994</c:v>
                      </c:pt>
                      <c:pt idx="54">
                        <c:v>69.127099999999999</c:v>
                      </c:pt>
                      <c:pt idx="55">
                        <c:v>69.137100000000004</c:v>
                      </c:pt>
                      <c:pt idx="56">
                        <c:v>69.147099999999995</c:v>
                      </c:pt>
                      <c:pt idx="57">
                        <c:v>69.1571</c:v>
                      </c:pt>
                      <c:pt idx="58">
                        <c:v>69.167100000000005</c:v>
                      </c:pt>
                      <c:pt idx="59">
                        <c:v>69.177099999999996</c:v>
                      </c:pt>
                      <c:pt idx="60">
                        <c:v>69.187100000000001</c:v>
                      </c:pt>
                      <c:pt idx="61">
                        <c:v>69.197100000000006</c:v>
                      </c:pt>
                      <c:pt idx="62">
                        <c:v>69.207099999999997</c:v>
                      </c:pt>
                      <c:pt idx="63">
                        <c:v>69.217100000000002</c:v>
                      </c:pt>
                      <c:pt idx="64">
                        <c:v>69.227099999999993</c:v>
                      </c:pt>
                      <c:pt idx="65">
                        <c:v>69.237099999999998</c:v>
                      </c:pt>
                      <c:pt idx="66">
                        <c:v>69.247100000000003</c:v>
                      </c:pt>
                      <c:pt idx="67">
                        <c:v>69.257099999999994</c:v>
                      </c:pt>
                      <c:pt idx="68">
                        <c:v>69.267099999999999</c:v>
                      </c:pt>
                      <c:pt idx="69">
                        <c:v>69.277100000000004</c:v>
                      </c:pt>
                      <c:pt idx="70">
                        <c:v>69.287099999999995</c:v>
                      </c:pt>
                      <c:pt idx="71">
                        <c:v>69.2971</c:v>
                      </c:pt>
                      <c:pt idx="72">
                        <c:v>69.307100000000005</c:v>
                      </c:pt>
                      <c:pt idx="73">
                        <c:v>69.317099999999996</c:v>
                      </c:pt>
                      <c:pt idx="74">
                        <c:v>69.327100000000002</c:v>
                      </c:pt>
                      <c:pt idx="75">
                        <c:v>69.337100000000007</c:v>
                      </c:pt>
                      <c:pt idx="76">
                        <c:v>69.347099999999998</c:v>
                      </c:pt>
                      <c:pt idx="77">
                        <c:v>69.357100000000003</c:v>
                      </c:pt>
                      <c:pt idx="78">
                        <c:v>69.367099999999994</c:v>
                      </c:pt>
                      <c:pt idx="79">
                        <c:v>69.377099999999999</c:v>
                      </c:pt>
                      <c:pt idx="80">
                        <c:v>69.387100000000004</c:v>
                      </c:pt>
                      <c:pt idx="81">
                        <c:v>69.397099999999995</c:v>
                      </c:pt>
                      <c:pt idx="82">
                        <c:v>69.4071</c:v>
                      </c:pt>
                      <c:pt idx="83">
                        <c:v>69.417100000000005</c:v>
                      </c:pt>
                      <c:pt idx="84">
                        <c:v>69.427099999999996</c:v>
                      </c:pt>
                      <c:pt idx="85">
                        <c:v>69.437100000000001</c:v>
                      </c:pt>
                      <c:pt idx="86">
                        <c:v>69.447100000000006</c:v>
                      </c:pt>
                      <c:pt idx="87">
                        <c:v>69.457099999999997</c:v>
                      </c:pt>
                      <c:pt idx="88">
                        <c:v>69.467100000000002</c:v>
                      </c:pt>
                      <c:pt idx="89">
                        <c:v>69.477099999999993</c:v>
                      </c:pt>
                      <c:pt idx="90">
                        <c:v>69.487099999999998</c:v>
                      </c:pt>
                      <c:pt idx="91">
                        <c:v>69.497100000000003</c:v>
                      </c:pt>
                      <c:pt idx="92">
                        <c:v>69.507099999999994</c:v>
                      </c:pt>
                      <c:pt idx="93">
                        <c:v>69.517099999999999</c:v>
                      </c:pt>
                      <c:pt idx="94">
                        <c:v>69.527100000000004</c:v>
                      </c:pt>
                      <c:pt idx="95">
                        <c:v>69.537099999999995</c:v>
                      </c:pt>
                      <c:pt idx="96">
                        <c:v>69.5471</c:v>
                      </c:pt>
                      <c:pt idx="97">
                        <c:v>69.557100000000005</c:v>
                      </c:pt>
                      <c:pt idx="98">
                        <c:v>69.567099999999996</c:v>
                      </c:pt>
                      <c:pt idx="99">
                        <c:v>69.577100000000002</c:v>
                      </c:pt>
                      <c:pt idx="100">
                        <c:v>69.587100000000007</c:v>
                      </c:pt>
                      <c:pt idx="101">
                        <c:v>69.597099999999998</c:v>
                      </c:pt>
                      <c:pt idx="102">
                        <c:v>69.607100000000003</c:v>
                      </c:pt>
                      <c:pt idx="103">
                        <c:v>69.617099999999994</c:v>
                      </c:pt>
                      <c:pt idx="104">
                        <c:v>69.627099999999999</c:v>
                      </c:pt>
                      <c:pt idx="105">
                        <c:v>69.637100000000004</c:v>
                      </c:pt>
                      <c:pt idx="106">
                        <c:v>69.647099999999995</c:v>
                      </c:pt>
                      <c:pt idx="107">
                        <c:v>69.6571</c:v>
                      </c:pt>
                      <c:pt idx="108">
                        <c:v>69.667100000000005</c:v>
                      </c:pt>
                      <c:pt idx="109">
                        <c:v>69.677099999999996</c:v>
                      </c:pt>
                      <c:pt idx="110">
                        <c:v>69.687100000000001</c:v>
                      </c:pt>
                      <c:pt idx="111">
                        <c:v>69.697100000000006</c:v>
                      </c:pt>
                      <c:pt idx="112">
                        <c:v>69.707099999999997</c:v>
                      </c:pt>
                      <c:pt idx="113">
                        <c:v>69.717100000000002</c:v>
                      </c:pt>
                      <c:pt idx="114">
                        <c:v>69.727099999999993</c:v>
                      </c:pt>
                      <c:pt idx="115">
                        <c:v>69.737099999999998</c:v>
                      </c:pt>
                      <c:pt idx="116">
                        <c:v>69.747100000000003</c:v>
                      </c:pt>
                      <c:pt idx="117">
                        <c:v>69.757099999999994</c:v>
                      </c:pt>
                      <c:pt idx="118">
                        <c:v>69.767099999999999</c:v>
                      </c:pt>
                      <c:pt idx="119">
                        <c:v>69.777100000000004</c:v>
                      </c:pt>
                      <c:pt idx="120">
                        <c:v>69.787099999999995</c:v>
                      </c:pt>
                      <c:pt idx="121">
                        <c:v>69.7971</c:v>
                      </c:pt>
                      <c:pt idx="122">
                        <c:v>69.807100000000005</c:v>
                      </c:pt>
                      <c:pt idx="123">
                        <c:v>69.817099999999996</c:v>
                      </c:pt>
                      <c:pt idx="124">
                        <c:v>69.827100000000002</c:v>
                      </c:pt>
                      <c:pt idx="125">
                        <c:v>69.837100000000007</c:v>
                      </c:pt>
                      <c:pt idx="126">
                        <c:v>69.847099999999998</c:v>
                      </c:pt>
                      <c:pt idx="127">
                        <c:v>69.857100000000003</c:v>
                      </c:pt>
                      <c:pt idx="128">
                        <c:v>69.867099999999994</c:v>
                      </c:pt>
                      <c:pt idx="129">
                        <c:v>69.877099999999999</c:v>
                      </c:pt>
                      <c:pt idx="130">
                        <c:v>69.887100000000004</c:v>
                      </c:pt>
                      <c:pt idx="131">
                        <c:v>69.897099999999995</c:v>
                      </c:pt>
                      <c:pt idx="132">
                        <c:v>69.9071</c:v>
                      </c:pt>
                      <c:pt idx="133">
                        <c:v>69.917100000000005</c:v>
                      </c:pt>
                      <c:pt idx="134">
                        <c:v>69.927099999999996</c:v>
                      </c:pt>
                      <c:pt idx="135">
                        <c:v>69.937100000000001</c:v>
                      </c:pt>
                      <c:pt idx="136">
                        <c:v>69.947100000000006</c:v>
                      </c:pt>
                      <c:pt idx="137">
                        <c:v>69.957099999999997</c:v>
                      </c:pt>
                      <c:pt idx="138">
                        <c:v>69.967100000000002</c:v>
                      </c:pt>
                      <c:pt idx="139">
                        <c:v>69.977099999999993</c:v>
                      </c:pt>
                      <c:pt idx="140">
                        <c:v>69.987099999999998</c:v>
                      </c:pt>
                      <c:pt idx="141">
                        <c:v>69.997100000000003</c:v>
                      </c:pt>
                      <c:pt idx="142">
                        <c:v>70.007099999999994</c:v>
                      </c:pt>
                      <c:pt idx="143">
                        <c:v>70.017099999999999</c:v>
                      </c:pt>
                      <c:pt idx="144">
                        <c:v>70.027100000000004</c:v>
                      </c:pt>
                      <c:pt idx="145">
                        <c:v>70.037099999999995</c:v>
                      </c:pt>
                      <c:pt idx="146">
                        <c:v>70.0471</c:v>
                      </c:pt>
                      <c:pt idx="147">
                        <c:v>70.057100000000005</c:v>
                      </c:pt>
                      <c:pt idx="148">
                        <c:v>70.067099999999996</c:v>
                      </c:pt>
                      <c:pt idx="149">
                        <c:v>70.077100000000002</c:v>
                      </c:pt>
                      <c:pt idx="150">
                        <c:v>70.087100000000007</c:v>
                      </c:pt>
                      <c:pt idx="151">
                        <c:v>70.097099999999998</c:v>
                      </c:pt>
                      <c:pt idx="152">
                        <c:v>70.107100000000003</c:v>
                      </c:pt>
                      <c:pt idx="153">
                        <c:v>70.117099999999994</c:v>
                      </c:pt>
                      <c:pt idx="154">
                        <c:v>70.127099999999999</c:v>
                      </c:pt>
                      <c:pt idx="155">
                        <c:v>70.137100000000004</c:v>
                      </c:pt>
                      <c:pt idx="156">
                        <c:v>70.147099999999995</c:v>
                      </c:pt>
                      <c:pt idx="157">
                        <c:v>70.1571</c:v>
                      </c:pt>
                      <c:pt idx="158">
                        <c:v>70.167100000000005</c:v>
                      </c:pt>
                      <c:pt idx="159">
                        <c:v>70.177099999999996</c:v>
                      </c:pt>
                      <c:pt idx="160">
                        <c:v>70.187100000000001</c:v>
                      </c:pt>
                      <c:pt idx="161">
                        <c:v>70.197100000000006</c:v>
                      </c:pt>
                      <c:pt idx="162">
                        <c:v>70.207099999999997</c:v>
                      </c:pt>
                      <c:pt idx="163">
                        <c:v>70.217100000000002</c:v>
                      </c:pt>
                      <c:pt idx="164">
                        <c:v>70.227099999999993</c:v>
                      </c:pt>
                      <c:pt idx="165">
                        <c:v>70.237099999999998</c:v>
                      </c:pt>
                      <c:pt idx="166">
                        <c:v>70.247100000000003</c:v>
                      </c:pt>
                      <c:pt idx="167">
                        <c:v>70.257099999999994</c:v>
                      </c:pt>
                      <c:pt idx="168">
                        <c:v>70.267099999999999</c:v>
                      </c:pt>
                      <c:pt idx="169">
                        <c:v>70.277100000000004</c:v>
                      </c:pt>
                      <c:pt idx="170">
                        <c:v>70.287099999999995</c:v>
                      </c:pt>
                      <c:pt idx="171">
                        <c:v>70.2971</c:v>
                      </c:pt>
                      <c:pt idx="172">
                        <c:v>70.307100000000005</c:v>
                      </c:pt>
                      <c:pt idx="173">
                        <c:v>70.317099999999996</c:v>
                      </c:pt>
                      <c:pt idx="174">
                        <c:v>70.327100000000002</c:v>
                      </c:pt>
                      <c:pt idx="175">
                        <c:v>70.337100000000007</c:v>
                      </c:pt>
                      <c:pt idx="176">
                        <c:v>70.347099999999998</c:v>
                      </c:pt>
                      <c:pt idx="177">
                        <c:v>70.357100000000003</c:v>
                      </c:pt>
                      <c:pt idx="178">
                        <c:v>70.367099999999994</c:v>
                      </c:pt>
                      <c:pt idx="179">
                        <c:v>70.377099999999999</c:v>
                      </c:pt>
                      <c:pt idx="180">
                        <c:v>70.387100000000004</c:v>
                      </c:pt>
                      <c:pt idx="181">
                        <c:v>70.397099999999995</c:v>
                      </c:pt>
                      <c:pt idx="182">
                        <c:v>70.4071</c:v>
                      </c:pt>
                      <c:pt idx="183">
                        <c:v>70.417100000000005</c:v>
                      </c:pt>
                      <c:pt idx="184">
                        <c:v>70.427099999999996</c:v>
                      </c:pt>
                      <c:pt idx="185">
                        <c:v>70.437100000000001</c:v>
                      </c:pt>
                      <c:pt idx="186">
                        <c:v>70.447100000000006</c:v>
                      </c:pt>
                      <c:pt idx="187">
                        <c:v>70.457099999999997</c:v>
                      </c:pt>
                      <c:pt idx="188">
                        <c:v>70.467100000000002</c:v>
                      </c:pt>
                      <c:pt idx="189">
                        <c:v>70.477099999999993</c:v>
                      </c:pt>
                      <c:pt idx="190">
                        <c:v>70.487099999999998</c:v>
                      </c:pt>
                      <c:pt idx="191">
                        <c:v>70.497100000000003</c:v>
                      </c:pt>
                      <c:pt idx="192">
                        <c:v>70.507099999999994</c:v>
                      </c:pt>
                      <c:pt idx="193">
                        <c:v>70.517099999999999</c:v>
                      </c:pt>
                      <c:pt idx="194">
                        <c:v>70.527100000000004</c:v>
                      </c:pt>
                      <c:pt idx="195">
                        <c:v>70.537099999999995</c:v>
                      </c:pt>
                      <c:pt idx="196">
                        <c:v>70.5471</c:v>
                      </c:pt>
                      <c:pt idx="197">
                        <c:v>70.557100000000005</c:v>
                      </c:pt>
                      <c:pt idx="198">
                        <c:v>70.567099999999996</c:v>
                      </c:pt>
                      <c:pt idx="199">
                        <c:v>70.577100000000002</c:v>
                      </c:pt>
                      <c:pt idx="200">
                        <c:v>70.587100000000007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'θ-scan2_thermo'!$AE$5:$AE$205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1.5223430528788186E-2</c:v>
                      </c:pt>
                      <c:pt idx="1">
                        <c:v>1.8655821511432233E-2</c:v>
                      </c:pt>
                      <c:pt idx="2">
                        <c:v>1.6863628767664313E-2</c:v>
                      </c:pt>
                      <c:pt idx="3">
                        <c:v>1.8668410631293667E-2</c:v>
                      </c:pt>
                      <c:pt idx="4">
                        <c:v>1.6151918194626164E-2</c:v>
                      </c:pt>
                      <c:pt idx="5">
                        <c:v>1.8127009349821685E-2</c:v>
                      </c:pt>
                      <c:pt idx="6">
                        <c:v>1.9744074435304213E-2</c:v>
                      </c:pt>
                      <c:pt idx="7">
                        <c:v>2.260766780680485E-2</c:v>
                      </c:pt>
                      <c:pt idx="8">
                        <c:v>2.6188757948288038E-2</c:v>
                      </c:pt>
                      <c:pt idx="9">
                        <c:v>2.3669420394530148E-2</c:v>
                      </c:pt>
                      <c:pt idx="10">
                        <c:v>2.2068295561651307E-2</c:v>
                      </c:pt>
                      <c:pt idx="11">
                        <c:v>2.00864420031606E-2</c:v>
                      </c:pt>
                      <c:pt idx="12">
                        <c:v>2.4751076806357797E-2</c:v>
                      </c:pt>
                      <c:pt idx="13">
                        <c:v>2.3849954734399822E-2</c:v>
                      </c:pt>
                      <c:pt idx="14">
                        <c:v>2.3666355167231305E-2</c:v>
                      </c:pt>
                      <c:pt idx="15">
                        <c:v>2.6887478108887513E-2</c:v>
                      </c:pt>
                      <c:pt idx="16">
                        <c:v>2.384225205953586E-2</c:v>
                      </c:pt>
                      <c:pt idx="17">
                        <c:v>2.5862552959414219E-2</c:v>
                      </c:pt>
                      <c:pt idx="18">
                        <c:v>2.7130554835118541E-2</c:v>
                      </c:pt>
                      <c:pt idx="19">
                        <c:v>2.6422576700561081E-2</c:v>
                      </c:pt>
                      <c:pt idx="20">
                        <c:v>2.932418159807219E-2</c:v>
                      </c:pt>
                      <c:pt idx="21">
                        <c:v>3.1311065575304477E-2</c:v>
                      </c:pt>
                      <c:pt idx="22">
                        <c:v>3.3467350278680467E-2</c:v>
                      </c:pt>
                      <c:pt idx="23">
                        <c:v>2.7536485573419235E-2</c:v>
                      </c:pt>
                      <c:pt idx="24">
                        <c:v>2.5895535969259122E-2</c:v>
                      </c:pt>
                      <c:pt idx="25">
                        <c:v>2.7896548583216187E-2</c:v>
                      </c:pt>
                      <c:pt idx="26">
                        <c:v>3.4402566914208448E-2</c:v>
                      </c:pt>
                      <c:pt idx="27">
                        <c:v>3.3525179671982076E-2</c:v>
                      </c:pt>
                      <c:pt idx="28">
                        <c:v>3.048990658704483E-2</c:v>
                      </c:pt>
                      <c:pt idx="29">
                        <c:v>3.7174859386094376E-2</c:v>
                      </c:pt>
                      <c:pt idx="30">
                        <c:v>3.7357868874710425E-2</c:v>
                      </c:pt>
                      <c:pt idx="31">
                        <c:v>4.2601054303888844E-2</c:v>
                      </c:pt>
                      <c:pt idx="32">
                        <c:v>3.7002980924042778E-2</c:v>
                      </c:pt>
                      <c:pt idx="33">
                        <c:v>3.627621380572351E-2</c:v>
                      </c:pt>
                      <c:pt idx="34">
                        <c:v>3.8254722134931078E-2</c:v>
                      </c:pt>
                      <c:pt idx="35">
                        <c:v>3.9901012268821028E-2</c:v>
                      </c:pt>
                      <c:pt idx="36">
                        <c:v>4.1882653434347793E-2</c:v>
                      </c:pt>
                      <c:pt idx="37">
                        <c:v>4.5121443372164428E-2</c:v>
                      </c:pt>
                      <c:pt idx="38">
                        <c:v>4.9308444549764227E-2</c:v>
                      </c:pt>
                      <c:pt idx="39">
                        <c:v>4.9318219870234915E-2</c:v>
                      </c:pt>
                      <c:pt idx="40">
                        <c:v>4.4436152907186534E-2</c:v>
                      </c:pt>
                      <c:pt idx="41">
                        <c:v>4.8596725296116652E-2</c:v>
                      </c:pt>
                      <c:pt idx="42">
                        <c:v>5.6916932285040286E-2</c:v>
                      </c:pt>
                      <c:pt idx="43">
                        <c:v>5.1832362508969533E-2</c:v>
                      </c:pt>
                      <c:pt idx="44">
                        <c:v>5.0411197270090927E-2</c:v>
                      </c:pt>
                      <c:pt idx="45">
                        <c:v>6.1406644534869138E-2</c:v>
                      </c:pt>
                      <c:pt idx="46">
                        <c:v>5.9807653887216532E-2</c:v>
                      </c:pt>
                      <c:pt idx="47">
                        <c:v>7.1185890262758511E-2</c:v>
                      </c:pt>
                      <c:pt idx="48">
                        <c:v>7.012963173231361E-2</c:v>
                      </c:pt>
                      <c:pt idx="49">
                        <c:v>6.8677063602985269E-2</c:v>
                      </c:pt>
                      <c:pt idx="50">
                        <c:v>7.5560268090000382E-2</c:v>
                      </c:pt>
                      <c:pt idx="51">
                        <c:v>7.8946366259544293E-2</c:v>
                      </c:pt>
                      <c:pt idx="52">
                        <c:v>8.6197372031869404E-2</c:v>
                      </c:pt>
                      <c:pt idx="53">
                        <c:v>8.5337863086391352E-2</c:v>
                      </c:pt>
                      <c:pt idx="54">
                        <c:v>8.9267727793713059E-2</c:v>
                      </c:pt>
                      <c:pt idx="55">
                        <c:v>9.6860979610384298E-2</c:v>
                      </c:pt>
                      <c:pt idx="56">
                        <c:v>9.9435648457377943E-2</c:v>
                      </c:pt>
                      <c:pt idx="57">
                        <c:v>0.11824125142201378</c:v>
                      </c:pt>
                      <c:pt idx="58">
                        <c:v>0.12210544077965715</c:v>
                      </c:pt>
                      <c:pt idx="59">
                        <c:v>0.13059577812066706</c:v>
                      </c:pt>
                      <c:pt idx="60">
                        <c:v>0.12232407490880252</c:v>
                      </c:pt>
                      <c:pt idx="61">
                        <c:v>0.14607260717231343</c:v>
                      </c:pt>
                      <c:pt idx="62">
                        <c:v>0.14987978934938648</c:v>
                      </c:pt>
                      <c:pt idx="63">
                        <c:v>0.15713066089680949</c:v>
                      </c:pt>
                      <c:pt idx="64">
                        <c:v>0.16774577384246958</c:v>
                      </c:pt>
                      <c:pt idx="65">
                        <c:v>0.18095722354002308</c:v>
                      </c:pt>
                      <c:pt idx="66">
                        <c:v>0.19907713991230075</c:v>
                      </c:pt>
                      <c:pt idx="67">
                        <c:v>0.20946582015681078</c:v>
                      </c:pt>
                      <c:pt idx="68">
                        <c:v>0.21770004215991334</c:v>
                      </c:pt>
                      <c:pt idx="69">
                        <c:v>0.23766379532451914</c:v>
                      </c:pt>
                      <c:pt idx="70">
                        <c:v>0.25427707993852</c:v>
                      </c:pt>
                      <c:pt idx="71">
                        <c:v>0.26834350090238196</c:v>
                      </c:pt>
                      <c:pt idx="72">
                        <c:v>0.28580231769550035</c:v>
                      </c:pt>
                      <c:pt idx="73">
                        <c:v>0.31370618213701151</c:v>
                      </c:pt>
                      <c:pt idx="74">
                        <c:v>0.32170981038833624</c:v>
                      </c:pt>
                      <c:pt idx="75">
                        <c:v>0.35909480035625829</c:v>
                      </c:pt>
                      <c:pt idx="76">
                        <c:v>0.38269102454853243</c:v>
                      </c:pt>
                      <c:pt idx="77">
                        <c:v>0.44258379148280225</c:v>
                      </c:pt>
                      <c:pt idx="78">
                        <c:v>0.48713392642327003</c:v>
                      </c:pt>
                      <c:pt idx="79">
                        <c:v>0.50896025618536245</c:v>
                      </c:pt>
                      <c:pt idx="80">
                        <c:v>0.57392589903996072</c:v>
                      </c:pt>
                      <c:pt idx="81">
                        <c:v>0.6708226851563529</c:v>
                      </c:pt>
                      <c:pt idx="82">
                        <c:v>0.73944563300326827</c:v>
                      </c:pt>
                      <c:pt idx="83">
                        <c:v>0.81504254416890376</c:v>
                      </c:pt>
                      <c:pt idx="84">
                        <c:v>0.91151563494959065</c:v>
                      </c:pt>
                      <c:pt idx="85">
                        <c:v>1.0360812013405063</c:v>
                      </c:pt>
                      <c:pt idx="86">
                        <c:v>1.2096273495274543</c:v>
                      </c:pt>
                      <c:pt idx="87">
                        <c:v>1.3977652880510352</c:v>
                      </c:pt>
                      <c:pt idx="88">
                        <c:v>1.6394620270429743</c:v>
                      </c:pt>
                      <c:pt idx="89">
                        <c:v>1.9991823935742132</c:v>
                      </c:pt>
                      <c:pt idx="90">
                        <c:v>2.4233062831701297</c:v>
                      </c:pt>
                      <c:pt idx="91">
                        <c:v>2.9847744675713948</c:v>
                      </c:pt>
                      <c:pt idx="92">
                        <c:v>3.8259673712609463</c:v>
                      </c:pt>
                      <c:pt idx="93">
                        <c:v>5.0423302908913632</c:v>
                      </c:pt>
                      <c:pt idx="94">
                        <c:v>7.126541114516014</c:v>
                      </c:pt>
                      <c:pt idx="95">
                        <c:v>10.658680216304107</c:v>
                      </c:pt>
                      <c:pt idx="96">
                        <c:v>17.606045599046499</c:v>
                      </c:pt>
                      <c:pt idx="97">
                        <c:v>35.691786032059909</c:v>
                      </c:pt>
                      <c:pt idx="98">
                        <c:v>121.66034240496381</c:v>
                      </c:pt>
                      <c:pt idx="99">
                        <c:v>7411.2050255298418</c:v>
                      </c:pt>
                      <c:pt idx="100">
                        <c:v>17653.435843421412</c:v>
                      </c:pt>
                      <c:pt idx="101">
                        <c:v>221.58295233692692</c:v>
                      </c:pt>
                      <c:pt idx="102">
                        <c:v>46.897407303092884</c:v>
                      </c:pt>
                      <c:pt idx="103">
                        <c:v>21.190627937453559</c:v>
                      </c:pt>
                      <c:pt idx="104">
                        <c:v>12.037255382752328</c:v>
                      </c:pt>
                      <c:pt idx="105">
                        <c:v>7.7431707042528997</c:v>
                      </c:pt>
                      <c:pt idx="106">
                        <c:v>5.3895328340289428</c:v>
                      </c:pt>
                      <c:pt idx="107">
                        <c:v>3.8624342623135712</c:v>
                      </c:pt>
                      <c:pt idx="108">
                        <c:v>2.9655089724631312</c:v>
                      </c:pt>
                      <c:pt idx="109">
                        <c:v>2.3725077314066176</c:v>
                      </c:pt>
                      <c:pt idx="110">
                        <c:v>1.9323301752254955</c:v>
                      </c:pt>
                      <c:pt idx="111">
                        <c:v>1.5724132501392598</c:v>
                      </c:pt>
                      <c:pt idx="112">
                        <c:v>1.3392364260667102</c:v>
                      </c:pt>
                      <c:pt idx="113">
                        <c:v>1.1591277432674756</c:v>
                      </c:pt>
                      <c:pt idx="114">
                        <c:v>1.0357853926976237</c:v>
                      </c:pt>
                      <c:pt idx="115">
                        <c:v>0.89422902624020617</c:v>
                      </c:pt>
                      <c:pt idx="116">
                        <c:v>0.75629786791527842</c:v>
                      </c:pt>
                      <c:pt idx="117">
                        <c:v>0.67680544470718607</c:v>
                      </c:pt>
                      <c:pt idx="118">
                        <c:v>0.60166448937083772</c:v>
                      </c:pt>
                      <c:pt idx="119">
                        <c:v>0.55416957333145256</c:v>
                      </c:pt>
                      <c:pt idx="120">
                        <c:v>0.47964175732623993</c:v>
                      </c:pt>
                      <c:pt idx="121">
                        <c:v>0.43136893697838807</c:v>
                      </c:pt>
                      <c:pt idx="122">
                        <c:v>0.40819815588844227</c:v>
                      </c:pt>
                      <c:pt idx="123">
                        <c:v>0.36979820393657686</c:v>
                      </c:pt>
                      <c:pt idx="124">
                        <c:v>0.33543074483585716</c:v>
                      </c:pt>
                      <c:pt idx="125">
                        <c:v>0.32124786427797292</c:v>
                      </c:pt>
                      <c:pt idx="126">
                        <c:v>0.28090716261508986</c:v>
                      </c:pt>
                      <c:pt idx="127">
                        <c:v>0.26061359384297456</c:v>
                      </c:pt>
                      <c:pt idx="128">
                        <c:v>0.24401805916559907</c:v>
                      </c:pt>
                      <c:pt idx="129">
                        <c:v>0.22137524743715156</c:v>
                      </c:pt>
                      <c:pt idx="130">
                        <c:v>0.2051095119353353</c:v>
                      </c:pt>
                      <c:pt idx="131">
                        <c:v>0.19363273757287855</c:v>
                      </c:pt>
                      <c:pt idx="132">
                        <c:v>0.18058604265098702</c:v>
                      </c:pt>
                      <c:pt idx="133">
                        <c:v>0.16923691422621767</c:v>
                      </c:pt>
                      <c:pt idx="134">
                        <c:v>0.15651348226517575</c:v>
                      </c:pt>
                      <c:pt idx="135">
                        <c:v>0.13680459758552688</c:v>
                      </c:pt>
                      <c:pt idx="136">
                        <c:v>0.13719092006102765</c:v>
                      </c:pt>
                      <c:pt idx="137">
                        <c:v>0.12806492760105448</c:v>
                      </c:pt>
                      <c:pt idx="138">
                        <c:v>0.10776649726224612</c:v>
                      </c:pt>
                      <c:pt idx="139">
                        <c:v>0.12101100539256894</c:v>
                      </c:pt>
                      <c:pt idx="140">
                        <c:v>0.10304439824386721</c:v>
                      </c:pt>
                      <c:pt idx="141">
                        <c:v>0.10071605821227018</c:v>
                      </c:pt>
                      <c:pt idx="142">
                        <c:v>9.9761732373282563E-2</c:v>
                      </c:pt>
                      <c:pt idx="143">
                        <c:v>9.4275115252243677E-2</c:v>
                      </c:pt>
                      <c:pt idx="144">
                        <c:v>8.8423063092802956E-2</c:v>
                      </c:pt>
                      <c:pt idx="145">
                        <c:v>8.7529439098536138E-2</c:v>
                      </c:pt>
                      <c:pt idx="146">
                        <c:v>8.2686595794863413E-2</c:v>
                      </c:pt>
                      <c:pt idx="147">
                        <c:v>7.0833936352212246E-2</c:v>
                      </c:pt>
                      <c:pt idx="148">
                        <c:v>7.5985959479196272E-2</c:v>
                      </c:pt>
                      <c:pt idx="149">
                        <c:v>6.7904715444374777E-2</c:v>
                      </c:pt>
                      <c:pt idx="150">
                        <c:v>6.8297084701403596E-2</c:v>
                      </c:pt>
                      <c:pt idx="151">
                        <c:v>6.2784576125035532E-2</c:v>
                      </c:pt>
                      <c:pt idx="152">
                        <c:v>5.9660446412401411E-2</c:v>
                      </c:pt>
                      <c:pt idx="153">
                        <c:v>5.6912885166871596E-2</c:v>
                      </c:pt>
                      <c:pt idx="154">
                        <c:v>5.5279388435705692E-2</c:v>
                      </c:pt>
                      <c:pt idx="155">
                        <c:v>5.6036283383615826E-2</c:v>
                      </c:pt>
                      <c:pt idx="156">
                        <c:v>4.9057483105829254E-2</c:v>
                      </c:pt>
                      <c:pt idx="157">
                        <c:v>4.8332426917251259E-2</c:v>
                      </c:pt>
                      <c:pt idx="158">
                        <c:v>4.4690758086765203E-2</c:v>
                      </c:pt>
                      <c:pt idx="159">
                        <c:v>4.7993404021022944E-2</c:v>
                      </c:pt>
                      <c:pt idx="160">
                        <c:v>4.2521542109706309E-2</c:v>
                      </c:pt>
                      <c:pt idx="161">
                        <c:v>4.1431772805610612E-2</c:v>
                      </c:pt>
                      <c:pt idx="162">
                        <c:v>3.925837985252608E-2</c:v>
                      </c:pt>
                      <c:pt idx="163">
                        <c:v>4.0541644441376402E-2</c:v>
                      </c:pt>
                      <c:pt idx="164">
                        <c:v>3.7265893545624346E-2</c:v>
                      </c:pt>
                      <c:pt idx="165">
                        <c:v>3.5449377710052118E-2</c:v>
                      </c:pt>
                      <c:pt idx="166">
                        <c:v>2.8829375672142204E-2</c:v>
                      </c:pt>
                      <c:pt idx="167">
                        <c:v>3.3425107905247387E-2</c:v>
                      </c:pt>
                      <c:pt idx="168">
                        <c:v>3.3816062526781765E-2</c:v>
                      </c:pt>
                      <c:pt idx="169">
                        <c:v>2.941434062350607E-2</c:v>
                      </c:pt>
                      <c:pt idx="170">
                        <c:v>2.79479261002409E-2</c:v>
                      </c:pt>
                      <c:pt idx="171">
                        <c:v>3.1834744333236097E-2</c:v>
                      </c:pt>
                      <c:pt idx="172">
                        <c:v>2.8713111474237898E-2</c:v>
                      </c:pt>
                      <c:pt idx="173">
                        <c:v>2.5044848694493065E-2</c:v>
                      </c:pt>
                      <c:pt idx="174">
                        <c:v>2.5970764618174411E-2</c:v>
                      </c:pt>
                      <c:pt idx="175">
                        <c:v>2.4487085317884252E-2</c:v>
                      </c:pt>
                      <c:pt idx="176">
                        <c:v>2.5765926204252464E-2</c:v>
                      </c:pt>
                      <c:pt idx="177">
                        <c:v>2.1173170779352567E-2</c:v>
                      </c:pt>
                      <c:pt idx="178">
                        <c:v>2.1172522903652811E-2</c:v>
                      </c:pt>
                      <c:pt idx="179">
                        <c:v>2.2106579837424898E-2</c:v>
                      </c:pt>
                      <c:pt idx="180">
                        <c:v>2.4130644710407947E-2</c:v>
                      </c:pt>
                      <c:pt idx="181">
                        <c:v>1.8062667244401694E-2</c:v>
                      </c:pt>
                      <c:pt idx="182">
                        <c:v>2.0287361250586718E-2</c:v>
                      </c:pt>
                      <c:pt idx="183">
                        <c:v>1.5683516236959846E-2</c:v>
                      </c:pt>
                      <c:pt idx="184">
                        <c:v>1.8457418311434898E-2</c:v>
                      </c:pt>
                      <c:pt idx="185">
                        <c:v>1.9752341450862642E-2</c:v>
                      </c:pt>
                      <c:pt idx="186">
                        <c:v>1.6445826928700061E-2</c:v>
                      </c:pt>
                      <c:pt idx="187">
                        <c:v>1.4971063429567884E-2</c:v>
                      </c:pt>
                      <c:pt idx="188">
                        <c:v>1.5171028368157936E-2</c:v>
                      </c:pt>
                      <c:pt idx="189">
                        <c:v>1.8510563089848348E-2</c:v>
                      </c:pt>
                      <c:pt idx="190">
                        <c:v>1.4255785335569801E-2</c:v>
                      </c:pt>
                      <c:pt idx="191">
                        <c:v>1.5547852746212603E-2</c:v>
                      </c:pt>
                      <c:pt idx="192">
                        <c:v>1.2777779670782172E-2</c:v>
                      </c:pt>
                      <c:pt idx="193">
                        <c:v>1.2784860353657031E-2</c:v>
                      </c:pt>
                      <c:pt idx="194">
                        <c:v>1.3719373006113927E-2</c:v>
                      </c:pt>
                      <c:pt idx="195">
                        <c:v>1.4088197230905517E-2</c:v>
                      </c:pt>
                      <c:pt idx="196">
                        <c:v>9.6424737618090173E-3</c:v>
                      </c:pt>
                      <c:pt idx="197">
                        <c:v>8.8905071258248095E-3</c:v>
                      </c:pt>
                      <c:pt idx="198">
                        <c:v>1.0370515941686736E-2</c:v>
                      </c:pt>
                      <c:pt idx="199">
                        <c:v>8.6988819456593064E-3</c:v>
                      </c:pt>
                      <c:pt idx="200">
                        <c:v>7.584551563388814E-3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D8E0-433A-9BC6-24C99383B472}"/>
                  </c:ext>
                </c:extLst>
              </c15:ser>
            </c15:filteredScatterSeries>
          </c:ext>
        </c:extLst>
      </c:scatterChart>
      <c:valAx>
        <c:axId val="924170032"/>
        <c:scaling>
          <c:orientation val="minMax"/>
          <c:max val="70.8"/>
          <c:min val="68.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4169072"/>
        <c:crosses val="autoZero"/>
        <c:crossBetween val="midCat"/>
      </c:valAx>
      <c:valAx>
        <c:axId val="924169072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4170032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20669585923243208"/>
          <c:y val="0.13303032407168019"/>
          <c:w val="0.29678448567539883"/>
          <c:h val="0.207690848545918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dirty="0"/>
              <a:t>三サンプル</a:t>
            </a:r>
            <a:r>
              <a:rPr lang="el-GR" altLang="ja-JP" dirty="0"/>
              <a:t>θ-</a:t>
            </a:r>
            <a:r>
              <a:rPr lang="en-US" altLang="ja-JP" dirty="0"/>
              <a:t>scan</a:t>
            </a:r>
            <a:r>
              <a:rPr lang="ja-JP" altLang="en-US" dirty="0"/>
              <a:t>比べ</a:t>
            </a:r>
            <a:r>
              <a:rPr lang="en-US" altLang="ja-JP" dirty="0"/>
              <a:t>(</a:t>
            </a:r>
            <a:r>
              <a:rPr lang="zh-CN" altLang="en-US" dirty="0"/>
              <a:t>非</a:t>
            </a:r>
            <a:r>
              <a:rPr lang="en-US" altLang="ja-JP" dirty="0"/>
              <a:t>90deg)</a:t>
            </a:r>
            <a:endParaRPr lang="zh-CN" altLang="en-US" dirty="0"/>
          </a:p>
        </c:rich>
      </c:tx>
      <c:layout>
        <c:manualLayout>
          <c:xMode val="edge"/>
          <c:yMode val="edge"/>
          <c:x val="0.34640855330075715"/>
          <c:y val="2.944114161135054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8716493200501752"/>
          <c:y val="0.12573470518409549"/>
          <c:w val="0.77003083298852293"/>
          <c:h val="0.75547049643705588"/>
        </c:manualLayout>
      </c:layout>
      <c:scatterChart>
        <c:scatterStyle val="lineMarker"/>
        <c:varyColors val="0"/>
        <c:ser>
          <c:idx val="0"/>
          <c:order val="0"/>
          <c:tx>
            <c:strRef>
              <c:f>'θ-scan2_thermo'!$C$1</c:f>
              <c:strCache>
                <c:ptCount val="1"/>
                <c:pt idx="0">
                  <c:v>Si_Thermo_2θ-scan</c:v>
                </c:pt>
              </c:strCache>
              <c:extLst xmlns:c15="http://schemas.microsoft.com/office/drawing/2012/chart"/>
            </c:strRef>
          </c:tx>
          <c:spPr>
            <a:ln w="22225" cap="sq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'θ-scan2_thermo'!$A$5:$A$205</c:f>
              <c:numCache>
                <c:formatCode>General</c:formatCode>
                <c:ptCount val="201"/>
                <c:pt idx="0">
                  <c:v>68.588899999999995</c:v>
                </c:pt>
                <c:pt idx="1">
                  <c:v>68.5989</c:v>
                </c:pt>
                <c:pt idx="2">
                  <c:v>68.608900000000006</c:v>
                </c:pt>
                <c:pt idx="3">
                  <c:v>68.618899999999996</c:v>
                </c:pt>
                <c:pt idx="4">
                  <c:v>68.628900000000002</c:v>
                </c:pt>
                <c:pt idx="5">
                  <c:v>68.638900000000007</c:v>
                </c:pt>
                <c:pt idx="6">
                  <c:v>68.648899999999998</c:v>
                </c:pt>
                <c:pt idx="7">
                  <c:v>68.658900000000003</c:v>
                </c:pt>
                <c:pt idx="8">
                  <c:v>68.668899999999994</c:v>
                </c:pt>
                <c:pt idx="9">
                  <c:v>68.678899999999999</c:v>
                </c:pt>
                <c:pt idx="10">
                  <c:v>68.688900000000004</c:v>
                </c:pt>
                <c:pt idx="11">
                  <c:v>68.698899999999995</c:v>
                </c:pt>
                <c:pt idx="12">
                  <c:v>68.7089</c:v>
                </c:pt>
                <c:pt idx="13">
                  <c:v>68.718900000000005</c:v>
                </c:pt>
                <c:pt idx="14">
                  <c:v>68.728899999999996</c:v>
                </c:pt>
                <c:pt idx="15">
                  <c:v>68.738900000000001</c:v>
                </c:pt>
                <c:pt idx="16">
                  <c:v>68.748900000000006</c:v>
                </c:pt>
                <c:pt idx="17">
                  <c:v>68.758899999999997</c:v>
                </c:pt>
                <c:pt idx="18">
                  <c:v>68.768900000000002</c:v>
                </c:pt>
                <c:pt idx="19">
                  <c:v>68.778899999999993</c:v>
                </c:pt>
                <c:pt idx="20">
                  <c:v>68.788899999999998</c:v>
                </c:pt>
                <c:pt idx="21">
                  <c:v>68.798900000000003</c:v>
                </c:pt>
                <c:pt idx="22">
                  <c:v>68.808899999999994</c:v>
                </c:pt>
                <c:pt idx="23">
                  <c:v>68.818899999999999</c:v>
                </c:pt>
                <c:pt idx="24">
                  <c:v>68.828900000000004</c:v>
                </c:pt>
                <c:pt idx="25">
                  <c:v>68.838899999999995</c:v>
                </c:pt>
                <c:pt idx="26">
                  <c:v>68.8489</c:v>
                </c:pt>
                <c:pt idx="27">
                  <c:v>68.858900000000006</c:v>
                </c:pt>
                <c:pt idx="28">
                  <c:v>68.868899999999996</c:v>
                </c:pt>
                <c:pt idx="29">
                  <c:v>68.878900000000002</c:v>
                </c:pt>
                <c:pt idx="30">
                  <c:v>68.888900000000007</c:v>
                </c:pt>
                <c:pt idx="31">
                  <c:v>68.898899999999998</c:v>
                </c:pt>
                <c:pt idx="32">
                  <c:v>68.908900000000003</c:v>
                </c:pt>
                <c:pt idx="33">
                  <c:v>68.918899999999994</c:v>
                </c:pt>
                <c:pt idx="34">
                  <c:v>68.928899999999999</c:v>
                </c:pt>
                <c:pt idx="35">
                  <c:v>68.938900000000004</c:v>
                </c:pt>
                <c:pt idx="36">
                  <c:v>68.948899999999995</c:v>
                </c:pt>
                <c:pt idx="37">
                  <c:v>68.9589</c:v>
                </c:pt>
                <c:pt idx="38">
                  <c:v>68.968900000000005</c:v>
                </c:pt>
                <c:pt idx="39">
                  <c:v>68.978899999999996</c:v>
                </c:pt>
                <c:pt idx="40">
                  <c:v>68.988900000000001</c:v>
                </c:pt>
                <c:pt idx="41">
                  <c:v>68.998900000000006</c:v>
                </c:pt>
                <c:pt idx="42">
                  <c:v>69.008899999999997</c:v>
                </c:pt>
                <c:pt idx="43">
                  <c:v>69.018900000000002</c:v>
                </c:pt>
                <c:pt idx="44">
                  <c:v>69.028899999999993</c:v>
                </c:pt>
                <c:pt idx="45">
                  <c:v>69.038899999999998</c:v>
                </c:pt>
                <c:pt idx="46">
                  <c:v>69.048900000000003</c:v>
                </c:pt>
                <c:pt idx="47">
                  <c:v>69.058899999999994</c:v>
                </c:pt>
                <c:pt idx="48">
                  <c:v>69.068899999999999</c:v>
                </c:pt>
                <c:pt idx="49">
                  <c:v>69.078900000000004</c:v>
                </c:pt>
                <c:pt idx="50">
                  <c:v>69.088899999999995</c:v>
                </c:pt>
                <c:pt idx="51">
                  <c:v>69.0989</c:v>
                </c:pt>
                <c:pt idx="52">
                  <c:v>69.108900000000006</c:v>
                </c:pt>
                <c:pt idx="53">
                  <c:v>69.118899999999996</c:v>
                </c:pt>
                <c:pt idx="54">
                  <c:v>69.128900000000002</c:v>
                </c:pt>
                <c:pt idx="55">
                  <c:v>69.138900000000007</c:v>
                </c:pt>
                <c:pt idx="56">
                  <c:v>69.148899999999998</c:v>
                </c:pt>
                <c:pt idx="57">
                  <c:v>69.158900000000003</c:v>
                </c:pt>
                <c:pt idx="58">
                  <c:v>69.168899999999994</c:v>
                </c:pt>
                <c:pt idx="59">
                  <c:v>69.178899999999999</c:v>
                </c:pt>
                <c:pt idx="60">
                  <c:v>69.188900000000004</c:v>
                </c:pt>
                <c:pt idx="61">
                  <c:v>69.198899999999995</c:v>
                </c:pt>
                <c:pt idx="62">
                  <c:v>69.2089</c:v>
                </c:pt>
                <c:pt idx="63">
                  <c:v>69.218900000000005</c:v>
                </c:pt>
                <c:pt idx="64">
                  <c:v>69.228899999999996</c:v>
                </c:pt>
                <c:pt idx="65">
                  <c:v>69.238900000000001</c:v>
                </c:pt>
                <c:pt idx="66">
                  <c:v>69.248900000000006</c:v>
                </c:pt>
                <c:pt idx="67">
                  <c:v>69.258899999999997</c:v>
                </c:pt>
                <c:pt idx="68">
                  <c:v>69.268900000000002</c:v>
                </c:pt>
                <c:pt idx="69">
                  <c:v>69.278899999999993</c:v>
                </c:pt>
                <c:pt idx="70">
                  <c:v>69.288899999999998</c:v>
                </c:pt>
                <c:pt idx="71">
                  <c:v>69.298900000000003</c:v>
                </c:pt>
                <c:pt idx="72">
                  <c:v>69.308899999999994</c:v>
                </c:pt>
                <c:pt idx="73">
                  <c:v>69.318899999999999</c:v>
                </c:pt>
                <c:pt idx="74">
                  <c:v>69.328900000000004</c:v>
                </c:pt>
                <c:pt idx="75">
                  <c:v>69.338899999999995</c:v>
                </c:pt>
                <c:pt idx="76">
                  <c:v>69.3489</c:v>
                </c:pt>
                <c:pt idx="77">
                  <c:v>69.358900000000006</c:v>
                </c:pt>
                <c:pt idx="78">
                  <c:v>69.368899999999996</c:v>
                </c:pt>
                <c:pt idx="79">
                  <c:v>69.378900000000002</c:v>
                </c:pt>
                <c:pt idx="80">
                  <c:v>69.388900000000007</c:v>
                </c:pt>
                <c:pt idx="81">
                  <c:v>69.398899999999998</c:v>
                </c:pt>
                <c:pt idx="82">
                  <c:v>69.408900000000003</c:v>
                </c:pt>
                <c:pt idx="83">
                  <c:v>69.418899999999994</c:v>
                </c:pt>
                <c:pt idx="84">
                  <c:v>69.428899999999999</c:v>
                </c:pt>
                <c:pt idx="85">
                  <c:v>69.438900000000004</c:v>
                </c:pt>
                <c:pt idx="86">
                  <c:v>69.448899999999995</c:v>
                </c:pt>
                <c:pt idx="87">
                  <c:v>69.4589</c:v>
                </c:pt>
                <c:pt idx="88">
                  <c:v>69.468900000000005</c:v>
                </c:pt>
                <c:pt idx="89">
                  <c:v>69.478899999999996</c:v>
                </c:pt>
                <c:pt idx="90">
                  <c:v>69.488900000000001</c:v>
                </c:pt>
                <c:pt idx="91">
                  <c:v>69.498900000000006</c:v>
                </c:pt>
                <c:pt idx="92">
                  <c:v>69.508899999999997</c:v>
                </c:pt>
                <c:pt idx="93">
                  <c:v>69.518900000000002</c:v>
                </c:pt>
                <c:pt idx="94">
                  <c:v>69.528899999999993</c:v>
                </c:pt>
                <c:pt idx="95">
                  <c:v>69.538899999999998</c:v>
                </c:pt>
                <c:pt idx="96">
                  <c:v>69.548900000000003</c:v>
                </c:pt>
                <c:pt idx="97">
                  <c:v>69.558899999999994</c:v>
                </c:pt>
                <c:pt idx="98">
                  <c:v>69.568899999999999</c:v>
                </c:pt>
                <c:pt idx="99">
                  <c:v>69.578900000000004</c:v>
                </c:pt>
                <c:pt idx="100">
                  <c:v>69.588899999999995</c:v>
                </c:pt>
                <c:pt idx="101">
                  <c:v>69.5989</c:v>
                </c:pt>
                <c:pt idx="102">
                  <c:v>69.608900000000006</c:v>
                </c:pt>
                <c:pt idx="103">
                  <c:v>69.618899999999996</c:v>
                </c:pt>
                <c:pt idx="104">
                  <c:v>69.628900000000002</c:v>
                </c:pt>
                <c:pt idx="105">
                  <c:v>69.638900000000007</c:v>
                </c:pt>
                <c:pt idx="106">
                  <c:v>69.648899999999998</c:v>
                </c:pt>
                <c:pt idx="107">
                  <c:v>69.658900000000003</c:v>
                </c:pt>
                <c:pt idx="108">
                  <c:v>69.668899999999994</c:v>
                </c:pt>
                <c:pt idx="109">
                  <c:v>69.678899999999999</c:v>
                </c:pt>
                <c:pt idx="110">
                  <c:v>69.688900000000004</c:v>
                </c:pt>
                <c:pt idx="111">
                  <c:v>69.698899999999995</c:v>
                </c:pt>
                <c:pt idx="112">
                  <c:v>69.7089</c:v>
                </c:pt>
                <c:pt idx="113">
                  <c:v>69.718900000000005</c:v>
                </c:pt>
                <c:pt idx="114">
                  <c:v>69.728899999999996</c:v>
                </c:pt>
                <c:pt idx="115">
                  <c:v>69.738900000000001</c:v>
                </c:pt>
                <c:pt idx="116">
                  <c:v>69.748900000000006</c:v>
                </c:pt>
                <c:pt idx="117">
                  <c:v>69.758899999999997</c:v>
                </c:pt>
                <c:pt idx="118">
                  <c:v>69.768900000000002</c:v>
                </c:pt>
                <c:pt idx="119">
                  <c:v>69.778899999999993</c:v>
                </c:pt>
                <c:pt idx="120">
                  <c:v>69.788899999999998</c:v>
                </c:pt>
                <c:pt idx="121">
                  <c:v>69.798900000000003</c:v>
                </c:pt>
                <c:pt idx="122">
                  <c:v>69.808899999999994</c:v>
                </c:pt>
                <c:pt idx="123">
                  <c:v>69.818899999999999</c:v>
                </c:pt>
                <c:pt idx="124">
                  <c:v>69.828900000000004</c:v>
                </c:pt>
                <c:pt idx="125">
                  <c:v>69.838899999999995</c:v>
                </c:pt>
                <c:pt idx="126">
                  <c:v>69.8489</c:v>
                </c:pt>
                <c:pt idx="127">
                  <c:v>69.858900000000006</c:v>
                </c:pt>
                <c:pt idx="128">
                  <c:v>69.868899999999996</c:v>
                </c:pt>
                <c:pt idx="129">
                  <c:v>69.878900000000002</c:v>
                </c:pt>
                <c:pt idx="130">
                  <c:v>69.888900000000007</c:v>
                </c:pt>
                <c:pt idx="131">
                  <c:v>69.898899999999998</c:v>
                </c:pt>
                <c:pt idx="132">
                  <c:v>69.908900000000003</c:v>
                </c:pt>
                <c:pt idx="133">
                  <c:v>69.918899999999994</c:v>
                </c:pt>
                <c:pt idx="134">
                  <c:v>69.928899999999999</c:v>
                </c:pt>
                <c:pt idx="135">
                  <c:v>69.938900000000004</c:v>
                </c:pt>
                <c:pt idx="136">
                  <c:v>69.948899999999995</c:v>
                </c:pt>
                <c:pt idx="137">
                  <c:v>69.9589</c:v>
                </c:pt>
                <c:pt idx="138">
                  <c:v>69.968900000000005</c:v>
                </c:pt>
                <c:pt idx="139">
                  <c:v>69.978899999999996</c:v>
                </c:pt>
                <c:pt idx="140">
                  <c:v>69.988900000000001</c:v>
                </c:pt>
                <c:pt idx="141">
                  <c:v>69.998900000000006</c:v>
                </c:pt>
                <c:pt idx="142">
                  <c:v>70.008899999999997</c:v>
                </c:pt>
                <c:pt idx="143">
                  <c:v>70.018900000000002</c:v>
                </c:pt>
                <c:pt idx="144">
                  <c:v>70.028899999999993</c:v>
                </c:pt>
                <c:pt idx="145">
                  <c:v>70.038899999999998</c:v>
                </c:pt>
                <c:pt idx="146">
                  <c:v>70.048900000000003</c:v>
                </c:pt>
                <c:pt idx="147">
                  <c:v>70.058899999999994</c:v>
                </c:pt>
                <c:pt idx="148">
                  <c:v>70.068899999999999</c:v>
                </c:pt>
                <c:pt idx="149">
                  <c:v>70.078900000000004</c:v>
                </c:pt>
                <c:pt idx="150">
                  <c:v>70.088899999999995</c:v>
                </c:pt>
                <c:pt idx="151">
                  <c:v>70.0989</c:v>
                </c:pt>
                <c:pt idx="152">
                  <c:v>70.108900000000006</c:v>
                </c:pt>
                <c:pt idx="153">
                  <c:v>70.118899999999996</c:v>
                </c:pt>
                <c:pt idx="154">
                  <c:v>70.128900000000002</c:v>
                </c:pt>
                <c:pt idx="155">
                  <c:v>70.138900000000007</c:v>
                </c:pt>
                <c:pt idx="156">
                  <c:v>70.148899999999998</c:v>
                </c:pt>
                <c:pt idx="157">
                  <c:v>70.158900000000003</c:v>
                </c:pt>
                <c:pt idx="158">
                  <c:v>70.168899999999994</c:v>
                </c:pt>
                <c:pt idx="159">
                  <c:v>70.178899999999999</c:v>
                </c:pt>
                <c:pt idx="160">
                  <c:v>70.188900000000004</c:v>
                </c:pt>
                <c:pt idx="161">
                  <c:v>70.198899999999995</c:v>
                </c:pt>
                <c:pt idx="162">
                  <c:v>70.2089</c:v>
                </c:pt>
                <c:pt idx="163">
                  <c:v>70.218900000000005</c:v>
                </c:pt>
                <c:pt idx="164">
                  <c:v>70.228899999999996</c:v>
                </c:pt>
                <c:pt idx="165">
                  <c:v>70.238900000000001</c:v>
                </c:pt>
                <c:pt idx="166">
                  <c:v>70.248900000000006</c:v>
                </c:pt>
                <c:pt idx="167">
                  <c:v>70.258899999999997</c:v>
                </c:pt>
                <c:pt idx="168">
                  <c:v>70.268900000000002</c:v>
                </c:pt>
                <c:pt idx="169">
                  <c:v>70.278899999999993</c:v>
                </c:pt>
                <c:pt idx="170">
                  <c:v>70.288899999999998</c:v>
                </c:pt>
                <c:pt idx="171">
                  <c:v>70.298900000000003</c:v>
                </c:pt>
                <c:pt idx="172">
                  <c:v>70.308899999999994</c:v>
                </c:pt>
                <c:pt idx="173">
                  <c:v>70.318899999999999</c:v>
                </c:pt>
                <c:pt idx="174">
                  <c:v>70.328900000000004</c:v>
                </c:pt>
                <c:pt idx="175">
                  <c:v>70.338899999999995</c:v>
                </c:pt>
                <c:pt idx="176">
                  <c:v>70.3489</c:v>
                </c:pt>
                <c:pt idx="177">
                  <c:v>70.358900000000006</c:v>
                </c:pt>
                <c:pt idx="178">
                  <c:v>70.368899999999996</c:v>
                </c:pt>
                <c:pt idx="179">
                  <c:v>70.378900000000002</c:v>
                </c:pt>
                <c:pt idx="180">
                  <c:v>70.388900000000007</c:v>
                </c:pt>
                <c:pt idx="181">
                  <c:v>70.398899999999998</c:v>
                </c:pt>
                <c:pt idx="182">
                  <c:v>70.408900000000003</c:v>
                </c:pt>
                <c:pt idx="183">
                  <c:v>70.418899999999994</c:v>
                </c:pt>
                <c:pt idx="184">
                  <c:v>70.428899999999999</c:v>
                </c:pt>
                <c:pt idx="185">
                  <c:v>70.438900000000004</c:v>
                </c:pt>
                <c:pt idx="186">
                  <c:v>70.448899999999995</c:v>
                </c:pt>
                <c:pt idx="187">
                  <c:v>70.4589</c:v>
                </c:pt>
                <c:pt idx="188">
                  <c:v>70.468900000000005</c:v>
                </c:pt>
                <c:pt idx="189">
                  <c:v>70.478899999999996</c:v>
                </c:pt>
                <c:pt idx="190">
                  <c:v>70.488900000000001</c:v>
                </c:pt>
                <c:pt idx="191">
                  <c:v>70.498900000000006</c:v>
                </c:pt>
                <c:pt idx="192">
                  <c:v>70.508899999999997</c:v>
                </c:pt>
                <c:pt idx="193">
                  <c:v>70.518900000000002</c:v>
                </c:pt>
                <c:pt idx="194">
                  <c:v>70.528899999999993</c:v>
                </c:pt>
                <c:pt idx="195">
                  <c:v>70.538899999999998</c:v>
                </c:pt>
                <c:pt idx="196">
                  <c:v>70.548900000000003</c:v>
                </c:pt>
                <c:pt idx="197">
                  <c:v>70.558899999999994</c:v>
                </c:pt>
                <c:pt idx="198">
                  <c:v>70.568899999999999</c:v>
                </c:pt>
                <c:pt idx="199">
                  <c:v>70.578900000000004</c:v>
                </c:pt>
                <c:pt idx="200">
                  <c:v>70.588899999999995</c:v>
                </c:pt>
              </c:numCache>
              <c:extLst xmlns:c15="http://schemas.microsoft.com/office/drawing/2012/chart"/>
            </c:numRef>
          </c:xVal>
          <c:yVal>
            <c:numRef>
              <c:f>'θ-scan2_thermo'!$E$5:$E$205</c:f>
              <c:numCache>
                <c:formatCode>0.00E+00</c:formatCode>
                <c:ptCount val="201"/>
                <c:pt idx="0">
                  <c:v>3.3946991123939268E-3</c:v>
                </c:pt>
                <c:pt idx="1">
                  <c:v>3.691562401070742E-3</c:v>
                </c:pt>
                <c:pt idx="2">
                  <c:v>4.1333725354194229E-3</c:v>
                </c:pt>
                <c:pt idx="3">
                  <c:v>2.954014487225549E-3</c:v>
                </c:pt>
                <c:pt idx="4">
                  <c:v>5.7601152164830751E-3</c:v>
                </c:pt>
                <c:pt idx="5">
                  <c:v>4.2843898183101085E-3</c:v>
                </c:pt>
                <c:pt idx="6">
                  <c:v>4.7289879096921728E-3</c:v>
                </c:pt>
                <c:pt idx="7">
                  <c:v>5.1769285593473106E-3</c:v>
                </c:pt>
                <c:pt idx="8">
                  <c:v>5.7691490965135301E-3</c:v>
                </c:pt>
                <c:pt idx="9">
                  <c:v>5.6205594622059383E-3</c:v>
                </c:pt>
                <c:pt idx="10">
                  <c:v>8.5856138240935319E-3</c:v>
                </c:pt>
                <c:pt idx="11">
                  <c:v>8.8863651611831122E-3</c:v>
                </c:pt>
                <c:pt idx="12">
                  <c:v>5.926289844020792E-3</c:v>
                </c:pt>
                <c:pt idx="13">
                  <c:v>8.592567133134419E-3</c:v>
                </c:pt>
                <c:pt idx="14">
                  <c:v>7.5557495424289937E-3</c:v>
                </c:pt>
                <c:pt idx="15">
                  <c:v>7.996097667416888E-3</c:v>
                </c:pt>
                <c:pt idx="16">
                  <c:v>6.6607786370297337E-3</c:v>
                </c:pt>
                <c:pt idx="17">
                  <c:v>7.9950523062972054E-3</c:v>
                </c:pt>
                <c:pt idx="18">
                  <c:v>1.0217423817259154E-2</c:v>
                </c:pt>
                <c:pt idx="19">
                  <c:v>1.1992916894445718E-2</c:v>
                </c:pt>
                <c:pt idx="20">
                  <c:v>1.1702577308966277E-2</c:v>
                </c:pt>
                <c:pt idx="21">
                  <c:v>1.0964919267003445E-2</c:v>
                </c:pt>
                <c:pt idx="22">
                  <c:v>1.3636471906177635E-2</c:v>
                </c:pt>
                <c:pt idx="23">
                  <c:v>1.2303517093772887E-2</c:v>
                </c:pt>
                <c:pt idx="24">
                  <c:v>1.1566490772965446E-2</c:v>
                </c:pt>
                <c:pt idx="25">
                  <c:v>1.2760051519153126E-2</c:v>
                </c:pt>
                <c:pt idx="26">
                  <c:v>1.5128168513321659E-2</c:v>
                </c:pt>
                <c:pt idx="27">
                  <c:v>1.5564483573918497E-2</c:v>
                </c:pt>
                <c:pt idx="28">
                  <c:v>1.5710928868947406E-2</c:v>
                </c:pt>
                <c:pt idx="29">
                  <c:v>1.8229497006827747E-2</c:v>
                </c:pt>
                <c:pt idx="30">
                  <c:v>1.9410596208909045E-2</c:v>
                </c:pt>
                <c:pt idx="31">
                  <c:v>2.0457814156383414E-2</c:v>
                </c:pt>
                <c:pt idx="32">
                  <c:v>1.7943459210950766E-2</c:v>
                </c:pt>
                <c:pt idx="33">
                  <c:v>2.298721225831208E-2</c:v>
                </c:pt>
                <c:pt idx="34">
                  <c:v>2.417079457127513E-2</c:v>
                </c:pt>
                <c:pt idx="35">
                  <c:v>2.832048576720626E-2</c:v>
                </c:pt>
                <c:pt idx="36">
                  <c:v>2.6260467578159089E-2</c:v>
                </c:pt>
                <c:pt idx="37">
                  <c:v>2.8339944008579733E-2</c:v>
                </c:pt>
                <c:pt idx="38">
                  <c:v>3.0427084201463811E-2</c:v>
                </c:pt>
                <c:pt idx="39">
                  <c:v>3.6393491720681168E-2</c:v>
                </c:pt>
                <c:pt idx="40">
                  <c:v>3.9819482240347481E-2</c:v>
                </c:pt>
                <c:pt idx="41">
                  <c:v>3.922953548931133E-2</c:v>
                </c:pt>
                <c:pt idx="42">
                  <c:v>3.9395111111309326E-2</c:v>
                </c:pt>
                <c:pt idx="43">
                  <c:v>4.6837640708636552E-2</c:v>
                </c:pt>
                <c:pt idx="44">
                  <c:v>4.8772971660732474E-2</c:v>
                </c:pt>
                <c:pt idx="45">
                  <c:v>5.058601217016135E-2</c:v>
                </c:pt>
                <c:pt idx="46">
                  <c:v>5.1066073514123907E-2</c:v>
                </c:pt>
                <c:pt idx="47">
                  <c:v>5.7027831517451034E-2</c:v>
                </c:pt>
                <c:pt idx="48">
                  <c:v>6.0472059793342844E-2</c:v>
                </c:pt>
                <c:pt idx="49">
                  <c:v>6.4772077927569865E-2</c:v>
                </c:pt>
                <c:pt idx="50">
                  <c:v>6.3290221225979534E-2</c:v>
                </c:pt>
                <c:pt idx="51">
                  <c:v>6.6431547644892161E-2</c:v>
                </c:pt>
                <c:pt idx="52">
                  <c:v>7.323759314236522E-2</c:v>
                </c:pt>
                <c:pt idx="53">
                  <c:v>8.1401422364107731E-2</c:v>
                </c:pt>
                <c:pt idx="54">
                  <c:v>7.7080583896434532E-2</c:v>
                </c:pt>
                <c:pt idx="55">
                  <c:v>8.2137634313818111E-2</c:v>
                </c:pt>
                <c:pt idx="56">
                  <c:v>8.1056634657327278E-2</c:v>
                </c:pt>
                <c:pt idx="57">
                  <c:v>9.4797202146149132E-2</c:v>
                </c:pt>
                <c:pt idx="58">
                  <c:v>9.9231495951845911E-2</c:v>
                </c:pt>
                <c:pt idx="59">
                  <c:v>9.881333224003723E-2</c:v>
                </c:pt>
                <c:pt idx="60">
                  <c:v>0.10953452988992687</c:v>
                </c:pt>
                <c:pt idx="61">
                  <c:v>0.11075215240258336</c:v>
                </c:pt>
                <c:pt idx="62">
                  <c:v>0.12428323481601991</c:v>
                </c:pt>
                <c:pt idx="63">
                  <c:v>0.12983298246379743</c:v>
                </c:pt>
                <c:pt idx="64">
                  <c:v>0.13365891671936408</c:v>
                </c:pt>
                <c:pt idx="65">
                  <c:v>0.15327535111685248</c:v>
                </c:pt>
                <c:pt idx="66">
                  <c:v>0.16473717995941764</c:v>
                </c:pt>
                <c:pt idx="67">
                  <c:v>0.17418169380547804</c:v>
                </c:pt>
                <c:pt idx="68">
                  <c:v>0.19396063038190356</c:v>
                </c:pt>
                <c:pt idx="69">
                  <c:v>0.20553343199933871</c:v>
                </c:pt>
                <c:pt idx="70">
                  <c:v>0.22737776488075426</c:v>
                </c:pt>
                <c:pt idx="71">
                  <c:v>0.23429326981674667</c:v>
                </c:pt>
                <c:pt idx="72">
                  <c:v>0.26405840523607343</c:v>
                </c:pt>
                <c:pt idx="73">
                  <c:v>0.27969530343449839</c:v>
                </c:pt>
                <c:pt idx="74">
                  <c:v>0.30304530948771208</c:v>
                </c:pt>
                <c:pt idx="75">
                  <c:v>0.32737924961538167</c:v>
                </c:pt>
                <c:pt idx="76">
                  <c:v>0.37128135158249931</c:v>
                </c:pt>
                <c:pt idx="77">
                  <c:v>0.40342704244734334</c:v>
                </c:pt>
                <c:pt idx="78">
                  <c:v>0.43211705689229246</c:v>
                </c:pt>
                <c:pt idx="79">
                  <c:v>0.50585511600921573</c:v>
                </c:pt>
                <c:pt idx="80">
                  <c:v>0.53944849798943706</c:v>
                </c:pt>
                <c:pt idx="81">
                  <c:v>0.58132610939552354</c:v>
                </c:pt>
                <c:pt idx="82">
                  <c:v>0.67424963789355918</c:v>
                </c:pt>
                <c:pt idx="83">
                  <c:v>0.76344392366021463</c:v>
                </c:pt>
                <c:pt idx="84">
                  <c:v>0.86314710644103976</c:v>
                </c:pt>
                <c:pt idx="85">
                  <c:v>0.97869733052227048</c:v>
                </c:pt>
                <c:pt idx="86">
                  <c:v>1.1300502345097299</c:v>
                </c:pt>
                <c:pt idx="87">
                  <c:v>1.3203855471947259</c:v>
                </c:pt>
                <c:pt idx="88">
                  <c:v>1.5834157368275676</c:v>
                </c:pt>
                <c:pt idx="89">
                  <c:v>1.9131690395990215</c:v>
                </c:pt>
                <c:pt idx="90">
                  <c:v>2.2906535066699738</c:v>
                </c:pt>
                <c:pt idx="91">
                  <c:v>2.8802174778199237</c:v>
                </c:pt>
                <c:pt idx="92">
                  <c:v>3.7146865177918071</c:v>
                </c:pt>
                <c:pt idx="93">
                  <c:v>4.9763885560833891</c:v>
                </c:pt>
                <c:pt idx="94">
                  <c:v>6.9960907588100483</c:v>
                </c:pt>
                <c:pt idx="95">
                  <c:v>10.545257756600973</c:v>
                </c:pt>
                <c:pt idx="96">
                  <c:v>17.790741783790711</c:v>
                </c:pt>
                <c:pt idx="97">
                  <c:v>36.672456418865664</c:v>
                </c:pt>
                <c:pt idx="98">
                  <c:v>127.52415137218667</c:v>
                </c:pt>
                <c:pt idx="99">
                  <c:v>8244.0829683961329</c:v>
                </c:pt>
                <c:pt idx="100">
                  <c:v>15416.675126191849</c:v>
                </c:pt>
                <c:pt idx="101">
                  <c:v>192.36328106592552</c:v>
                </c:pt>
                <c:pt idx="102">
                  <c:v>43.548261582485203</c:v>
                </c:pt>
                <c:pt idx="103">
                  <c:v>19.833856507128914</c:v>
                </c:pt>
                <c:pt idx="104">
                  <c:v>11.514196950272874</c:v>
                </c:pt>
                <c:pt idx="105">
                  <c:v>7.5864213118573289</c:v>
                </c:pt>
                <c:pt idx="106">
                  <c:v>5.3401518251592828</c:v>
                </c:pt>
                <c:pt idx="107">
                  <c:v>4.0453302596343601</c:v>
                </c:pt>
                <c:pt idx="108">
                  <c:v>3.1135874408889763</c:v>
                </c:pt>
                <c:pt idx="109">
                  <c:v>2.4835526530492698</c:v>
                </c:pt>
                <c:pt idx="110">
                  <c:v>2.0426967295268099</c:v>
                </c:pt>
                <c:pt idx="111">
                  <c:v>1.6668144525426767</c:v>
                </c:pt>
                <c:pt idx="112">
                  <c:v>1.4100199571362344</c:v>
                </c:pt>
                <c:pt idx="113">
                  <c:v>1.1959706260840879</c:v>
                </c:pt>
                <c:pt idx="114">
                  <c:v>1.0122790303609115</c:v>
                </c:pt>
                <c:pt idx="115">
                  <c:v>0.92309467836820269</c:v>
                </c:pt>
                <c:pt idx="116">
                  <c:v>0.81071671194246653</c:v>
                </c:pt>
                <c:pt idx="117">
                  <c:v>0.71925561798450222</c:v>
                </c:pt>
                <c:pt idx="118">
                  <c:v>0.64214185640816768</c:v>
                </c:pt>
                <c:pt idx="119">
                  <c:v>0.58564115704742403</c:v>
                </c:pt>
                <c:pt idx="120">
                  <c:v>0.51473765106134872</c:v>
                </c:pt>
                <c:pt idx="121">
                  <c:v>0.46260438019229777</c:v>
                </c:pt>
                <c:pt idx="122">
                  <c:v>0.42156198180968324</c:v>
                </c:pt>
                <c:pt idx="123">
                  <c:v>0.39691053744816318</c:v>
                </c:pt>
                <c:pt idx="124">
                  <c:v>0.35902991200279094</c:v>
                </c:pt>
                <c:pt idx="125">
                  <c:v>0.32356462011166964</c:v>
                </c:pt>
                <c:pt idx="126">
                  <c:v>0.30229262549090014</c:v>
                </c:pt>
                <c:pt idx="127">
                  <c:v>0.2873009130648646</c:v>
                </c:pt>
                <c:pt idx="128">
                  <c:v>0.26919168973203583</c:v>
                </c:pt>
                <c:pt idx="129">
                  <c:v>0.2501464778353073</c:v>
                </c:pt>
                <c:pt idx="130">
                  <c:v>0.23940385160620722</c:v>
                </c:pt>
                <c:pt idx="131">
                  <c:v>0.2201907514135065</c:v>
                </c:pt>
                <c:pt idx="132">
                  <c:v>0.21402126772382438</c:v>
                </c:pt>
                <c:pt idx="133">
                  <c:v>0.19569605957252997</c:v>
                </c:pt>
                <c:pt idx="134">
                  <c:v>0.19481585377694119</c:v>
                </c:pt>
                <c:pt idx="135">
                  <c:v>0.1831818926747836</c:v>
                </c:pt>
                <c:pt idx="136">
                  <c:v>0.17556946521179209</c:v>
                </c:pt>
                <c:pt idx="137">
                  <c:v>0.16943938747601128</c:v>
                </c:pt>
                <c:pt idx="138">
                  <c:v>0.15784018902470684</c:v>
                </c:pt>
                <c:pt idx="139">
                  <c:v>0.137221114107273</c:v>
                </c:pt>
                <c:pt idx="140">
                  <c:v>0.13184803256109356</c:v>
                </c:pt>
                <c:pt idx="141">
                  <c:v>0.12628692715751935</c:v>
                </c:pt>
                <c:pt idx="142">
                  <c:v>0.12220108780391054</c:v>
                </c:pt>
                <c:pt idx="143">
                  <c:v>0.10813488320030028</c:v>
                </c:pt>
                <c:pt idx="144">
                  <c:v>0.11736202155931286</c:v>
                </c:pt>
                <c:pt idx="145">
                  <c:v>0.10737731143047315</c:v>
                </c:pt>
                <c:pt idx="146">
                  <c:v>0.10289092418468673</c:v>
                </c:pt>
                <c:pt idx="147">
                  <c:v>0.10154887688526509</c:v>
                </c:pt>
                <c:pt idx="148">
                  <c:v>9.2967894850533958E-2</c:v>
                </c:pt>
                <c:pt idx="149">
                  <c:v>8.8976609318346569E-2</c:v>
                </c:pt>
                <c:pt idx="150">
                  <c:v>8.8735505293299641E-2</c:v>
                </c:pt>
                <c:pt idx="151">
                  <c:v>8.4530495850747275E-2</c:v>
                </c:pt>
                <c:pt idx="152">
                  <c:v>8.1210592541065676E-2</c:v>
                </c:pt>
                <c:pt idx="153">
                  <c:v>7.0940031653472374E-2</c:v>
                </c:pt>
                <c:pt idx="154">
                  <c:v>6.6099652653131905E-2</c:v>
                </c:pt>
                <c:pt idx="155">
                  <c:v>6.5830295038216302E-2</c:v>
                </c:pt>
                <c:pt idx="156">
                  <c:v>6.7198895032223302E-2</c:v>
                </c:pt>
                <c:pt idx="157">
                  <c:v>6.3357011315199316E-2</c:v>
                </c:pt>
                <c:pt idx="158">
                  <c:v>5.5955814385308292E-2</c:v>
                </c:pt>
                <c:pt idx="159">
                  <c:v>6.1128724959805592E-2</c:v>
                </c:pt>
                <c:pt idx="160">
                  <c:v>6.024536088772478E-2</c:v>
                </c:pt>
                <c:pt idx="161">
                  <c:v>5.2213152066219716E-2</c:v>
                </c:pt>
                <c:pt idx="162">
                  <c:v>5.2074773258641155E-2</c:v>
                </c:pt>
                <c:pt idx="163">
                  <c:v>5.2201305604584858E-2</c:v>
                </c:pt>
                <c:pt idx="164">
                  <c:v>4.8888739279592495E-2</c:v>
                </c:pt>
                <c:pt idx="165">
                  <c:v>4.9475924379726234E-2</c:v>
                </c:pt>
                <c:pt idx="166">
                  <c:v>4.7533221824028048E-2</c:v>
                </c:pt>
                <c:pt idx="167">
                  <c:v>4.4956194275605176E-2</c:v>
                </c:pt>
                <c:pt idx="168">
                  <c:v>4.1643408192230578E-2</c:v>
                </c:pt>
                <c:pt idx="169">
                  <c:v>4.1640043537012505E-2</c:v>
                </c:pt>
                <c:pt idx="170">
                  <c:v>3.921477485533495E-2</c:v>
                </c:pt>
                <c:pt idx="171">
                  <c:v>4.1803673409952599E-2</c:v>
                </c:pt>
                <c:pt idx="172">
                  <c:v>3.877849909152277E-2</c:v>
                </c:pt>
                <c:pt idx="173">
                  <c:v>3.8634216510512721E-2</c:v>
                </c:pt>
                <c:pt idx="174">
                  <c:v>3.7437725110426513E-2</c:v>
                </c:pt>
                <c:pt idx="175">
                  <c:v>3.320381017208883E-2</c:v>
                </c:pt>
                <c:pt idx="176">
                  <c:v>3.1537874075576386E-2</c:v>
                </c:pt>
                <c:pt idx="177">
                  <c:v>3.2157161391499225E-2</c:v>
                </c:pt>
                <c:pt idx="178">
                  <c:v>2.928335793995188E-2</c:v>
                </c:pt>
                <c:pt idx="179">
                  <c:v>3.2328320227766216E-2</c:v>
                </c:pt>
                <c:pt idx="180">
                  <c:v>2.6568751152704247E-2</c:v>
                </c:pt>
                <c:pt idx="181">
                  <c:v>2.7939813935720176E-2</c:v>
                </c:pt>
                <c:pt idx="182">
                  <c:v>2.6877478422395882E-2</c:v>
                </c:pt>
                <c:pt idx="183">
                  <c:v>2.7034221512305591E-2</c:v>
                </c:pt>
                <c:pt idx="184">
                  <c:v>2.4009091969607588E-2</c:v>
                </c:pt>
                <c:pt idx="185">
                  <c:v>2.5386141067137602E-2</c:v>
                </c:pt>
                <c:pt idx="186">
                  <c:v>2.7505871933784828E-2</c:v>
                </c:pt>
                <c:pt idx="187">
                  <c:v>2.5384011453265968E-2</c:v>
                </c:pt>
                <c:pt idx="188">
                  <c:v>2.2197435423859421E-2</c:v>
                </c:pt>
                <c:pt idx="189">
                  <c:v>2.1887328864457566E-2</c:v>
                </c:pt>
                <c:pt idx="190">
                  <c:v>1.96060732562841E-2</c:v>
                </c:pt>
                <c:pt idx="191">
                  <c:v>2.4177604485684647E-2</c:v>
                </c:pt>
                <c:pt idx="192">
                  <c:v>2.2353340871021803E-2</c:v>
                </c:pt>
                <c:pt idx="193">
                  <c:v>2.0838501129507605E-2</c:v>
                </c:pt>
                <c:pt idx="194">
                  <c:v>2.2506127559347784E-2</c:v>
                </c:pt>
                <c:pt idx="195">
                  <c:v>2.1287476621599001E-2</c:v>
                </c:pt>
                <c:pt idx="196">
                  <c:v>2.1755515532844757E-2</c:v>
                </c:pt>
                <c:pt idx="197">
                  <c:v>1.7796397169587981E-2</c:v>
                </c:pt>
                <c:pt idx="198">
                  <c:v>1.7497183409919268E-2</c:v>
                </c:pt>
                <c:pt idx="199">
                  <c:v>1.6584075687530515E-2</c:v>
                </c:pt>
                <c:pt idx="200">
                  <c:v>1.4308179432119926E-2</c:v>
                </c:pt>
              </c:numCache>
              <c:extLst xmlns:c15="http://schemas.microsoft.com/office/drawing/2012/chart"/>
            </c:numRef>
          </c:yVal>
          <c:smooth val="0"/>
          <c:extLst>
            <c:ext xmlns:c16="http://schemas.microsoft.com/office/drawing/2014/chart" uri="{C3380CC4-5D6E-409C-BE32-E72D297353CC}">
              <c16:uniqueId val="{00000000-F6AD-41AA-B048-F403BE869230}"/>
            </c:ext>
          </c:extLst>
        </c:ser>
        <c:ser>
          <c:idx val="2"/>
          <c:order val="2"/>
          <c:tx>
            <c:strRef>
              <c:f>'θ-scan2_thermo'!$P$2</c:f>
              <c:strCache>
                <c:ptCount val="1"/>
                <c:pt idx="0">
                  <c:v>Si_RoughTEOS-2θ-scan</c:v>
                </c:pt>
              </c:strCache>
              <c:extLst xmlns:c15="http://schemas.microsoft.com/office/drawing/2012/chart"/>
            </c:strRef>
          </c:tx>
          <c:spPr>
            <a:ln w="2540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'θ-scan2_thermo'!$N$5:$N$205</c:f>
              <c:numCache>
                <c:formatCode>General</c:formatCode>
                <c:ptCount val="201"/>
                <c:pt idx="0">
                  <c:v>68.5822</c:v>
                </c:pt>
                <c:pt idx="1">
                  <c:v>68.592200000000005</c:v>
                </c:pt>
                <c:pt idx="2">
                  <c:v>68.602199999999996</c:v>
                </c:pt>
                <c:pt idx="3">
                  <c:v>68.612200000000001</c:v>
                </c:pt>
                <c:pt idx="4">
                  <c:v>68.622200000000007</c:v>
                </c:pt>
                <c:pt idx="5">
                  <c:v>68.632199999999997</c:v>
                </c:pt>
                <c:pt idx="6">
                  <c:v>68.642200000000003</c:v>
                </c:pt>
                <c:pt idx="7">
                  <c:v>68.652199999999993</c:v>
                </c:pt>
                <c:pt idx="8">
                  <c:v>68.662199999999999</c:v>
                </c:pt>
                <c:pt idx="9">
                  <c:v>68.672200000000004</c:v>
                </c:pt>
                <c:pt idx="10">
                  <c:v>68.682199999999995</c:v>
                </c:pt>
                <c:pt idx="11">
                  <c:v>68.6922</c:v>
                </c:pt>
                <c:pt idx="12">
                  <c:v>68.702200000000005</c:v>
                </c:pt>
                <c:pt idx="13">
                  <c:v>68.712199999999996</c:v>
                </c:pt>
                <c:pt idx="14">
                  <c:v>68.722200000000001</c:v>
                </c:pt>
                <c:pt idx="15">
                  <c:v>68.732200000000006</c:v>
                </c:pt>
                <c:pt idx="16">
                  <c:v>68.742199999999997</c:v>
                </c:pt>
                <c:pt idx="17">
                  <c:v>68.752200000000002</c:v>
                </c:pt>
                <c:pt idx="18">
                  <c:v>68.762200000000007</c:v>
                </c:pt>
                <c:pt idx="19">
                  <c:v>68.772199999999998</c:v>
                </c:pt>
                <c:pt idx="20">
                  <c:v>68.782200000000003</c:v>
                </c:pt>
                <c:pt idx="21">
                  <c:v>68.792199999999994</c:v>
                </c:pt>
                <c:pt idx="22">
                  <c:v>68.802199999999999</c:v>
                </c:pt>
                <c:pt idx="23">
                  <c:v>68.812200000000004</c:v>
                </c:pt>
                <c:pt idx="24">
                  <c:v>68.822199999999995</c:v>
                </c:pt>
                <c:pt idx="25">
                  <c:v>68.8322</c:v>
                </c:pt>
                <c:pt idx="26">
                  <c:v>68.842200000000005</c:v>
                </c:pt>
                <c:pt idx="27">
                  <c:v>68.852199999999996</c:v>
                </c:pt>
                <c:pt idx="28">
                  <c:v>68.862200000000001</c:v>
                </c:pt>
                <c:pt idx="29">
                  <c:v>68.872200000000007</c:v>
                </c:pt>
                <c:pt idx="30">
                  <c:v>68.882199999999997</c:v>
                </c:pt>
                <c:pt idx="31">
                  <c:v>68.892200000000003</c:v>
                </c:pt>
                <c:pt idx="32">
                  <c:v>68.902199999999993</c:v>
                </c:pt>
                <c:pt idx="33">
                  <c:v>68.912199999999999</c:v>
                </c:pt>
                <c:pt idx="34">
                  <c:v>68.922200000000004</c:v>
                </c:pt>
                <c:pt idx="35">
                  <c:v>68.932199999999995</c:v>
                </c:pt>
                <c:pt idx="36">
                  <c:v>68.9422</c:v>
                </c:pt>
                <c:pt idx="37">
                  <c:v>68.952200000000005</c:v>
                </c:pt>
                <c:pt idx="38">
                  <c:v>68.962199999999996</c:v>
                </c:pt>
                <c:pt idx="39">
                  <c:v>68.972200000000001</c:v>
                </c:pt>
                <c:pt idx="40">
                  <c:v>68.982200000000006</c:v>
                </c:pt>
                <c:pt idx="41">
                  <c:v>68.992199999999997</c:v>
                </c:pt>
                <c:pt idx="42">
                  <c:v>69.002200000000002</c:v>
                </c:pt>
                <c:pt idx="43">
                  <c:v>69.012200000000007</c:v>
                </c:pt>
                <c:pt idx="44">
                  <c:v>69.022199999999998</c:v>
                </c:pt>
                <c:pt idx="45">
                  <c:v>69.032200000000003</c:v>
                </c:pt>
                <c:pt idx="46">
                  <c:v>69.042199999999994</c:v>
                </c:pt>
                <c:pt idx="47">
                  <c:v>69.052199999999999</c:v>
                </c:pt>
                <c:pt idx="48">
                  <c:v>69.062200000000004</c:v>
                </c:pt>
                <c:pt idx="49">
                  <c:v>69.072199999999995</c:v>
                </c:pt>
                <c:pt idx="50">
                  <c:v>69.0822</c:v>
                </c:pt>
                <c:pt idx="51">
                  <c:v>69.092200000000005</c:v>
                </c:pt>
                <c:pt idx="52">
                  <c:v>69.102199999999996</c:v>
                </c:pt>
                <c:pt idx="53">
                  <c:v>69.112200000000001</c:v>
                </c:pt>
                <c:pt idx="54">
                  <c:v>69.122200000000007</c:v>
                </c:pt>
                <c:pt idx="55">
                  <c:v>69.132199999999997</c:v>
                </c:pt>
                <c:pt idx="56">
                  <c:v>69.142200000000003</c:v>
                </c:pt>
                <c:pt idx="57">
                  <c:v>69.152199999999993</c:v>
                </c:pt>
                <c:pt idx="58">
                  <c:v>69.162199999999999</c:v>
                </c:pt>
                <c:pt idx="59">
                  <c:v>69.172200000000004</c:v>
                </c:pt>
                <c:pt idx="60">
                  <c:v>69.182199999999995</c:v>
                </c:pt>
                <c:pt idx="61">
                  <c:v>69.1922</c:v>
                </c:pt>
                <c:pt idx="62">
                  <c:v>69.202200000000005</c:v>
                </c:pt>
                <c:pt idx="63">
                  <c:v>69.212199999999996</c:v>
                </c:pt>
                <c:pt idx="64">
                  <c:v>69.222200000000001</c:v>
                </c:pt>
                <c:pt idx="65">
                  <c:v>69.232200000000006</c:v>
                </c:pt>
                <c:pt idx="66">
                  <c:v>69.242199999999997</c:v>
                </c:pt>
                <c:pt idx="67">
                  <c:v>69.252200000000002</c:v>
                </c:pt>
                <c:pt idx="68">
                  <c:v>69.262200000000007</c:v>
                </c:pt>
                <c:pt idx="69">
                  <c:v>69.272199999999998</c:v>
                </c:pt>
                <c:pt idx="70">
                  <c:v>69.282200000000003</c:v>
                </c:pt>
                <c:pt idx="71">
                  <c:v>69.292199999999994</c:v>
                </c:pt>
                <c:pt idx="72">
                  <c:v>69.302199999999999</c:v>
                </c:pt>
                <c:pt idx="73">
                  <c:v>69.312200000000004</c:v>
                </c:pt>
                <c:pt idx="74">
                  <c:v>69.322199999999995</c:v>
                </c:pt>
                <c:pt idx="75">
                  <c:v>69.3322</c:v>
                </c:pt>
                <c:pt idx="76">
                  <c:v>69.342200000000005</c:v>
                </c:pt>
                <c:pt idx="77">
                  <c:v>69.352199999999996</c:v>
                </c:pt>
                <c:pt idx="78">
                  <c:v>69.362200000000001</c:v>
                </c:pt>
                <c:pt idx="79">
                  <c:v>69.372200000000007</c:v>
                </c:pt>
                <c:pt idx="80">
                  <c:v>69.382199999999997</c:v>
                </c:pt>
                <c:pt idx="81">
                  <c:v>69.392200000000003</c:v>
                </c:pt>
                <c:pt idx="82">
                  <c:v>69.402199999999993</c:v>
                </c:pt>
                <c:pt idx="83">
                  <c:v>69.412199999999999</c:v>
                </c:pt>
                <c:pt idx="84">
                  <c:v>69.422200000000004</c:v>
                </c:pt>
                <c:pt idx="85">
                  <c:v>69.432199999999995</c:v>
                </c:pt>
                <c:pt idx="86">
                  <c:v>69.4422</c:v>
                </c:pt>
                <c:pt idx="87">
                  <c:v>69.452200000000005</c:v>
                </c:pt>
                <c:pt idx="88">
                  <c:v>69.462199999999996</c:v>
                </c:pt>
                <c:pt idx="89">
                  <c:v>69.472200000000001</c:v>
                </c:pt>
                <c:pt idx="90">
                  <c:v>69.482200000000006</c:v>
                </c:pt>
                <c:pt idx="91">
                  <c:v>69.492199999999997</c:v>
                </c:pt>
                <c:pt idx="92">
                  <c:v>69.502200000000002</c:v>
                </c:pt>
                <c:pt idx="93">
                  <c:v>69.512200000000007</c:v>
                </c:pt>
                <c:pt idx="94">
                  <c:v>69.522199999999998</c:v>
                </c:pt>
                <c:pt idx="95">
                  <c:v>69.532200000000003</c:v>
                </c:pt>
                <c:pt idx="96">
                  <c:v>69.542199999999994</c:v>
                </c:pt>
                <c:pt idx="97">
                  <c:v>69.552199999999999</c:v>
                </c:pt>
                <c:pt idx="98">
                  <c:v>69.562200000000004</c:v>
                </c:pt>
                <c:pt idx="99">
                  <c:v>69.572199999999995</c:v>
                </c:pt>
                <c:pt idx="100">
                  <c:v>69.5822</c:v>
                </c:pt>
                <c:pt idx="101">
                  <c:v>69.592200000000005</c:v>
                </c:pt>
                <c:pt idx="102">
                  <c:v>69.602199999999996</c:v>
                </c:pt>
                <c:pt idx="103">
                  <c:v>69.612200000000001</c:v>
                </c:pt>
                <c:pt idx="104">
                  <c:v>69.622200000000007</c:v>
                </c:pt>
                <c:pt idx="105">
                  <c:v>69.632199999999997</c:v>
                </c:pt>
                <c:pt idx="106">
                  <c:v>69.642200000000003</c:v>
                </c:pt>
                <c:pt idx="107">
                  <c:v>69.652199999999993</c:v>
                </c:pt>
                <c:pt idx="108">
                  <c:v>69.662199999999999</c:v>
                </c:pt>
                <c:pt idx="109">
                  <c:v>69.672200000000004</c:v>
                </c:pt>
                <c:pt idx="110">
                  <c:v>69.682199999999995</c:v>
                </c:pt>
                <c:pt idx="111">
                  <c:v>69.6922</c:v>
                </c:pt>
                <c:pt idx="112">
                  <c:v>69.702200000000005</c:v>
                </c:pt>
                <c:pt idx="113">
                  <c:v>69.712199999999996</c:v>
                </c:pt>
                <c:pt idx="114">
                  <c:v>69.722200000000001</c:v>
                </c:pt>
                <c:pt idx="115">
                  <c:v>69.732200000000006</c:v>
                </c:pt>
                <c:pt idx="116">
                  <c:v>69.742199999999997</c:v>
                </c:pt>
                <c:pt idx="117">
                  <c:v>69.752200000000002</c:v>
                </c:pt>
                <c:pt idx="118">
                  <c:v>69.762200000000007</c:v>
                </c:pt>
                <c:pt idx="119">
                  <c:v>69.772199999999998</c:v>
                </c:pt>
                <c:pt idx="120">
                  <c:v>69.782200000000003</c:v>
                </c:pt>
                <c:pt idx="121">
                  <c:v>69.792199999999994</c:v>
                </c:pt>
                <c:pt idx="122">
                  <c:v>69.802199999999999</c:v>
                </c:pt>
                <c:pt idx="123">
                  <c:v>69.812200000000004</c:v>
                </c:pt>
                <c:pt idx="124">
                  <c:v>69.822199999999995</c:v>
                </c:pt>
                <c:pt idx="125">
                  <c:v>69.8322</c:v>
                </c:pt>
                <c:pt idx="126">
                  <c:v>69.842200000000005</c:v>
                </c:pt>
                <c:pt idx="127">
                  <c:v>69.852199999999996</c:v>
                </c:pt>
                <c:pt idx="128">
                  <c:v>69.862200000000001</c:v>
                </c:pt>
                <c:pt idx="129">
                  <c:v>69.872200000000007</c:v>
                </c:pt>
                <c:pt idx="130">
                  <c:v>69.882199999999997</c:v>
                </c:pt>
                <c:pt idx="131">
                  <c:v>69.892200000000003</c:v>
                </c:pt>
                <c:pt idx="132">
                  <c:v>69.902199999999993</c:v>
                </c:pt>
                <c:pt idx="133">
                  <c:v>69.912199999999999</c:v>
                </c:pt>
                <c:pt idx="134">
                  <c:v>69.922200000000004</c:v>
                </c:pt>
                <c:pt idx="135">
                  <c:v>69.932199999999995</c:v>
                </c:pt>
                <c:pt idx="136">
                  <c:v>69.9422</c:v>
                </c:pt>
                <c:pt idx="137">
                  <c:v>69.952200000000005</c:v>
                </c:pt>
                <c:pt idx="138">
                  <c:v>69.962199999999996</c:v>
                </c:pt>
                <c:pt idx="139">
                  <c:v>69.972200000000001</c:v>
                </c:pt>
                <c:pt idx="140">
                  <c:v>69.982200000000006</c:v>
                </c:pt>
                <c:pt idx="141">
                  <c:v>69.992199999999997</c:v>
                </c:pt>
                <c:pt idx="142">
                  <c:v>70.002200000000002</c:v>
                </c:pt>
                <c:pt idx="143">
                  <c:v>70.012200000000007</c:v>
                </c:pt>
                <c:pt idx="144">
                  <c:v>70.022199999999998</c:v>
                </c:pt>
                <c:pt idx="145">
                  <c:v>70.032200000000003</c:v>
                </c:pt>
                <c:pt idx="146">
                  <c:v>70.042199999999994</c:v>
                </c:pt>
                <c:pt idx="147">
                  <c:v>70.052199999999999</c:v>
                </c:pt>
                <c:pt idx="148">
                  <c:v>70.062200000000004</c:v>
                </c:pt>
                <c:pt idx="149">
                  <c:v>70.072199999999995</c:v>
                </c:pt>
                <c:pt idx="150">
                  <c:v>70.0822</c:v>
                </c:pt>
                <c:pt idx="151">
                  <c:v>70.092200000000005</c:v>
                </c:pt>
                <c:pt idx="152">
                  <c:v>70.102199999999996</c:v>
                </c:pt>
                <c:pt idx="153">
                  <c:v>70.112200000000001</c:v>
                </c:pt>
                <c:pt idx="154">
                  <c:v>70.122200000000007</c:v>
                </c:pt>
                <c:pt idx="155">
                  <c:v>70.132199999999997</c:v>
                </c:pt>
                <c:pt idx="156">
                  <c:v>70.142200000000003</c:v>
                </c:pt>
                <c:pt idx="157">
                  <c:v>70.152199999999993</c:v>
                </c:pt>
                <c:pt idx="158">
                  <c:v>70.162199999999999</c:v>
                </c:pt>
                <c:pt idx="159">
                  <c:v>70.172200000000004</c:v>
                </c:pt>
                <c:pt idx="160">
                  <c:v>70.182199999999995</c:v>
                </c:pt>
                <c:pt idx="161">
                  <c:v>70.1922</c:v>
                </c:pt>
                <c:pt idx="162">
                  <c:v>70.202200000000005</c:v>
                </c:pt>
                <c:pt idx="163">
                  <c:v>70.212199999999996</c:v>
                </c:pt>
                <c:pt idx="164">
                  <c:v>70.222200000000001</c:v>
                </c:pt>
                <c:pt idx="165">
                  <c:v>70.232200000000006</c:v>
                </c:pt>
                <c:pt idx="166">
                  <c:v>70.242199999999997</c:v>
                </c:pt>
                <c:pt idx="167">
                  <c:v>70.252200000000002</c:v>
                </c:pt>
                <c:pt idx="168">
                  <c:v>70.262200000000007</c:v>
                </c:pt>
                <c:pt idx="169">
                  <c:v>70.272199999999998</c:v>
                </c:pt>
                <c:pt idx="170">
                  <c:v>70.282200000000003</c:v>
                </c:pt>
                <c:pt idx="171">
                  <c:v>70.292199999999994</c:v>
                </c:pt>
                <c:pt idx="172">
                  <c:v>70.302199999999999</c:v>
                </c:pt>
                <c:pt idx="173">
                  <c:v>70.312200000000004</c:v>
                </c:pt>
                <c:pt idx="174">
                  <c:v>70.322199999999995</c:v>
                </c:pt>
                <c:pt idx="175">
                  <c:v>70.3322</c:v>
                </c:pt>
                <c:pt idx="176">
                  <c:v>70.342200000000005</c:v>
                </c:pt>
                <c:pt idx="177">
                  <c:v>70.352199999999996</c:v>
                </c:pt>
                <c:pt idx="178">
                  <c:v>70.362200000000001</c:v>
                </c:pt>
                <c:pt idx="179">
                  <c:v>70.372200000000007</c:v>
                </c:pt>
                <c:pt idx="180">
                  <c:v>70.382199999999997</c:v>
                </c:pt>
                <c:pt idx="181">
                  <c:v>70.392200000000003</c:v>
                </c:pt>
                <c:pt idx="182">
                  <c:v>70.402199999999993</c:v>
                </c:pt>
                <c:pt idx="183">
                  <c:v>70.412199999999999</c:v>
                </c:pt>
                <c:pt idx="184">
                  <c:v>70.422200000000004</c:v>
                </c:pt>
                <c:pt idx="185">
                  <c:v>70.432199999999995</c:v>
                </c:pt>
                <c:pt idx="186">
                  <c:v>70.4422</c:v>
                </c:pt>
                <c:pt idx="187">
                  <c:v>70.452200000000005</c:v>
                </c:pt>
                <c:pt idx="188">
                  <c:v>70.462199999999996</c:v>
                </c:pt>
                <c:pt idx="189">
                  <c:v>70.472200000000001</c:v>
                </c:pt>
                <c:pt idx="190">
                  <c:v>70.482200000000006</c:v>
                </c:pt>
                <c:pt idx="191">
                  <c:v>70.492199999999997</c:v>
                </c:pt>
                <c:pt idx="192">
                  <c:v>70.502200000000002</c:v>
                </c:pt>
                <c:pt idx="193">
                  <c:v>70.512200000000007</c:v>
                </c:pt>
                <c:pt idx="194">
                  <c:v>70.522199999999998</c:v>
                </c:pt>
                <c:pt idx="195">
                  <c:v>70.532200000000003</c:v>
                </c:pt>
                <c:pt idx="196">
                  <c:v>70.542199999999994</c:v>
                </c:pt>
                <c:pt idx="197">
                  <c:v>70.552199999999999</c:v>
                </c:pt>
                <c:pt idx="198">
                  <c:v>70.562200000000004</c:v>
                </c:pt>
                <c:pt idx="199">
                  <c:v>70.572199999999995</c:v>
                </c:pt>
                <c:pt idx="200">
                  <c:v>70.5822</c:v>
                </c:pt>
              </c:numCache>
              <c:extLst xmlns:c15="http://schemas.microsoft.com/office/drawing/2012/chart"/>
            </c:numRef>
          </c:xVal>
          <c:yVal>
            <c:numRef>
              <c:f>'θ-scan2_thermo'!$R$5:$R$205</c:f>
              <c:numCache>
                <c:formatCode>0.00E+00</c:formatCode>
                <c:ptCount val="201"/>
                <c:pt idx="0">
                  <c:v>6.2846504200911725E-4</c:v>
                </c:pt>
                <c:pt idx="1">
                  <c:v>1.0476696610392628E-3</c:v>
                </c:pt>
                <c:pt idx="2">
                  <c:v>1.0472838389923419E-3</c:v>
                </c:pt>
                <c:pt idx="3">
                  <c:v>8.3754741827055253E-4</c:v>
                </c:pt>
                <c:pt idx="4">
                  <c:v>6.2763781791503031E-4</c:v>
                </c:pt>
                <c:pt idx="5">
                  <c:v>2.5079362073822482E-3</c:v>
                </c:pt>
                <c:pt idx="6">
                  <c:v>8.355725982656353E-4</c:v>
                </c:pt>
                <c:pt idx="7">
                  <c:v>1.8797674426910601E-3</c:v>
                </c:pt>
                <c:pt idx="8">
                  <c:v>6.2657259277911013E-4</c:v>
                </c:pt>
                <c:pt idx="9">
                  <c:v>1.2536116813709399E-3</c:v>
                </c:pt>
                <c:pt idx="10">
                  <c:v>1.0453380681851442E-3</c:v>
                </c:pt>
                <c:pt idx="11">
                  <c:v>8.36338768970803E-4</c:v>
                </c:pt>
                <c:pt idx="12">
                  <c:v>6.2733343204773395E-4</c:v>
                </c:pt>
                <c:pt idx="13">
                  <c:v>6.2794239415554754E-4</c:v>
                </c:pt>
                <c:pt idx="14">
                  <c:v>6.2808111734625853E-4</c:v>
                </c:pt>
                <c:pt idx="15">
                  <c:v>1.4662731720124229E-3</c:v>
                </c:pt>
                <c:pt idx="16">
                  <c:v>2.0941640005166721E-3</c:v>
                </c:pt>
                <c:pt idx="17">
                  <c:v>1.0470904205299417E-3</c:v>
                </c:pt>
                <c:pt idx="18">
                  <c:v>1.675924368130949E-3</c:v>
                </c:pt>
                <c:pt idx="19">
                  <c:v>2.9328253121259336E-3</c:v>
                </c:pt>
                <c:pt idx="20">
                  <c:v>1.4674218718391471E-3</c:v>
                </c:pt>
                <c:pt idx="21">
                  <c:v>2.0973203628330672E-3</c:v>
                </c:pt>
                <c:pt idx="22">
                  <c:v>2.0979641418906016E-3</c:v>
                </c:pt>
                <c:pt idx="23">
                  <c:v>2.0996043484569726E-3</c:v>
                </c:pt>
                <c:pt idx="24">
                  <c:v>1.0506955341762364E-3</c:v>
                </c:pt>
                <c:pt idx="25">
                  <c:v>1.471357143044816E-3</c:v>
                </c:pt>
                <c:pt idx="26">
                  <c:v>2.7356371578817432E-3</c:v>
                </c:pt>
                <c:pt idx="27">
                  <c:v>2.7377146004973121E-3</c:v>
                </c:pt>
                <c:pt idx="28">
                  <c:v>5.0556778643401114E-3</c:v>
                </c:pt>
                <c:pt idx="29">
                  <c:v>3.1590211440235016E-3</c:v>
                </c:pt>
                <c:pt idx="30">
                  <c:v>3.3699543463859808E-3</c:v>
                </c:pt>
                <c:pt idx="31">
                  <c:v>2.5280969535294066E-3</c:v>
                </c:pt>
                <c:pt idx="32">
                  <c:v>2.527476779280992E-3</c:v>
                </c:pt>
                <c:pt idx="33">
                  <c:v>3.5768434314636822E-3</c:v>
                </c:pt>
                <c:pt idx="34">
                  <c:v>5.8892478151731922E-3</c:v>
                </c:pt>
                <c:pt idx="35">
                  <c:v>5.674221149574929E-3</c:v>
                </c:pt>
                <c:pt idx="36">
                  <c:v>5.8832372807299084E-3</c:v>
                </c:pt>
                <c:pt idx="37">
                  <c:v>4.4105638464821337E-3</c:v>
                </c:pt>
                <c:pt idx="38">
                  <c:v>5.2503106608818052E-3</c:v>
                </c:pt>
                <c:pt idx="39">
                  <c:v>3.7808080721092522E-3</c:v>
                </c:pt>
                <c:pt idx="40">
                  <c:v>7.5609826328639496E-3</c:v>
                </c:pt>
                <c:pt idx="41">
                  <c:v>6.9336138827590602E-3</c:v>
                </c:pt>
                <c:pt idx="42">
                  <c:v>8.6237340726467559E-3</c:v>
                </c:pt>
                <c:pt idx="43">
                  <c:v>9.0419360156019229E-3</c:v>
                </c:pt>
                <c:pt idx="44">
                  <c:v>8.6181198028796382E-3</c:v>
                </c:pt>
                <c:pt idx="45">
                  <c:v>6.9409519128537829E-3</c:v>
                </c:pt>
                <c:pt idx="46">
                  <c:v>8.8315653941250065E-3</c:v>
                </c:pt>
                <c:pt idx="47">
                  <c:v>1.4293951024845809E-2</c:v>
                </c:pt>
                <c:pt idx="48">
                  <c:v>1.1136247512808419E-2</c:v>
                </c:pt>
                <c:pt idx="49">
                  <c:v>1.3449071277535056E-2</c:v>
                </c:pt>
                <c:pt idx="50">
                  <c:v>1.6602491033551509E-2</c:v>
                </c:pt>
                <c:pt idx="51">
                  <c:v>1.4508276961493288E-2</c:v>
                </c:pt>
                <c:pt idx="52">
                  <c:v>1.7033985998568219E-2</c:v>
                </c:pt>
                <c:pt idx="53">
                  <c:v>1.7260241822302652E-2</c:v>
                </c:pt>
                <c:pt idx="54">
                  <c:v>2.1474279161081598E-2</c:v>
                </c:pt>
                <c:pt idx="55">
                  <c:v>2.274606647323103E-2</c:v>
                </c:pt>
                <c:pt idx="56">
                  <c:v>2.2750883471575847E-2</c:v>
                </c:pt>
                <c:pt idx="57">
                  <c:v>2.825834180978146E-2</c:v>
                </c:pt>
                <c:pt idx="58">
                  <c:v>3.2909838560786941E-2</c:v>
                </c:pt>
                <c:pt idx="59">
                  <c:v>3.5668195200086648E-2</c:v>
                </c:pt>
                <c:pt idx="60">
                  <c:v>4.055699541103934E-2</c:v>
                </c:pt>
                <c:pt idx="61">
                  <c:v>4.8839761773596287E-2</c:v>
                </c:pt>
                <c:pt idx="62">
                  <c:v>4.5498267076816964E-2</c:v>
                </c:pt>
                <c:pt idx="63">
                  <c:v>5.6317397739885443E-2</c:v>
                </c:pt>
                <c:pt idx="64">
                  <c:v>5.7201656814210924E-2</c:v>
                </c:pt>
                <c:pt idx="65">
                  <c:v>6.334182127861504E-2</c:v>
                </c:pt>
                <c:pt idx="66">
                  <c:v>7.4083307441217383E-2</c:v>
                </c:pt>
                <c:pt idx="67">
                  <c:v>8.4623472829275168E-2</c:v>
                </c:pt>
                <c:pt idx="68">
                  <c:v>9.791558859947018E-2</c:v>
                </c:pt>
                <c:pt idx="69">
                  <c:v>0.1161778501225465</c:v>
                </c:pt>
                <c:pt idx="70">
                  <c:v>0.13006288519385018</c:v>
                </c:pt>
                <c:pt idx="71">
                  <c:v>0.14935799163456015</c:v>
                </c:pt>
                <c:pt idx="72">
                  <c:v>0.16977087617104206</c:v>
                </c:pt>
                <c:pt idx="73">
                  <c:v>0.18950337236955248</c:v>
                </c:pt>
                <c:pt idx="74">
                  <c:v>0.23393135037946827</c:v>
                </c:pt>
                <c:pt idx="75">
                  <c:v>0.27190952030632304</c:v>
                </c:pt>
                <c:pt idx="76">
                  <c:v>0.31892190409352694</c:v>
                </c:pt>
                <c:pt idx="77">
                  <c:v>0.37229834029526315</c:v>
                </c:pt>
                <c:pt idx="78">
                  <c:v>0.44369278382986299</c:v>
                </c:pt>
                <c:pt idx="79">
                  <c:v>0.51256310498720736</c:v>
                </c:pt>
                <c:pt idx="80">
                  <c:v>0.66668118662588616</c:v>
                </c:pt>
                <c:pt idx="81">
                  <c:v>0.7712257913763586</c:v>
                </c:pt>
                <c:pt idx="82">
                  <c:v>0.92988003977785005</c:v>
                </c:pt>
                <c:pt idx="83">
                  <c:v>1.1760250812693949</c:v>
                </c:pt>
                <c:pt idx="84">
                  <c:v>1.4737090745185255</c:v>
                </c:pt>
                <c:pt idx="85">
                  <c:v>1.855242482563388</c:v>
                </c:pt>
                <c:pt idx="86">
                  <c:v>2.4534902731204444</c:v>
                </c:pt>
                <c:pt idx="87">
                  <c:v>3.1423125258194227</c:v>
                </c:pt>
                <c:pt idx="88">
                  <c:v>4.1665168154663474</c:v>
                </c:pt>
                <c:pt idx="89">
                  <c:v>5.7952802832263144</c:v>
                </c:pt>
                <c:pt idx="90">
                  <c:v>8.0925011559126485</c:v>
                </c:pt>
                <c:pt idx="91">
                  <c:v>11.503095423077868</c:v>
                </c:pt>
                <c:pt idx="92">
                  <c:v>17.092173264068737</c:v>
                </c:pt>
                <c:pt idx="93">
                  <c:v>26.657876644661307</c:v>
                </c:pt>
                <c:pt idx="94">
                  <c:v>44.081041522577159</c:v>
                </c:pt>
                <c:pt idx="95">
                  <c:v>78.574954015902193</c:v>
                </c:pt>
                <c:pt idx="96">
                  <c:v>152.9032591863851</c:v>
                </c:pt>
                <c:pt idx="97">
                  <c:v>347.62496054457125</c:v>
                </c:pt>
                <c:pt idx="98">
                  <c:v>1053.311753507737</c:v>
                </c:pt>
                <c:pt idx="99">
                  <c:v>4768.8368614163874</c:v>
                </c:pt>
                <c:pt idx="100">
                  <c:v>13858.720651387723</c:v>
                </c:pt>
                <c:pt idx="101">
                  <c:v>7008.4262987911225</c:v>
                </c:pt>
                <c:pt idx="102">
                  <c:v>1320.7819588452207</c:v>
                </c:pt>
                <c:pt idx="103">
                  <c:v>354.07140509700548</c:v>
                </c:pt>
                <c:pt idx="104">
                  <c:v>125.90676968939553</c:v>
                </c:pt>
                <c:pt idx="105">
                  <c:v>52.602111808068308</c:v>
                </c:pt>
                <c:pt idx="106">
                  <c:v>25.304765988597978</c:v>
                </c:pt>
                <c:pt idx="107">
                  <c:v>13.480417523047866</c:v>
                </c:pt>
                <c:pt idx="108">
                  <c:v>7.642673554766553</c:v>
                </c:pt>
                <c:pt idx="109">
                  <c:v>4.6186576584292647</c:v>
                </c:pt>
                <c:pt idx="110">
                  <c:v>2.8640370797049579</c:v>
                </c:pt>
                <c:pt idx="111">
                  <c:v>1.8980983388599419</c:v>
                </c:pt>
                <c:pt idx="112">
                  <c:v>1.272283683934526</c:v>
                </c:pt>
                <c:pt idx="113">
                  <c:v>0.85206028176129878</c:v>
                </c:pt>
                <c:pt idx="114">
                  <c:v>0.63037941514760854</c:v>
                </c:pt>
                <c:pt idx="115">
                  <c:v>0.45668726330476378</c:v>
                </c:pt>
                <c:pt idx="116">
                  <c:v>0.35787709684916719</c:v>
                </c:pt>
                <c:pt idx="117">
                  <c:v>0.24915456169531727</c:v>
                </c:pt>
                <c:pt idx="118">
                  <c:v>0.19800923130060394</c:v>
                </c:pt>
                <c:pt idx="119">
                  <c:v>0.16125921693243786</c:v>
                </c:pt>
                <c:pt idx="120">
                  <c:v>0.12159609701482216</c:v>
                </c:pt>
                <c:pt idx="121">
                  <c:v>0.10555664344004489</c:v>
                </c:pt>
                <c:pt idx="122">
                  <c:v>8.6067120427187283E-2</c:v>
                </c:pt>
                <c:pt idx="123">
                  <c:v>7.1025959628886817E-2</c:v>
                </c:pt>
                <c:pt idx="124">
                  <c:v>6.1277828242769311E-2</c:v>
                </c:pt>
                <c:pt idx="125">
                  <c:v>4.8381127337732761E-2</c:v>
                </c:pt>
                <c:pt idx="126">
                  <c:v>3.9709145715392684E-2</c:v>
                </c:pt>
                <c:pt idx="127">
                  <c:v>3.082970246718706E-2</c:v>
                </c:pt>
                <c:pt idx="128">
                  <c:v>2.6603652888458885E-2</c:v>
                </c:pt>
                <c:pt idx="129">
                  <c:v>2.45030330741518E-2</c:v>
                </c:pt>
                <c:pt idx="130">
                  <c:v>2.1108590675022545E-2</c:v>
                </c:pt>
                <c:pt idx="131">
                  <c:v>1.4348721148071565E-2</c:v>
                </c:pt>
                <c:pt idx="132">
                  <c:v>1.7518223648745009E-2</c:v>
                </c:pt>
                <c:pt idx="133">
                  <c:v>1.3077072213955074E-2</c:v>
                </c:pt>
                <c:pt idx="134">
                  <c:v>1.3291191676220325E-2</c:v>
                </c:pt>
                <c:pt idx="135">
                  <c:v>9.9147941575872985E-3</c:v>
                </c:pt>
                <c:pt idx="136">
                  <c:v>8.4398466598019778E-3</c:v>
                </c:pt>
                <c:pt idx="137">
                  <c:v>6.5387962177409021E-3</c:v>
                </c:pt>
                <c:pt idx="138">
                  <c:v>6.5393727830207844E-3</c:v>
                </c:pt>
                <c:pt idx="139">
                  <c:v>5.9125872542145404E-3</c:v>
                </c:pt>
                <c:pt idx="140">
                  <c:v>6.9748709981756907E-3</c:v>
                </c:pt>
                <c:pt idx="141">
                  <c:v>4.8637053369375216E-3</c:v>
                </c:pt>
                <c:pt idx="142">
                  <c:v>5.9215974575029156E-3</c:v>
                </c:pt>
                <c:pt idx="143">
                  <c:v>4.2303433816256644E-3</c:v>
                </c:pt>
                <c:pt idx="144">
                  <c:v>3.8086028933744594E-3</c:v>
                </c:pt>
                <c:pt idx="145">
                  <c:v>3.3895400277666886E-3</c:v>
                </c:pt>
                <c:pt idx="146">
                  <c:v>3.599924698045728E-3</c:v>
                </c:pt>
                <c:pt idx="147">
                  <c:v>2.7538004723699867E-3</c:v>
                </c:pt>
                <c:pt idx="148">
                  <c:v>1.9080287326230787E-3</c:v>
                </c:pt>
                <c:pt idx="149">
                  <c:v>2.756636262523717E-3</c:v>
                </c:pt>
                <c:pt idx="150">
                  <c:v>2.5439562246188695E-3</c:v>
                </c:pt>
                <c:pt idx="151">
                  <c:v>1.9084034212160175E-3</c:v>
                </c:pt>
                <c:pt idx="152">
                  <c:v>1.0596508175047109E-3</c:v>
                </c:pt>
                <c:pt idx="153">
                  <c:v>1.4830952460504804E-3</c:v>
                </c:pt>
                <c:pt idx="154">
                  <c:v>1.6949717054135784E-3</c:v>
                </c:pt>
                <c:pt idx="155">
                  <c:v>2.7536986833422749E-3</c:v>
                </c:pt>
                <c:pt idx="156">
                  <c:v>1.6939803708754038E-3</c:v>
                </c:pt>
                <c:pt idx="157">
                  <c:v>1.2714849972081368E-3</c:v>
                </c:pt>
                <c:pt idx="158">
                  <c:v>1.6968002843158556E-3</c:v>
                </c:pt>
                <c:pt idx="159">
                  <c:v>1.4852345828300687E-3</c:v>
                </c:pt>
                <c:pt idx="160">
                  <c:v>1.6986033467539276E-3</c:v>
                </c:pt>
                <c:pt idx="161">
                  <c:v>1.6990447609307035E-3</c:v>
                </c:pt>
                <c:pt idx="162">
                  <c:v>4.2490854693344356E-3</c:v>
                </c:pt>
                <c:pt idx="163">
                  <c:v>1.7005030279263196E-3</c:v>
                </c:pt>
                <c:pt idx="164">
                  <c:v>8.5042478079982368E-4</c:v>
                </c:pt>
                <c:pt idx="165">
                  <c:v>1.7005070763307251E-3</c:v>
                </c:pt>
                <c:pt idx="166">
                  <c:v>1.0625449217429291E-3</c:v>
                </c:pt>
                <c:pt idx="167">
                  <c:v>1.2752252031768495E-3</c:v>
                </c:pt>
                <c:pt idx="168">
                  <c:v>4.2489389602740139E-4</c:v>
                </c:pt>
                <c:pt idx="169">
                  <c:v>4.2501217925526173E-4</c:v>
                </c:pt>
                <c:pt idx="170">
                  <c:v>1.2753733129282107E-3</c:v>
                </c:pt>
                <c:pt idx="171">
                  <c:v>8.5074916120386453E-4</c:v>
                </c:pt>
                <c:pt idx="172">
                  <c:v>2.7637382238177256E-3</c:v>
                </c:pt>
                <c:pt idx="173">
                  <c:v>8.502213508775943E-4</c:v>
                </c:pt>
                <c:pt idx="174">
                  <c:v>6.3752692594971742E-4</c:v>
                </c:pt>
                <c:pt idx="175">
                  <c:v>8.4986060798772941E-4</c:v>
                </c:pt>
                <c:pt idx="176">
                  <c:v>2.1244821176497834E-4</c:v>
                </c:pt>
                <c:pt idx="177">
                  <c:v>8.4923387533633111E-4</c:v>
                </c:pt>
                <c:pt idx="178">
                  <c:v>4.8830878371538614E-3</c:v>
                </c:pt>
                <c:pt idx="179">
                  <c:v>8.4930225042802187E-4</c:v>
                </c:pt>
                <c:pt idx="180">
                  <c:v>4.2474410495002091E-4</c:v>
                </c:pt>
                <c:pt idx="181">
                  <c:v>8.4972955551220516E-4</c:v>
                </c:pt>
                <c:pt idx="182">
                  <c:v>2.1237625605423645E-4</c:v>
                </c:pt>
                <c:pt idx="183">
                  <c:v>4.2465019652386451E-4</c:v>
                </c:pt>
                <c:pt idx="184">
                  <c:v>6.3689828159111544E-4</c:v>
                </c:pt>
                <c:pt idx="185">
                  <c:v>8.5018294980624006E-4</c:v>
                </c:pt>
                <c:pt idx="186">
                  <c:v>0</c:v>
                </c:pt>
                <c:pt idx="187">
                  <c:v>4.2513472147330609E-4</c:v>
                </c:pt>
                <c:pt idx="188">
                  <c:v>2.1268572967443833E-4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2.1285239816433538E-4</c:v>
                </c:pt>
                <c:pt idx="193">
                  <c:v>0</c:v>
                </c:pt>
                <c:pt idx="194">
                  <c:v>4.2594509069425197E-4</c:v>
                </c:pt>
                <c:pt idx="195">
                  <c:v>1.2776626745670512E-3</c:v>
                </c:pt>
                <c:pt idx="196">
                  <c:v>2.1279730203663827E-4</c:v>
                </c:pt>
                <c:pt idx="197">
                  <c:v>2.1260645284821531E-4</c:v>
                </c:pt>
                <c:pt idx="198">
                  <c:v>4.2506513007322408E-4</c:v>
                </c:pt>
                <c:pt idx="199">
                  <c:v>0</c:v>
                </c:pt>
                <c:pt idx="200">
                  <c:v>4.2521347523614126E-4</c:v>
                </c:pt>
              </c:numCache>
              <c:extLst xmlns:c15="http://schemas.microsoft.com/office/drawing/2012/chart"/>
            </c:numRef>
          </c:yVal>
          <c:smooth val="0"/>
          <c:extLst>
            <c:ext xmlns:c16="http://schemas.microsoft.com/office/drawing/2014/chart" uri="{C3380CC4-5D6E-409C-BE32-E72D297353CC}">
              <c16:uniqueId val="{00000001-F6AD-41AA-B048-F403BE869230}"/>
            </c:ext>
          </c:extLst>
        </c:ser>
        <c:ser>
          <c:idx val="4"/>
          <c:order val="4"/>
          <c:tx>
            <c:strRef>
              <c:f>'θ-scan2_thermo'!$AC$2</c:f>
              <c:strCache>
                <c:ptCount val="1"/>
                <c:pt idx="0">
                  <c:v>Si_TEOS-2θ-scan</c:v>
                </c:pt>
              </c:strCache>
              <c:extLst xmlns:c15="http://schemas.microsoft.com/office/drawing/2012/chart"/>
            </c:strRef>
          </c:tx>
          <c:spPr>
            <a:ln w="25400" cap="rnd">
              <a:solidFill>
                <a:schemeClr val="accent6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'θ-scan2_thermo'!$AA$5:$AA$205</c:f>
              <c:numCache>
                <c:formatCode>General</c:formatCode>
                <c:ptCount val="201"/>
                <c:pt idx="0">
                  <c:v>68.587100000000007</c:v>
                </c:pt>
                <c:pt idx="1">
                  <c:v>68.597099999999998</c:v>
                </c:pt>
                <c:pt idx="2">
                  <c:v>68.607100000000003</c:v>
                </c:pt>
                <c:pt idx="3">
                  <c:v>68.617099999999994</c:v>
                </c:pt>
                <c:pt idx="4">
                  <c:v>68.627099999999999</c:v>
                </c:pt>
                <c:pt idx="5">
                  <c:v>68.637100000000004</c:v>
                </c:pt>
                <c:pt idx="6">
                  <c:v>68.647099999999995</c:v>
                </c:pt>
                <c:pt idx="7">
                  <c:v>68.6571</c:v>
                </c:pt>
                <c:pt idx="8">
                  <c:v>68.667100000000005</c:v>
                </c:pt>
                <c:pt idx="9">
                  <c:v>68.677099999999996</c:v>
                </c:pt>
                <c:pt idx="10">
                  <c:v>68.687100000000001</c:v>
                </c:pt>
                <c:pt idx="11">
                  <c:v>68.697100000000006</c:v>
                </c:pt>
                <c:pt idx="12">
                  <c:v>68.707099999999997</c:v>
                </c:pt>
                <c:pt idx="13">
                  <c:v>68.717100000000002</c:v>
                </c:pt>
                <c:pt idx="14">
                  <c:v>68.727099999999993</c:v>
                </c:pt>
                <c:pt idx="15">
                  <c:v>68.737099999999998</c:v>
                </c:pt>
                <c:pt idx="16">
                  <c:v>68.747100000000003</c:v>
                </c:pt>
                <c:pt idx="17">
                  <c:v>68.757099999999994</c:v>
                </c:pt>
                <c:pt idx="18">
                  <c:v>68.767099999999999</c:v>
                </c:pt>
                <c:pt idx="19">
                  <c:v>68.777100000000004</c:v>
                </c:pt>
                <c:pt idx="20">
                  <c:v>68.787099999999995</c:v>
                </c:pt>
                <c:pt idx="21">
                  <c:v>68.7971</c:v>
                </c:pt>
                <c:pt idx="22">
                  <c:v>68.807100000000005</c:v>
                </c:pt>
                <c:pt idx="23">
                  <c:v>68.817099999999996</c:v>
                </c:pt>
                <c:pt idx="24">
                  <c:v>68.827100000000002</c:v>
                </c:pt>
                <c:pt idx="25">
                  <c:v>68.837100000000007</c:v>
                </c:pt>
                <c:pt idx="26">
                  <c:v>68.847099999999998</c:v>
                </c:pt>
                <c:pt idx="27">
                  <c:v>68.857100000000003</c:v>
                </c:pt>
                <c:pt idx="28">
                  <c:v>68.867099999999994</c:v>
                </c:pt>
                <c:pt idx="29">
                  <c:v>68.877099999999999</c:v>
                </c:pt>
                <c:pt idx="30">
                  <c:v>68.887100000000004</c:v>
                </c:pt>
                <c:pt idx="31">
                  <c:v>68.897099999999995</c:v>
                </c:pt>
                <c:pt idx="32">
                  <c:v>68.9071</c:v>
                </c:pt>
                <c:pt idx="33">
                  <c:v>68.917100000000005</c:v>
                </c:pt>
                <c:pt idx="34">
                  <c:v>68.927099999999996</c:v>
                </c:pt>
                <c:pt idx="35">
                  <c:v>68.937100000000001</c:v>
                </c:pt>
                <c:pt idx="36">
                  <c:v>68.947100000000006</c:v>
                </c:pt>
                <c:pt idx="37">
                  <c:v>68.957099999999997</c:v>
                </c:pt>
                <c:pt idx="38">
                  <c:v>68.967100000000002</c:v>
                </c:pt>
                <c:pt idx="39">
                  <c:v>68.977099999999993</c:v>
                </c:pt>
                <c:pt idx="40">
                  <c:v>68.987099999999998</c:v>
                </c:pt>
                <c:pt idx="41">
                  <c:v>68.997100000000003</c:v>
                </c:pt>
                <c:pt idx="42">
                  <c:v>69.007099999999994</c:v>
                </c:pt>
                <c:pt idx="43">
                  <c:v>69.017099999999999</c:v>
                </c:pt>
                <c:pt idx="44">
                  <c:v>69.027100000000004</c:v>
                </c:pt>
                <c:pt idx="45">
                  <c:v>69.037099999999995</c:v>
                </c:pt>
                <c:pt idx="46">
                  <c:v>69.0471</c:v>
                </c:pt>
                <c:pt idx="47">
                  <c:v>69.057100000000005</c:v>
                </c:pt>
                <c:pt idx="48">
                  <c:v>69.067099999999996</c:v>
                </c:pt>
                <c:pt idx="49">
                  <c:v>69.077100000000002</c:v>
                </c:pt>
                <c:pt idx="50">
                  <c:v>69.087100000000007</c:v>
                </c:pt>
                <c:pt idx="51">
                  <c:v>69.097099999999998</c:v>
                </c:pt>
                <c:pt idx="52">
                  <c:v>69.107100000000003</c:v>
                </c:pt>
                <c:pt idx="53">
                  <c:v>69.117099999999994</c:v>
                </c:pt>
                <c:pt idx="54">
                  <c:v>69.127099999999999</c:v>
                </c:pt>
                <c:pt idx="55">
                  <c:v>69.137100000000004</c:v>
                </c:pt>
                <c:pt idx="56">
                  <c:v>69.147099999999995</c:v>
                </c:pt>
                <c:pt idx="57">
                  <c:v>69.1571</c:v>
                </c:pt>
                <c:pt idx="58">
                  <c:v>69.167100000000005</c:v>
                </c:pt>
                <c:pt idx="59">
                  <c:v>69.177099999999996</c:v>
                </c:pt>
                <c:pt idx="60">
                  <c:v>69.187100000000001</c:v>
                </c:pt>
                <c:pt idx="61">
                  <c:v>69.197100000000006</c:v>
                </c:pt>
                <c:pt idx="62">
                  <c:v>69.207099999999997</c:v>
                </c:pt>
                <c:pt idx="63">
                  <c:v>69.217100000000002</c:v>
                </c:pt>
                <c:pt idx="64">
                  <c:v>69.227099999999993</c:v>
                </c:pt>
                <c:pt idx="65">
                  <c:v>69.237099999999998</c:v>
                </c:pt>
                <c:pt idx="66">
                  <c:v>69.247100000000003</c:v>
                </c:pt>
                <c:pt idx="67">
                  <c:v>69.257099999999994</c:v>
                </c:pt>
                <c:pt idx="68">
                  <c:v>69.267099999999999</c:v>
                </c:pt>
                <c:pt idx="69">
                  <c:v>69.277100000000004</c:v>
                </c:pt>
                <c:pt idx="70">
                  <c:v>69.287099999999995</c:v>
                </c:pt>
                <c:pt idx="71">
                  <c:v>69.2971</c:v>
                </c:pt>
                <c:pt idx="72">
                  <c:v>69.307100000000005</c:v>
                </c:pt>
                <c:pt idx="73">
                  <c:v>69.317099999999996</c:v>
                </c:pt>
                <c:pt idx="74">
                  <c:v>69.327100000000002</c:v>
                </c:pt>
                <c:pt idx="75">
                  <c:v>69.337100000000007</c:v>
                </c:pt>
                <c:pt idx="76">
                  <c:v>69.347099999999998</c:v>
                </c:pt>
                <c:pt idx="77">
                  <c:v>69.357100000000003</c:v>
                </c:pt>
                <c:pt idx="78">
                  <c:v>69.367099999999994</c:v>
                </c:pt>
                <c:pt idx="79">
                  <c:v>69.377099999999999</c:v>
                </c:pt>
                <c:pt idx="80">
                  <c:v>69.387100000000004</c:v>
                </c:pt>
                <c:pt idx="81">
                  <c:v>69.397099999999995</c:v>
                </c:pt>
                <c:pt idx="82">
                  <c:v>69.4071</c:v>
                </c:pt>
                <c:pt idx="83">
                  <c:v>69.417100000000005</c:v>
                </c:pt>
                <c:pt idx="84">
                  <c:v>69.427099999999996</c:v>
                </c:pt>
                <c:pt idx="85">
                  <c:v>69.437100000000001</c:v>
                </c:pt>
                <c:pt idx="86">
                  <c:v>69.447100000000006</c:v>
                </c:pt>
                <c:pt idx="87">
                  <c:v>69.457099999999997</c:v>
                </c:pt>
                <c:pt idx="88">
                  <c:v>69.467100000000002</c:v>
                </c:pt>
                <c:pt idx="89">
                  <c:v>69.477099999999993</c:v>
                </c:pt>
                <c:pt idx="90">
                  <c:v>69.487099999999998</c:v>
                </c:pt>
                <c:pt idx="91">
                  <c:v>69.497100000000003</c:v>
                </c:pt>
                <c:pt idx="92">
                  <c:v>69.507099999999994</c:v>
                </c:pt>
                <c:pt idx="93">
                  <c:v>69.517099999999999</c:v>
                </c:pt>
                <c:pt idx="94">
                  <c:v>69.527100000000004</c:v>
                </c:pt>
                <c:pt idx="95">
                  <c:v>69.537099999999995</c:v>
                </c:pt>
                <c:pt idx="96">
                  <c:v>69.5471</c:v>
                </c:pt>
                <c:pt idx="97">
                  <c:v>69.557100000000005</c:v>
                </c:pt>
                <c:pt idx="98">
                  <c:v>69.567099999999996</c:v>
                </c:pt>
                <c:pt idx="99">
                  <c:v>69.577100000000002</c:v>
                </c:pt>
                <c:pt idx="100">
                  <c:v>69.587100000000007</c:v>
                </c:pt>
                <c:pt idx="101">
                  <c:v>69.597099999999998</c:v>
                </c:pt>
                <c:pt idx="102">
                  <c:v>69.607100000000003</c:v>
                </c:pt>
                <c:pt idx="103">
                  <c:v>69.617099999999994</c:v>
                </c:pt>
                <c:pt idx="104">
                  <c:v>69.627099999999999</c:v>
                </c:pt>
                <c:pt idx="105">
                  <c:v>69.637100000000004</c:v>
                </c:pt>
                <c:pt idx="106">
                  <c:v>69.647099999999995</c:v>
                </c:pt>
                <c:pt idx="107">
                  <c:v>69.6571</c:v>
                </c:pt>
                <c:pt idx="108">
                  <c:v>69.667100000000005</c:v>
                </c:pt>
                <c:pt idx="109">
                  <c:v>69.677099999999996</c:v>
                </c:pt>
                <c:pt idx="110">
                  <c:v>69.687100000000001</c:v>
                </c:pt>
                <c:pt idx="111">
                  <c:v>69.697100000000006</c:v>
                </c:pt>
                <c:pt idx="112">
                  <c:v>69.707099999999997</c:v>
                </c:pt>
                <c:pt idx="113">
                  <c:v>69.717100000000002</c:v>
                </c:pt>
                <c:pt idx="114">
                  <c:v>69.727099999999993</c:v>
                </c:pt>
                <c:pt idx="115">
                  <c:v>69.737099999999998</c:v>
                </c:pt>
                <c:pt idx="116">
                  <c:v>69.747100000000003</c:v>
                </c:pt>
                <c:pt idx="117">
                  <c:v>69.757099999999994</c:v>
                </c:pt>
                <c:pt idx="118">
                  <c:v>69.767099999999999</c:v>
                </c:pt>
                <c:pt idx="119">
                  <c:v>69.777100000000004</c:v>
                </c:pt>
                <c:pt idx="120">
                  <c:v>69.787099999999995</c:v>
                </c:pt>
                <c:pt idx="121">
                  <c:v>69.7971</c:v>
                </c:pt>
                <c:pt idx="122">
                  <c:v>69.807100000000005</c:v>
                </c:pt>
                <c:pt idx="123">
                  <c:v>69.817099999999996</c:v>
                </c:pt>
                <c:pt idx="124">
                  <c:v>69.827100000000002</c:v>
                </c:pt>
                <c:pt idx="125">
                  <c:v>69.837100000000007</c:v>
                </c:pt>
                <c:pt idx="126">
                  <c:v>69.847099999999998</c:v>
                </c:pt>
                <c:pt idx="127">
                  <c:v>69.857100000000003</c:v>
                </c:pt>
                <c:pt idx="128">
                  <c:v>69.867099999999994</c:v>
                </c:pt>
                <c:pt idx="129">
                  <c:v>69.877099999999999</c:v>
                </c:pt>
                <c:pt idx="130">
                  <c:v>69.887100000000004</c:v>
                </c:pt>
                <c:pt idx="131">
                  <c:v>69.897099999999995</c:v>
                </c:pt>
                <c:pt idx="132">
                  <c:v>69.9071</c:v>
                </c:pt>
                <c:pt idx="133">
                  <c:v>69.917100000000005</c:v>
                </c:pt>
                <c:pt idx="134">
                  <c:v>69.927099999999996</c:v>
                </c:pt>
                <c:pt idx="135">
                  <c:v>69.937100000000001</c:v>
                </c:pt>
                <c:pt idx="136">
                  <c:v>69.947100000000006</c:v>
                </c:pt>
                <c:pt idx="137">
                  <c:v>69.957099999999997</c:v>
                </c:pt>
                <c:pt idx="138">
                  <c:v>69.967100000000002</c:v>
                </c:pt>
                <c:pt idx="139">
                  <c:v>69.977099999999993</c:v>
                </c:pt>
                <c:pt idx="140">
                  <c:v>69.987099999999998</c:v>
                </c:pt>
                <c:pt idx="141">
                  <c:v>69.997100000000003</c:v>
                </c:pt>
                <c:pt idx="142">
                  <c:v>70.007099999999994</c:v>
                </c:pt>
                <c:pt idx="143">
                  <c:v>70.017099999999999</c:v>
                </c:pt>
                <c:pt idx="144">
                  <c:v>70.027100000000004</c:v>
                </c:pt>
                <c:pt idx="145">
                  <c:v>70.037099999999995</c:v>
                </c:pt>
                <c:pt idx="146">
                  <c:v>70.0471</c:v>
                </c:pt>
                <c:pt idx="147">
                  <c:v>70.057100000000005</c:v>
                </c:pt>
                <c:pt idx="148">
                  <c:v>70.067099999999996</c:v>
                </c:pt>
                <c:pt idx="149">
                  <c:v>70.077100000000002</c:v>
                </c:pt>
                <c:pt idx="150">
                  <c:v>70.087100000000007</c:v>
                </c:pt>
                <c:pt idx="151">
                  <c:v>70.097099999999998</c:v>
                </c:pt>
                <c:pt idx="152">
                  <c:v>70.107100000000003</c:v>
                </c:pt>
                <c:pt idx="153">
                  <c:v>70.117099999999994</c:v>
                </c:pt>
                <c:pt idx="154">
                  <c:v>70.127099999999999</c:v>
                </c:pt>
                <c:pt idx="155">
                  <c:v>70.137100000000004</c:v>
                </c:pt>
                <c:pt idx="156">
                  <c:v>70.147099999999995</c:v>
                </c:pt>
                <c:pt idx="157">
                  <c:v>70.1571</c:v>
                </c:pt>
                <c:pt idx="158">
                  <c:v>70.167100000000005</c:v>
                </c:pt>
                <c:pt idx="159">
                  <c:v>70.177099999999996</c:v>
                </c:pt>
                <c:pt idx="160">
                  <c:v>70.187100000000001</c:v>
                </c:pt>
                <c:pt idx="161">
                  <c:v>70.197100000000006</c:v>
                </c:pt>
                <c:pt idx="162">
                  <c:v>70.207099999999997</c:v>
                </c:pt>
                <c:pt idx="163">
                  <c:v>70.217100000000002</c:v>
                </c:pt>
                <c:pt idx="164">
                  <c:v>70.227099999999993</c:v>
                </c:pt>
                <c:pt idx="165">
                  <c:v>70.237099999999998</c:v>
                </c:pt>
                <c:pt idx="166">
                  <c:v>70.247100000000003</c:v>
                </c:pt>
                <c:pt idx="167">
                  <c:v>70.257099999999994</c:v>
                </c:pt>
                <c:pt idx="168">
                  <c:v>70.267099999999999</c:v>
                </c:pt>
                <c:pt idx="169">
                  <c:v>70.277100000000004</c:v>
                </c:pt>
                <c:pt idx="170">
                  <c:v>70.287099999999995</c:v>
                </c:pt>
                <c:pt idx="171">
                  <c:v>70.2971</c:v>
                </c:pt>
                <c:pt idx="172">
                  <c:v>70.307100000000005</c:v>
                </c:pt>
                <c:pt idx="173">
                  <c:v>70.317099999999996</c:v>
                </c:pt>
                <c:pt idx="174">
                  <c:v>70.327100000000002</c:v>
                </c:pt>
                <c:pt idx="175">
                  <c:v>70.337100000000007</c:v>
                </c:pt>
                <c:pt idx="176">
                  <c:v>70.347099999999998</c:v>
                </c:pt>
                <c:pt idx="177">
                  <c:v>70.357100000000003</c:v>
                </c:pt>
                <c:pt idx="178">
                  <c:v>70.367099999999994</c:v>
                </c:pt>
                <c:pt idx="179">
                  <c:v>70.377099999999999</c:v>
                </c:pt>
                <c:pt idx="180">
                  <c:v>70.387100000000004</c:v>
                </c:pt>
                <c:pt idx="181">
                  <c:v>70.397099999999995</c:v>
                </c:pt>
                <c:pt idx="182">
                  <c:v>70.4071</c:v>
                </c:pt>
                <c:pt idx="183">
                  <c:v>70.417100000000005</c:v>
                </c:pt>
                <c:pt idx="184">
                  <c:v>70.427099999999996</c:v>
                </c:pt>
                <c:pt idx="185">
                  <c:v>70.437100000000001</c:v>
                </c:pt>
                <c:pt idx="186">
                  <c:v>70.447100000000006</c:v>
                </c:pt>
                <c:pt idx="187">
                  <c:v>70.457099999999997</c:v>
                </c:pt>
                <c:pt idx="188">
                  <c:v>70.467100000000002</c:v>
                </c:pt>
                <c:pt idx="189">
                  <c:v>70.477099999999993</c:v>
                </c:pt>
                <c:pt idx="190">
                  <c:v>70.487099999999998</c:v>
                </c:pt>
                <c:pt idx="191">
                  <c:v>70.497100000000003</c:v>
                </c:pt>
                <c:pt idx="192">
                  <c:v>70.507099999999994</c:v>
                </c:pt>
                <c:pt idx="193">
                  <c:v>70.517099999999999</c:v>
                </c:pt>
                <c:pt idx="194">
                  <c:v>70.527100000000004</c:v>
                </c:pt>
                <c:pt idx="195">
                  <c:v>70.537099999999995</c:v>
                </c:pt>
                <c:pt idx="196">
                  <c:v>70.5471</c:v>
                </c:pt>
                <c:pt idx="197">
                  <c:v>70.557100000000005</c:v>
                </c:pt>
                <c:pt idx="198">
                  <c:v>70.567099999999996</c:v>
                </c:pt>
                <c:pt idx="199">
                  <c:v>70.577100000000002</c:v>
                </c:pt>
                <c:pt idx="200">
                  <c:v>70.587100000000007</c:v>
                </c:pt>
              </c:numCache>
              <c:extLst xmlns:c15="http://schemas.microsoft.com/office/drawing/2012/chart"/>
            </c:numRef>
          </c:xVal>
          <c:yVal>
            <c:numRef>
              <c:f>'θ-scan2_thermo'!$AE$5:$AE$205</c:f>
              <c:numCache>
                <c:formatCode>0.00E+00</c:formatCode>
                <c:ptCount val="201"/>
                <c:pt idx="0">
                  <c:v>1.5223430528788186E-2</c:v>
                </c:pt>
                <c:pt idx="1">
                  <c:v>1.8655821511432233E-2</c:v>
                </c:pt>
                <c:pt idx="2">
                  <c:v>1.6863628767664313E-2</c:v>
                </c:pt>
                <c:pt idx="3">
                  <c:v>1.8668410631293667E-2</c:v>
                </c:pt>
                <c:pt idx="4">
                  <c:v>1.6151918194626164E-2</c:v>
                </c:pt>
                <c:pt idx="5">
                  <c:v>1.8127009349821685E-2</c:v>
                </c:pt>
                <c:pt idx="6">
                  <c:v>1.9744074435304213E-2</c:v>
                </c:pt>
                <c:pt idx="7">
                  <c:v>2.260766780680485E-2</c:v>
                </c:pt>
                <c:pt idx="8">
                  <c:v>2.6188757948288038E-2</c:v>
                </c:pt>
                <c:pt idx="9">
                  <c:v>2.3669420394530148E-2</c:v>
                </c:pt>
                <c:pt idx="10">
                  <c:v>2.2068295561651307E-2</c:v>
                </c:pt>
                <c:pt idx="11">
                  <c:v>2.00864420031606E-2</c:v>
                </c:pt>
                <c:pt idx="12">
                  <c:v>2.4751076806357797E-2</c:v>
                </c:pt>
                <c:pt idx="13">
                  <c:v>2.3849954734399822E-2</c:v>
                </c:pt>
                <c:pt idx="14">
                  <c:v>2.3666355167231305E-2</c:v>
                </c:pt>
                <c:pt idx="15">
                  <c:v>2.6887478108887513E-2</c:v>
                </c:pt>
                <c:pt idx="16">
                  <c:v>2.384225205953586E-2</c:v>
                </c:pt>
                <c:pt idx="17">
                  <c:v>2.5862552959414219E-2</c:v>
                </c:pt>
                <c:pt idx="18">
                  <c:v>2.7130554835118541E-2</c:v>
                </c:pt>
                <c:pt idx="19">
                  <c:v>2.6422576700561081E-2</c:v>
                </c:pt>
                <c:pt idx="20">
                  <c:v>2.932418159807219E-2</c:v>
                </c:pt>
                <c:pt idx="21">
                  <c:v>3.1311065575304477E-2</c:v>
                </c:pt>
                <c:pt idx="22">
                  <c:v>3.3467350278680467E-2</c:v>
                </c:pt>
                <c:pt idx="23">
                  <c:v>2.7536485573419235E-2</c:v>
                </c:pt>
                <c:pt idx="24">
                  <c:v>2.5895535969259122E-2</c:v>
                </c:pt>
                <c:pt idx="25">
                  <c:v>2.7896548583216187E-2</c:v>
                </c:pt>
                <c:pt idx="26">
                  <c:v>3.4402566914208448E-2</c:v>
                </c:pt>
                <c:pt idx="27">
                  <c:v>3.3525179671982076E-2</c:v>
                </c:pt>
                <c:pt idx="28">
                  <c:v>3.048990658704483E-2</c:v>
                </c:pt>
                <c:pt idx="29">
                  <c:v>3.7174859386094376E-2</c:v>
                </c:pt>
                <c:pt idx="30">
                  <c:v>3.7357868874710425E-2</c:v>
                </c:pt>
                <c:pt idx="31">
                  <c:v>4.2601054303888844E-2</c:v>
                </c:pt>
                <c:pt idx="32">
                  <c:v>3.7002980924042778E-2</c:v>
                </c:pt>
                <c:pt idx="33">
                  <c:v>3.627621380572351E-2</c:v>
                </c:pt>
                <c:pt idx="34">
                  <c:v>3.8254722134931078E-2</c:v>
                </c:pt>
                <c:pt idx="35">
                  <c:v>3.9901012268821028E-2</c:v>
                </c:pt>
                <c:pt idx="36">
                  <c:v>4.1882653434347793E-2</c:v>
                </c:pt>
                <c:pt idx="37">
                  <c:v>4.5121443372164428E-2</c:v>
                </c:pt>
                <c:pt idx="38">
                  <c:v>4.9308444549764227E-2</c:v>
                </c:pt>
                <c:pt idx="39">
                  <c:v>4.9318219870234915E-2</c:v>
                </c:pt>
                <c:pt idx="40">
                  <c:v>4.4436152907186534E-2</c:v>
                </c:pt>
                <c:pt idx="41">
                  <c:v>4.8596725296116652E-2</c:v>
                </c:pt>
                <c:pt idx="42">
                  <c:v>5.6916932285040286E-2</c:v>
                </c:pt>
                <c:pt idx="43">
                  <c:v>5.1832362508969533E-2</c:v>
                </c:pt>
                <c:pt idx="44">
                  <c:v>5.0411197270090927E-2</c:v>
                </c:pt>
                <c:pt idx="45">
                  <c:v>6.1406644534869138E-2</c:v>
                </c:pt>
                <c:pt idx="46">
                  <c:v>5.9807653887216532E-2</c:v>
                </c:pt>
                <c:pt idx="47">
                  <c:v>7.1185890262758511E-2</c:v>
                </c:pt>
                <c:pt idx="48">
                  <c:v>7.012963173231361E-2</c:v>
                </c:pt>
                <c:pt idx="49">
                  <c:v>6.8677063602985269E-2</c:v>
                </c:pt>
                <c:pt idx="50">
                  <c:v>7.5560268090000382E-2</c:v>
                </c:pt>
                <c:pt idx="51">
                  <c:v>7.8946366259544293E-2</c:v>
                </c:pt>
                <c:pt idx="52">
                  <c:v>8.6197372031869404E-2</c:v>
                </c:pt>
                <c:pt idx="53">
                  <c:v>8.5337863086391352E-2</c:v>
                </c:pt>
                <c:pt idx="54">
                  <c:v>8.9267727793713059E-2</c:v>
                </c:pt>
                <c:pt idx="55">
                  <c:v>9.6860979610384298E-2</c:v>
                </c:pt>
                <c:pt idx="56">
                  <c:v>9.9435648457377943E-2</c:v>
                </c:pt>
                <c:pt idx="57">
                  <c:v>0.11824125142201378</c:v>
                </c:pt>
                <c:pt idx="58">
                  <c:v>0.12210544077965715</c:v>
                </c:pt>
                <c:pt idx="59">
                  <c:v>0.13059577812066706</c:v>
                </c:pt>
                <c:pt idx="60">
                  <c:v>0.12232407490880252</c:v>
                </c:pt>
                <c:pt idx="61">
                  <c:v>0.14607260717231343</c:v>
                </c:pt>
                <c:pt idx="62">
                  <c:v>0.14987978934938648</c:v>
                </c:pt>
                <c:pt idx="63">
                  <c:v>0.15713066089680949</c:v>
                </c:pt>
                <c:pt idx="64">
                  <c:v>0.16774577384246958</c:v>
                </c:pt>
                <c:pt idx="65">
                  <c:v>0.18095722354002308</c:v>
                </c:pt>
                <c:pt idx="66">
                  <c:v>0.19907713991230075</c:v>
                </c:pt>
                <c:pt idx="67">
                  <c:v>0.20946582015681078</c:v>
                </c:pt>
                <c:pt idx="68">
                  <c:v>0.21770004215991334</c:v>
                </c:pt>
                <c:pt idx="69">
                  <c:v>0.23766379532451914</c:v>
                </c:pt>
                <c:pt idx="70">
                  <c:v>0.25427707993852</c:v>
                </c:pt>
                <c:pt idx="71">
                  <c:v>0.26834350090238196</c:v>
                </c:pt>
                <c:pt idx="72">
                  <c:v>0.28580231769550035</c:v>
                </c:pt>
                <c:pt idx="73">
                  <c:v>0.31370618213701151</c:v>
                </c:pt>
                <c:pt idx="74">
                  <c:v>0.32170981038833624</c:v>
                </c:pt>
                <c:pt idx="75">
                  <c:v>0.35909480035625829</c:v>
                </c:pt>
                <c:pt idx="76">
                  <c:v>0.38269102454853243</c:v>
                </c:pt>
                <c:pt idx="77">
                  <c:v>0.44258379148280225</c:v>
                </c:pt>
                <c:pt idx="78">
                  <c:v>0.48713392642327003</c:v>
                </c:pt>
                <c:pt idx="79">
                  <c:v>0.50896025618536245</c:v>
                </c:pt>
                <c:pt idx="80">
                  <c:v>0.57392589903996072</c:v>
                </c:pt>
                <c:pt idx="81">
                  <c:v>0.6708226851563529</c:v>
                </c:pt>
                <c:pt idx="82">
                  <c:v>0.73944563300326827</c:v>
                </c:pt>
                <c:pt idx="83">
                  <c:v>0.81504254416890376</c:v>
                </c:pt>
                <c:pt idx="84">
                  <c:v>0.91151563494959065</c:v>
                </c:pt>
                <c:pt idx="85">
                  <c:v>1.0360812013405063</c:v>
                </c:pt>
                <c:pt idx="86">
                  <c:v>1.2096273495274543</c:v>
                </c:pt>
                <c:pt idx="87">
                  <c:v>1.3977652880510352</c:v>
                </c:pt>
                <c:pt idx="88">
                  <c:v>1.6394620270429743</c:v>
                </c:pt>
                <c:pt idx="89">
                  <c:v>1.9991823935742132</c:v>
                </c:pt>
                <c:pt idx="90">
                  <c:v>2.4233062831701297</c:v>
                </c:pt>
                <c:pt idx="91">
                  <c:v>2.9847744675713948</c:v>
                </c:pt>
                <c:pt idx="92">
                  <c:v>3.8259673712609463</c:v>
                </c:pt>
                <c:pt idx="93">
                  <c:v>5.0423302908913632</c:v>
                </c:pt>
                <c:pt idx="94">
                  <c:v>7.126541114516014</c:v>
                </c:pt>
                <c:pt idx="95">
                  <c:v>10.658680216304107</c:v>
                </c:pt>
                <c:pt idx="96">
                  <c:v>17.606045599046499</c:v>
                </c:pt>
                <c:pt idx="97">
                  <c:v>35.691786032059909</c:v>
                </c:pt>
                <c:pt idx="98">
                  <c:v>121.66034240496381</c:v>
                </c:pt>
                <c:pt idx="99">
                  <c:v>7411.2050255298418</c:v>
                </c:pt>
                <c:pt idx="100">
                  <c:v>17653.435843421412</c:v>
                </c:pt>
                <c:pt idx="101">
                  <c:v>221.58295233692692</c:v>
                </c:pt>
                <c:pt idx="102">
                  <c:v>46.897407303092884</c:v>
                </c:pt>
                <c:pt idx="103">
                  <c:v>21.190627937453559</c:v>
                </c:pt>
                <c:pt idx="104">
                  <c:v>12.037255382752328</c:v>
                </c:pt>
                <c:pt idx="105">
                  <c:v>7.7431707042528997</c:v>
                </c:pt>
                <c:pt idx="106">
                  <c:v>5.3895328340289428</c:v>
                </c:pt>
                <c:pt idx="107">
                  <c:v>3.8624342623135712</c:v>
                </c:pt>
                <c:pt idx="108">
                  <c:v>2.9655089724631312</c:v>
                </c:pt>
                <c:pt idx="109">
                  <c:v>2.3725077314066176</c:v>
                </c:pt>
                <c:pt idx="110">
                  <c:v>1.9323301752254955</c:v>
                </c:pt>
                <c:pt idx="111">
                  <c:v>1.5724132501392598</c:v>
                </c:pt>
                <c:pt idx="112">
                  <c:v>1.3392364260667102</c:v>
                </c:pt>
                <c:pt idx="113">
                  <c:v>1.1591277432674756</c:v>
                </c:pt>
                <c:pt idx="114">
                  <c:v>1.0357853926976237</c:v>
                </c:pt>
                <c:pt idx="115">
                  <c:v>0.89422902624020617</c:v>
                </c:pt>
                <c:pt idx="116">
                  <c:v>0.75629786791527842</c:v>
                </c:pt>
                <c:pt idx="117">
                  <c:v>0.67680544470718607</c:v>
                </c:pt>
                <c:pt idx="118">
                  <c:v>0.60166448937083772</c:v>
                </c:pt>
                <c:pt idx="119">
                  <c:v>0.55416957333145256</c:v>
                </c:pt>
                <c:pt idx="120">
                  <c:v>0.47964175732623993</c:v>
                </c:pt>
                <c:pt idx="121">
                  <c:v>0.43136893697838807</c:v>
                </c:pt>
                <c:pt idx="122">
                  <c:v>0.40819815588844227</c:v>
                </c:pt>
                <c:pt idx="123">
                  <c:v>0.36979820393657686</c:v>
                </c:pt>
                <c:pt idx="124">
                  <c:v>0.33543074483585716</c:v>
                </c:pt>
                <c:pt idx="125">
                  <c:v>0.32124786427797292</c:v>
                </c:pt>
                <c:pt idx="126">
                  <c:v>0.28090716261508986</c:v>
                </c:pt>
                <c:pt idx="127">
                  <c:v>0.26061359384297456</c:v>
                </c:pt>
                <c:pt idx="128">
                  <c:v>0.24401805916559907</c:v>
                </c:pt>
                <c:pt idx="129">
                  <c:v>0.22137524743715156</c:v>
                </c:pt>
                <c:pt idx="130">
                  <c:v>0.2051095119353353</c:v>
                </c:pt>
                <c:pt idx="131">
                  <c:v>0.19363273757287855</c:v>
                </c:pt>
                <c:pt idx="132">
                  <c:v>0.18058604265098702</c:v>
                </c:pt>
                <c:pt idx="133">
                  <c:v>0.16923691422621767</c:v>
                </c:pt>
                <c:pt idx="134">
                  <c:v>0.15651348226517575</c:v>
                </c:pt>
                <c:pt idx="135">
                  <c:v>0.13680459758552688</c:v>
                </c:pt>
                <c:pt idx="136">
                  <c:v>0.13719092006102765</c:v>
                </c:pt>
                <c:pt idx="137">
                  <c:v>0.12806492760105448</c:v>
                </c:pt>
                <c:pt idx="138">
                  <c:v>0.10776649726224612</c:v>
                </c:pt>
                <c:pt idx="139">
                  <c:v>0.12101100539256894</c:v>
                </c:pt>
                <c:pt idx="140">
                  <c:v>0.10304439824386721</c:v>
                </c:pt>
                <c:pt idx="141">
                  <c:v>0.10071605821227018</c:v>
                </c:pt>
                <c:pt idx="142">
                  <c:v>9.9761732373282563E-2</c:v>
                </c:pt>
                <c:pt idx="143">
                  <c:v>9.4275115252243677E-2</c:v>
                </c:pt>
                <c:pt idx="144">
                  <c:v>8.8423063092802956E-2</c:v>
                </c:pt>
                <c:pt idx="145">
                  <c:v>8.7529439098536138E-2</c:v>
                </c:pt>
                <c:pt idx="146">
                  <c:v>8.2686595794863413E-2</c:v>
                </c:pt>
                <c:pt idx="147">
                  <c:v>7.0833936352212246E-2</c:v>
                </c:pt>
                <c:pt idx="148">
                  <c:v>7.5985959479196272E-2</c:v>
                </c:pt>
                <c:pt idx="149">
                  <c:v>6.7904715444374777E-2</c:v>
                </c:pt>
                <c:pt idx="150">
                  <c:v>6.8297084701403596E-2</c:v>
                </c:pt>
                <c:pt idx="151">
                  <c:v>6.2784576125035532E-2</c:v>
                </c:pt>
                <c:pt idx="152">
                  <c:v>5.9660446412401411E-2</c:v>
                </c:pt>
                <c:pt idx="153">
                  <c:v>5.6912885166871596E-2</c:v>
                </c:pt>
                <c:pt idx="154">
                  <c:v>5.5279388435705692E-2</c:v>
                </c:pt>
                <c:pt idx="155">
                  <c:v>5.6036283383615826E-2</c:v>
                </c:pt>
                <c:pt idx="156">
                  <c:v>4.9057483105829254E-2</c:v>
                </c:pt>
                <c:pt idx="157">
                  <c:v>4.8332426917251259E-2</c:v>
                </c:pt>
                <c:pt idx="158">
                  <c:v>4.4690758086765203E-2</c:v>
                </c:pt>
                <c:pt idx="159">
                  <c:v>4.7993404021022944E-2</c:v>
                </c:pt>
                <c:pt idx="160">
                  <c:v>4.2521542109706309E-2</c:v>
                </c:pt>
                <c:pt idx="161">
                  <c:v>4.1431772805610612E-2</c:v>
                </c:pt>
                <c:pt idx="162">
                  <c:v>3.925837985252608E-2</c:v>
                </c:pt>
                <c:pt idx="163">
                  <c:v>4.0541644441376402E-2</c:v>
                </c:pt>
                <c:pt idx="164">
                  <c:v>3.7265893545624346E-2</c:v>
                </c:pt>
                <c:pt idx="165">
                  <c:v>3.5449377710052118E-2</c:v>
                </c:pt>
                <c:pt idx="166">
                  <c:v>2.8829375672142204E-2</c:v>
                </c:pt>
                <c:pt idx="167">
                  <c:v>3.3425107905247387E-2</c:v>
                </c:pt>
                <c:pt idx="168">
                  <c:v>3.3816062526781765E-2</c:v>
                </c:pt>
                <c:pt idx="169">
                  <c:v>2.941434062350607E-2</c:v>
                </c:pt>
                <c:pt idx="170">
                  <c:v>2.79479261002409E-2</c:v>
                </c:pt>
                <c:pt idx="171">
                  <c:v>3.1834744333236097E-2</c:v>
                </c:pt>
                <c:pt idx="172">
                  <c:v>2.8713111474237898E-2</c:v>
                </c:pt>
                <c:pt idx="173">
                  <c:v>2.5044848694493065E-2</c:v>
                </c:pt>
                <c:pt idx="174">
                  <c:v>2.5970764618174411E-2</c:v>
                </c:pt>
                <c:pt idx="175">
                  <c:v>2.4487085317884252E-2</c:v>
                </c:pt>
                <c:pt idx="176">
                  <c:v>2.5765926204252464E-2</c:v>
                </c:pt>
                <c:pt idx="177">
                  <c:v>2.1173170779352567E-2</c:v>
                </c:pt>
                <c:pt idx="178">
                  <c:v>2.1172522903652811E-2</c:v>
                </c:pt>
                <c:pt idx="179">
                  <c:v>2.2106579837424898E-2</c:v>
                </c:pt>
                <c:pt idx="180">
                  <c:v>2.4130644710407947E-2</c:v>
                </c:pt>
                <c:pt idx="181">
                  <c:v>1.8062667244401694E-2</c:v>
                </c:pt>
                <c:pt idx="182">
                  <c:v>2.0287361250586718E-2</c:v>
                </c:pt>
                <c:pt idx="183">
                  <c:v>1.5683516236959846E-2</c:v>
                </c:pt>
                <c:pt idx="184">
                  <c:v>1.8457418311434898E-2</c:v>
                </c:pt>
                <c:pt idx="185">
                  <c:v>1.9752341450862642E-2</c:v>
                </c:pt>
                <c:pt idx="186">
                  <c:v>1.6445826928700061E-2</c:v>
                </c:pt>
                <c:pt idx="187">
                  <c:v>1.4971063429567884E-2</c:v>
                </c:pt>
                <c:pt idx="188">
                  <c:v>1.5171028368157936E-2</c:v>
                </c:pt>
                <c:pt idx="189">
                  <c:v>1.8510563089848348E-2</c:v>
                </c:pt>
                <c:pt idx="190">
                  <c:v>1.4255785335569801E-2</c:v>
                </c:pt>
                <c:pt idx="191">
                  <c:v>1.5547852746212603E-2</c:v>
                </c:pt>
                <c:pt idx="192">
                  <c:v>1.2777779670782172E-2</c:v>
                </c:pt>
                <c:pt idx="193">
                  <c:v>1.2784860353657031E-2</c:v>
                </c:pt>
                <c:pt idx="194">
                  <c:v>1.3719373006113927E-2</c:v>
                </c:pt>
                <c:pt idx="195">
                  <c:v>1.4088197230905517E-2</c:v>
                </c:pt>
                <c:pt idx="196">
                  <c:v>9.6424737618090173E-3</c:v>
                </c:pt>
                <c:pt idx="197">
                  <c:v>8.8905071258248095E-3</c:v>
                </c:pt>
                <c:pt idx="198">
                  <c:v>1.0370515941686736E-2</c:v>
                </c:pt>
                <c:pt idx="199">
                  <c:v>8.6988819456593064E-3</c:v>
                </c:pt>
                <c:pt idx="200">
                  <c:v>7.584551563388814E-3</c:v>
                </c:pt>
              </c:numCache>
              <c:extLst xmlns:c15="http://schemas.microsoft.com/office/drawing/2012/chart"/>
            </c:numRef>
          </c:yVal>
          <c:smooth val="0"/>
          <c:extLst>
            <c:ext xmlns:c16="http://schemas.microsoft.com/office/drawing/2014/chart" uri="{C3380CC4-5D6E-409C-BE32-E72D297353CC}">
              <c16:uniqueId val="{00000002-F6AD-41AA-B048-F403BE8692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24170032"/>
        <c:axId val="924169072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'θ-scan2_thermo'!$I$1</c15:sqref>
                        </c15:formulaRef>
                      </c:ext>
                    </c:extLst>
                    <c:strCache>
                      <c:ptCount val="1"/>
                      <c:pt idx="0">
                        <c:v>Si_Thermo_2θ-scan_2</c:v>
                      </c:pt>
                    </c:strCache>
                  </c:strRef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'θ-scan2_thermo'!$G$5:$G$205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68.588999999999999</c:v>
                      </c:pt>
                      <c:pt idx="1">
                        <c:v>68.599000000000004</c:v>
                      </c:pt>
                      <c:pt idx="2">
                        <c:v>68.608999999999995</c:v>
                      </c:pt>
                      <c:pt idx="3">
                        <c:v>68.619</c:v>
                      </c:pt>
                      <c:pt idx="4">
                        <c:v>68.629000000000005</c:v>
                      </c:pt>
                      <c:pt idx="5">
                        <c:v>68.638999999999996</c:v>
                      </c:pt>
                      <c:pt idx="6">
                        <c:v>68.649000000000001</c:v>
                      </c:pt>
                      <c:pt idx="7">
                        <c:v>68.659000000000006</c:v>
                      </c:pt>
                      <c:pt idx="8">
                        <c:v>68.668999999999997</c:v>
                      </c:pt>
                      <c:pt idx="9">
                        <c:v>68.679000000000002</c:v>
                      </c:pt>
                      <c:pt idx="10">
                        <c:v>68.688999999999993</c:v>
                      </c:pt>
                      <c:pt idx="11">
                        <c:v>68.698999999999998</c:v>
                      </c:pt>
                      <c:pt idx="12">
                        <c:v>68.709000000000003</c:v>
                      </c:pt>
                      <c:pt idx="13">
                        <c:v>68.718999999999994</c:v>
                      </c:pt>
                      <c:pt idx="14">
                        <c:v>68.728999999999999</c:v>
                      </c:pt>
                      <c:pt idx="15">
                        <c:v>68.739000000000004</c:v>
                      </c:pt>
                      <c:pt idx="16">
                        <c:v>68.748999999999995</c:v>
                      </c:pt>
                      <c:pt idx="17">
                        <c:v>68.759</c:v>
                      </c:pt>
                      <c:pt idx="18">
                        <c:v>68.769000000000005</c:v>
                      </c:pt>
                      <c:pt idx="19">
                        <c:v>68.778999999999996</c:v>
                      </c:pt>
                      <c:pt idx="20">
                        <c:v>68.789000000000001</c:v>
                      </c:pt>
                      <c:pt idx="21">
                        <c:v>68.799000000000007</c:v>
                      </c:pt>
                      <c:pt idx="22">
                        <c:v>68.808999999999997</c:v>
                      </c:pt>
                      <c:pt idx="23">
                        <c:v>68.819000000000003</c:v>
                      </c:pt>
                      <c:pt idx="24">
                        <c:v>68.828999999999994</c:v>
                      </c:pt>
                      <c:pt idx="25">
                        <c:v>68.838999999999999</c:v>
                      </c:pt>
                      <c:pt idx="26">
                        <c:v>68.849000000000004</c:v>
                      </c:pt>
                      <c:pt idx="27">
                        <c:v>68.858999999999995</c:v>
                      </c:pt>
                      <c:pt idx="28">
                        <c:v>68.869</c:v>
                      </c:pt>
                      <c:pt idx="29">
                        <c:v>68.879000000000005</c:v>
                      </c:pt>
                      <c:pt idx="30">
                        <c:v>68.888999999999996</c:v>
                      </c:pt>
                      <c:pt idx="31">
                        <c:v>68.899000000000001</c:v>
                      </c:pt>
                      <c:pt idx="32">
                        <c:v>68.909000000000006</c:v>
                      </c:pt>
                      <c:pt idx="33">
                        <c:v>68.918999999999997</c:v>
                      </c:pt>
                      <c:pt idx="34">
                        <c:v>68.929000000000002</c:v>
                      </c:pt>
                      <c:pt idx="35">
                        <c:v>68.938999999999993</c:v>
                      </c:pt>
                      <c:pt idx="36">
                        <c:v>68.948999999999998</c:v>
                      </c:pt>
                      <c:pt idx="37">
                        <c:v>68.959000000000003</c:v>
                      </c:pt>
                      <c:pt idx="38">
                        <c:v>68.968999999999994</c:v>
                      </c:pt>
                      <c:pt idx="39">
                        <c:v>68.978999999999999</c:v>
                      </c:pt>
                      <c:pt idx="40">
                        <c:v>68.989000000000004</c:v>
                      </c:pt>
                      <c:pt idx="41">
                        <c:v>68.998999999999995</c:v>
                      </c:pt>
                      <c:pt idx="42">
                        <c:v>69.009</c:v>
                      </c:pt>
                      <c:pt idx="43">
                        <c:v>69.019000000000005</c:v>
                      </c:pt>
                      <c:pt idx="44">
                        <c:v>69.028999999999996</c:v>
                      </c:pt>
                      <c:pt idx="45">
                        <c:v>69.039000000000001</c:v>
                      </c:pt>
                      <c:pt idx="46">
                        <c:v>69.049000000000007</c:v>
                      </c:pt>
                      <c:pt idx="47">
                        <c:v>69.058999999999997</c:v>
                      </c:pt>
                      <c:pt idx="48">
                        <c:v>69.069000000000003</c:v>
                      </c:pt>
                      <c:pt idx="49">
                        <c:v>69.078999999999994</c:v>
                      </c:pt>
                      <c:pt idx="50">
                        <c:v>69.088999999999999</c:v>
                      </c:pt>
                      <c:pt idx="51">
                        <c:v>69.099000000000004</c:v>
                      </c:pt>
                      <c:pt idx="52">
                        <c:v>69.108999999999995</c:v>
                      </c:pt>
                      <c:pt idx="53">
                        <c:v>69.119</c:v>
                      </c:pt>
                      <c:pt idx="54">
                        <c:v>69.129000000000005</c:v>
                      </c:pt>
                      <c:pt idx="55">
                        <c:v>69.138999999999996</c:v>
                      </c:pt>
                      <c:pt idx="56">
                        <c:v>69.149000000000001</c:v>
                      </c:pt>
                      <c:pt idx="57">
                        <c:v>69.159000000000006</c:v>
                      </c:pt>
                      <c:pt idx="58">
                        <c:v>69.168999999999997</c:v>
                      </c:pt>
                      <c:pt idx="59">
                        <c:v>69.179000000000002</c:v>
                      </c:pt>
                      <c:pt idx="60">
                        <c:v>69.188999999999993</c:v>
                      </c:pt>
                      <c:pt idx="61">
                        <c:v>69.198999999999998</c:v>
                      </c:pt>
                      <c:pt idx="62">
                        <c:v>69.209000000000003</c:v>
                      </c:pt>
                      <c:pt idx="63">
                        <c:v>69.218999999999994</c:v>
                      </c:pt>
                      <c:pt idx="64">
                        <c:v>69.228999999999999</c:v>
                      </c:pt>
                      <c:pt idx="65">
                        <c:v>69.239000000000004</c:v>
                      </c:pt>
                      <c:pt idx="66">
                        <c:v>69.248999999999995</c:v>
                      </c:pt>
                      <c:pt idx="67">
                        <c:v>69.259</c:v>
                      </c:pt>
                      <c:pt idx="68">
                        <c:v>69.269000000000005</c:v>
                      </c:pt>
                      <c:pt idx="69">
                        <c:v>69.278999999999996</c:v>
                      </c:pt>
                      <c:pt idx="70">
                        <c:v>69.289000000000001</c:v>
                      </c:pt>
                      <c:pt idx="71">
                        <c:v>69.299000000000007</c:v>
                      </c:pt>
                      <c:pt idx="72">
                        <c:v>69.308999999999997</c:v>
                      </c:pt>
                      <c:pt idx="73">
                        <c:v>69.319000000000003</c:v>
                      </c:pt>
                      <c:pt idx="74">
                        <c:v>69.328999999999994</c:v>
                      </c:pt>
                      <c:pt idx="75">
                        <c:v>69.338999999999999</c:v>
                      </c:pt>
                      <c:pt idx="76">
                        <c:v>69.349000000000004</c:v>
                      </c:pt>
                      <c:pt idx="77">
                        <c:v>69.358999999999995</c:v>
                      </c:pt>
                      <c:pt idx="78">
                        <c:v>69.369</c:v>
                      </c:pt>
                      <c:pt idx="79">
                        <c:v>69.379000000000005</c:v>
                      </c:pt>
                      <c:pt idx="80">
                        <c:v>69.388999999999996</c:v>
                      </c:pt>
                      <c:pt idx="81">
                        <c:v>69.399000000000001</c:v>
                      </c:pt>
                      <c:pt idx="82">
                        <c:v>69.409000000000006</c:v>
                      </c:pt>
                      <c:pt idx="83">
                        <c:v>69.418999999999997</c:v>
                      </c:pt>
                      <c:pt idx="84">
                        <c:v>69.429000000000002</c:v>
                      </c:pt>
                      <c:pt idx="85">
                        <c:v>69.438999999999993</c:v>
                      </c:pt>
                      <c:pt idx="86">
                        <c:v>69.448999999999998</c:v>
                      </c:pt>
                      <c:pt idx="87">
                        <c:v>69.459000000000003</c:v>
                      </c:pt>
                      <c:pt idx="88">
                        <c:v>69.468999999999994</c:v>
                      </c:pt>
                      <c:pt idx="89">
                        <c:v>69.478999999999999</c:v>
                      </c:pt>
                      <c:pt idx="90">
                        <c:v>69.489000000000004</c:v>
                      </c:pt>
                      <c:pt idx="91">
                        <c:v>69.498999999999995</c:v>
                      </c:pt>
                      <c:pt idx="92">
                        <c:v>69.509</c:v>
                      </c:pt>
                      <c:pt idx="93">
                        <c:v>69.519000000000005</c:v>
                      </c:pt>
                      <c:pt idx="94">
                        <c:v>69.528999999999996</c:v>
                      </c:pt>
                      <c:pt idx="95">
                        <c:v>69.539000000000001</c:v>
                      </c:pt>
                      <c:pt idx="96">
                        <c:v>69.549000000000007</c:v>
                      </c:pt>
                      <c:pt idx="97">
                        <c:v>69.558999999999997</c:v>
                      </c:pt>
                      <c:pt idx="98">
                        <c:v>69.569000000000003</c:v>
                      </c:pt>
                      <c:pt idx="99">
                        <c:v>69.578999999999994</c:v>
                      </c:pt>
                      <c:pt idx="100">
                        <c:v>69.588999999999999</c:v>
                      </c:pt>
                      <c:pt idx="101">
                        <c:v>69.599000000000004</c:v>
                      </c:pt>
                      <c:pt idx="102">
                        <c:v>69.608999999999995</c:v>
                      </c:pt>
                      <c:pt idx="103">
                        <c:v>69.619</c:v>
                      </c:pt>
                      <c:pt idx="104">
                        <c:v>69.629000000000005</c:v>
                      </c:pt>
                      <c:pt idx="105">
                        <c:v>69.638999999999996</c:v>
                      </c:pt>
                      <c:pt idx="106">
                        <c:v>69.649000000000001</c:v>
                      </c:pt>
                      <c:pt idx="107">
                        <c:v>69.659000000000006</c:v>
                      </c:pt>
                      <c:pt idx="108">
                        <c:v>69.668999999999997</c:v>
                      </c:pt>
                      <c:pt idx="109">
                        <c:v>69.679000000000002</c:v>
                      </c:pt>
                      <c:pt idx="110">
                        <c:v>69.688999999999993</c:v>
                      </c:pt>
                      <c:pt idx="111">
                        <c:v>69.698999999999998</c:v>
                      </c:pt>
                      <c:pt idx="112">
                        <c:v>69.709000000000003</c:v>
                      </c:pt>
                      <c:pt idx="113">
                        <c:v>69.718999999999994</c:v>
                      </c:pt>
                      <c:pt idx="114">
                        <c:v>69.728999999999999</c:v>
                      </c:pt>
                      <c:pt idx="115">
                        <c:v>69.739000000000004</c:v>
                      </c:pt>
                      <c:pt idx="116">
                        <c:v>69.748999999999995</c:v>
                      </c:pt>
                      <c:pt idx="117">
                        <c:v>69.759</c:v>
                      </c:pt>
                      <c:pt idx="118">
                        <c:v>69.769000000000005</c:v>
                      </c:pt>
                      <c:pt idx="119">
                        <c:v>69.778999999999996</c:v>
                      </c:pt>
                      <c:pt idx="120">
                        <c:v>69.789000000000001</c:v>
                      </c:pt>
                      <c:pt idx="121">
                        <c:v>69.799000000000007</c:v>
                      </c:pt>
                      <c:pt idx="122">
                        <c:v>69.808999999999997</c:v>
                      </c:pt>
                      <c:pt idx="123">
                        <c:v>69.819000000000003</c:v>
                      </c:pt>
                      <c:pt idx="124">
                        <c:v>69.828999999999994</c:v>
                      </c:pt>
                      <c:pt idx="125">
                        <c:v>69.838999999999999</c:v>
                      </c:pt>
                      <c:pt idx="126">
                        <c:v>69.849000000000004</c:v>
                      </c:pt>
                      <c:pt idx="127">
                        <c:v>69.858999999999995</c:v>
                      </c:pt>
                      <c:pt idx="128">
                        <c:v>69.869</c:v>
                      </c:pt>
                      <c:pt idx="129">
                        <c:v>69.879000000000005</c:v>
                      </c:pt>
                      <c:pt idx="130">
                        <c:v>69.888999999999996</c:v>
                      </c:pt>
                      <c:pt idx="131">
                        <c:v>69.899000000000001</c:v>
                      </c:pt>
                      <c:pt idx="132">
                        <c:v>69.909000000000006</c:v>
                      </c:pt>
                      <c:pt idx="133">
                        <c:v>69.918999999999997</c:v>
                      </c:pt>
                      <c:pt idx="134">
                        <c:v>69.929000000000002</c:v>
                      </c:pt>
                      <c:pt idx="135">
                        <c:v>69.938999999999993</c:v>
                      </c:pt>
                      <c:pt idx="136">
                        <c:v>69.948999999999998</c:v>
                      </c:pt>
                      <c:pt idx="137">
                        <c:v>69.959000000000003</c:v>
                      </c:pt>
                      <c:pt idx="138">
                        <c:v>69.968999999999994</c:v>
                      </c:pt>
                      <c:pt idx="139">
                        <c:v>69.978999999999999</c:v>
                      </c:pt>
                      <c:pt idx="140">
                        <c:v>69.989000000000004</c:v>
                      </c:pt>
                      <c:pt idx="141">
                        <c:v>69.998999999999995</c:v>
                      </c:pt>
                      <c:pt idx="142">
                        <c:v>70.009</c:v>
                      </c:pt>
                      <c:pt idx="143">
                        <c:v>70.019000000000005</c:v>
                      </c:pt>
                      <c:pt idx="144">
                        <c:v>70.028999999999996</c:v>
                      </c:pt>
                      <c:pt idx="145">
                        <c:v>70.039000000000001</c:v>
                      </c:pt>
                      <c:pt idx="146">
                        <c:v>70.049000000000007</c:v>
                      </c:pt>
                      <c:pt idx="147">
                        <c:v>70.058999999999997</c:v>
                      </c:pt>
                      <c:pt idx="148">
                        <c:v>70.069000000000003</c:v>
                      </c:pt>
                      <c:pt idx="149">
                        <c:v>70.078999999999994</c:v>
                      </c:pt>
                      <c:pt idx="150">
                        <c:v>70.088999999999999</c:v>
                      </c:pt>
                      <c:pt idx="151">
                        <c:v>70.099000000000004</c:v>
                      </c:pt>
                      <c:pt idx="152">
                        <c:v>70.108999999999995</c:v>
                      </c:pt>
                      <c:pt idx="153">
                        <c:v>70.119</c:v>
                      </c:pt>
                      <c:pt idx="154">
                        <c:v>70.129000000000005</c:v>
                      </c:pt>
                      <c:pt idx="155">
                        <c:v>70.138999999999996</c:v>
                      </c:pt>
                      <c:pt idx="156">
                        <c:v>70.149000000000001</c:v>
                      </c:pt>
                      <c:pt idx="157">
                        <c:v>70.159000000000006</c:v>
                      </c:pt>
                      <c:pt idx="158">
                        <c:v>70.168999999999997</c:v>
                      </c:pt>
                      <c:pt idx="159">
                        <c:v>70.179000000000002</c:v>
                      </c:pt>
                      <c:pt idx="160">
                        <c:v>70.188999999999993</c:v>
                      </c:pt>
                      <c:pt idx="161">
                        <c:v>70.198999999999998</c:v>
                      </c:pt>
                      <c:pt idx="162">
                        <c:v>70.209000000000003</c:v>
                      </c:pt>
                      <c:pt idx="163">
                        <c:v>70.218999999999994</c:v>
                      </c:pt>
                      <c:pt idx="164">
                        <c:v>70.228999999999999</c:v>
                      </c:pt>
                      <c:pt idx="165">
                        <c:v>70.239000000000004</c:v>
                      </c:pt>
                      <c:pt idx="166">
                        <c:v>70.248999999999995</c:v>
                      </c:pt>
                      <c:pt idx="167">
                        <c:v>70.259</c:v>
                      </c:pt>
                      <c:pt idx="168">
                        <c:v>70.269000000000005</c:v>
                      </c:pt>
                      <c:pt idx="169">
                        <c:v>70.278999999999996</c:v>
                      </c:pt>
                      <c:pt idx="170">
                        <c:v>70.289000000000001</c:v>
                      </c:pt>
                      <c:pt idx="171">
                        <c:v>70.299000000000007</c:v>
                      </c:pt>
                      <c:pt idx="172">
                        <c:v>70.308999999999997</c:v>
                      </c:pt>
                      <c:pt idx="173">
                        <c:v>70.319000000000003</c:v>
                      </c:pt>
                      <c:pt idx="174">
                        <c:v>70.328999999999994</c:v>
                      </c:pt>
                      <c:pt idx="175">
                        <c:v>70.338999999999999</c:v>
                      </c:pt>
                      <c:pt idx="176">
                        <c:v>70.349000000000004</c:v>
                      </c:pt>
                      <c:pt idx="177">
                        <c:v>70.358999999999995</c:v>
                      </c:pt>
                      <c:pt idx="178">
                        <c:v>70.369</c:v>
                      </c:pt>
                      <c:pt idx="179">
                        <c:v>70.379000000000005</c:v>
                      </c:pt>
                      <c:pt idx="180">
                        <c:v>70.388999999999996</c:v>
                      </c:pt>
                      <c:pt idx="181">
                        <c:v>70.399000000000001</c:v>
                      </c:pt>
                      <c:pt idx="182">
                        <c:v>70.409000000000006</c:v>
                      </c:pt>
                      <c:pt idx="183">
                        <c:v>70.418999999999997</c:v>
                      </c:pt>
                      <c:pt idx="184">
                        <c:v>70.429000000000002</c:v>
                      </c:pt>
                      <c:pt idx="185">
                        <c:v>70.438999999999993</c:v>
                      </c:pt>
                      <c:pt idx="186">
                        <c:v>70.448999999999998</c:v>
                      </c:pt>
                      <c:pt idx="187">
                        <c:v>70.459000000000003</c:v>
                      </c:pt>
                      <c:pt idx="188">
                        <c:v>70.468999999999994</c:v>
                      </c:pt>
                      <c:pt idx="189">
                        <c:v>70.478999999999999</c:v>
                      </c:pt>
                      <c:pt idx="190">
                        <c:v>70.489000000000004</c:v>
                      </c:pt>
                      <c:pt idx="191">
                        <c:v>70.498999999999995</c:v>
                      </c:pt>
                      <c:pt idx="192">
                        <c:v>70.509</c:v>
                      </c:pt>
                      <c:pt idx="193">
                        <c:v>70.519000000000005</c:v>
                      </c:pt>
                      <c:pt idx="194">
                        <c:v>70.528999999999996</c:v>
                      </c:pt>
                      <c:pt idx="195">
                        <c:v>70.539000000000001</c:v>
                      </c:pt>
                      <c:pt idx="196">
                        <c:v>70.549000000000007</c:v>
                      </c:pt>
                      <c:pt idx="197">
                        <c:v>70.558999999999997</c:v>
                      </c:pt>
                      <c:pt idx="198">
                        <c:v>70.569000000000003</c:v>
                      </c:pt>
                      <c:pt idx="199">
                        <c:v>70.578999999999994</c:v>
                      </c:pt>
                      <c:pt idx="200">
                        <c:v>70.588999999999999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'θ-scan2_thermo'!$K$5:$K$205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1.1978686339804744E-2</c:v>
                      </c:pt>
                      <c:pt idx="1">
                        <c:v>1.0008764067605034E-2</c:v>
                      </c:pt>
                      <c:pt idx="2">
                        <c:v>1.3951054285275589E-2</c:v>
                      </c:pt>
                      <c:pt idx="3">
                        <c:v>1.5919877782605896E-2</c:v>
                      </c:pt>
                      <c:pt idx="4">
                        <c:v>1.608861372033038E-2</c:v>
                      </c:pt>
                      <c:pt idx="5">
                        <c:v>1.7735033282253152E-2</c:v>
                      </c:pt>
                      <c:pt idx="6">
                        <c:v>1.970990501895321E-2</c:v>
                      </c:pt>
                      <c:pt idx="7">
                        <c:v>1.8066698374269791E-2</c:v>
                      </c:pt>
                      <c:pt idx="8">
                        <c:v>1.7906683410018023E-2</c:v>
                      </c:pt>
                      <c:pt idx="9">
                        <c:v>1.8893315656637679E-2</c:v>
                      </c:pt>
                      <c:pt idx="10">
                        <c:v>1.6594579921024914E-2</c:v>
                      </c:pt>
                      <c:pt idx="11">
                        <c:v>2.0547587621160084E-2</c:v>
                      </c:pt>
                      <c:pt idx="12">
                        <c:v>2.1693378912875427E-2</c:v>
                      </c:pt>
                      <c:pt idx="13">
                        <c:v>1.9236892848517376E-2</c:v>
                      </c:pt>
                      <c:pt idx="14">
                        <c:v>2.3180458538075554E-2</c:v>
                      </c:pt>
                      <c:pt idx="15">
                        <c:v>2.2364326321042668E-2</c:v>
                      </c:pt>
                      <c:pt idx="16">
                        <c:v>2.434000513705676E-2</c:v>
                      </c:pt>
                      <c:pt idx="17">
                        <c:v>2.3687772653048798E-2</c:v>
                      </c:pt>
                      <c:pt idx="18">
                        <c:v>2.6162672024299234E-2</c:v>
                      </c:pt>
                      <c:pt idx="19">
                        <c:v>2.6162685800113428E-2</c:v>
                      </c:pt>
                      <c:pt idx="20">
                        <c:v>2.896419862126794E-2</c:v>
                      </c:pt>
                      <c:pt idx="21">
                        <c:v>2.7153556819722764E-2</c:v>
                      </c:pt>
                      <c:pt idx="22">
                        <c:v>2.9455429985101148E-2</c:v>
                      </c:pt>
                      <c:pt idx="23">
                        <c:v>3.0778253317336104E-2</c:v>
                      </c:pt>
                      <c:pt idx="24">
                        <c:v>2.7823940640503822E-2</c:v>
                      </c:pt>
                      <c:pt idx="25">
                        <c:v>3.4410914127744906E-2</c:v>
                      </c:pt>
                      <c:pt idx="26">
                        <c:v>3.095945151708723E-2</c:v>
                      </c:pt>
                      <c:pt idx="27">
                        <c:v>3.5404178048698234E-2</c:v>
                      </c:pt>
                      <c:pt idx="28">
                        <c:v>3.4575875028957294E-2</c:v>
                      </c:pt>
                      <c:pt idx="29">
                        <c:v>4.2158833999953425E-2</c:v>
                      </c:pt>
                      <c:pt idx="30">
                        <c:v>4.2990663811427729E-2</c:v>
                      </c:pt>
                      <c:pt idx="31">
                        <c:v>3.8390837975439226E-2</c:v>
                      </c:pt>
                      <c:pt idx="32">
                        <c:v>4.4806446118905996E-2</c:v>
                      </c:pt>
                      <c:pt idx="33">
                        <c:v>4.2019432158292049E-2</c:v>
                      </c:pt>
                      <c:pt idx="34">
                        <c:v>4.2675085247190075E-2</c:v>
                      </c:pt>
                      <c:pt idx="35">
                        <c:v>5.0936919521051852E-2</c:v>
                      </c:pt>
                      <c:pt idx="36">
                        <c:v>4.6988082849453633E-2</c:v>
                      </c:pt>
                      <c:pt idx="37">
                        <c:v>4.8804569980790455E-2</c:v>
                      </c:pt>
                      <c:pt idx="38">
                        <c:v>6.3157521537250766E-2</c:v>
                      </c:pt>
                      <c:pt idx="39">
                        <c:v>5.5898750247401437E-2</c:v>
                      </c:pt>
                      <c:pt idx="40">
                        <c:v>5.8377219177417825E-2</c:v>
                      </c:pt>
                      <c:pt idx="41">
                        <c:v>5.6385212295517663E-2</c:v>
                      </c:pt>
                      <c:pt idx="42">
                        <c:v>6.3974181339466668E-2</c:v>
                      </c:pt>
                      <c:pt idx="43">
                        <c:v>6.6611038754961854E-2</c:v>
                      </c:pt>
                      <c:pt idx="44">
                        <c:v>6.4966913455744305E-2</c:v>
                      </c:pt>
                      <c:pt idx="45">
                        <c:v>7.1256576573776959E-2</c:v>
                      </c:pt>
                      <c:pt idx="46">
                        <c:v>7.5547023543768022E-2</c:v>
                      </c:pt>
                      <c:pt idx="47">
                        <c:v>7.488475994189206E-2</c:v>
                      </c:pt>
                      <c:pt idx="48">
                        <c:v>8.6002726170868932E-2</c:v>
                      </c:pt>
                      <c:pt idx="49">
                        <c:v>8.6872068129634133E-2</c:v>
                      </c:pt>
                      <c:pt idx="50">
                        <c:v>9.282525216838633E-2</c:v>
                      </c:pt>
                      <c:pt idx="51">
                        <c:v>9.6537321973359069E-2</c:v>
                      </c:pt>
                      <c:pt idx="52">
                        <c:v>9.0760633624946643E-2</c:v>
                      </c:pt>
                      <c:pt idx="53">
                        <c:v>9.4805430137365629E-2</c:v>
                      </c:pt>
                      <c:pt idx="54">
                        <c:v>0.1014635026098217</c:v>
                      </c:pt>
                      <c:pt idx="55">
                        <c:v>0.10912888094343789</c:v>
                      </c:pt>
                      <c:pt idx="56">
                        <c:v>0.11277039434366222</c:v>
                      </c:pt>
                      <c:pt idx="57">
                        <c:v>0.11556421496136049</c:v>
                      </c:pt>
                      <c:pt idx="58">
                        <c:v>0.12381946499595584</c:v>
                      </c:pt>
                      <c:pt idx="59">
                        <c:v>0.12410814644880425</c:v>
                      </c:pt>
                      <c:pt idx="60">
                        <c:v>0.14384769373081294</c:v>
                      </c:pt>
                      <c:pt idx="61">
                        <c:v>0.15340419548063297</c:v>
                      </c:pt>
                      <c:pt idx="62">
                        <c:v>0.14956964808280335</c:v>
                      </c:pt>
                      <c:pt idx="63">
                        <c:v>0.15669850448237976</c:v>
                      </c:pt>
                      <c:pt idx="64">
                        <c:v>0.17735373176985211</c:v>
                      </c:pt>
                      <c:pt idx="65">
                        <c:v>0.18222957135748369</c:v>
                      </c:pt>
                      <c:pt idx="66">
                        <c:v>0.19315970025255921</c:v>
                      </c:pt>
                      <c:pt idx="67">
                        <c:v>0.19748389624768845</c:v>
                      </c:pt>
                      <c:pt idx="68">
                        <c:v>0.22349143282840825</c:v>
                      </c:pt>
                      <c:pt idx="69">
                        <c:v>0.22646671840636562</c:v>
                      </c:pt>
                      <c:pt idx="70">
                        <c:v>0.23888418340206538</c:v>
                      </c:pt>
                      <c:pt idx="71">
                        <c:v>0.25397458217745783</c:v>
                      </c:pt>
                      <c:pt idx="72">
                        <c:v>0.28961087789717266</c:v>
                      </c:pt>
                      <c:pt idx="73">
                        <c:v>0.2983344527221678</c:v>
                      </c:pt>
                      <c:pt idx="74">
                        <c:v>0.34218585976448707</c:v>
                      </c:pt>
                      <c:pt idx="75">
                        <c:v>0.33938299244877806</c:v>
                      </c:pt>
                      <c:pt idx="76">
                        <c:v>0.39072574044721509</c:v>
                      </c:pt>
                      <c:pt idx="77">
                        <c:v>0.4214615647836189</c:v>
                      </c:pt>
                      <c:pt idx="78">
                        <c:v>0.441713026383799</c:v>
                      </c:pt>
                      <c:pt idx="79">
                        <c:v>0.48362475411185424</c:v>
                      </c:pt>
                      <c:pt idx="80">
                        <c:v>0.53947211957220587</c:v>
                      </c:pt>
                      <c:pt idx="81">
                        <c:v>0.58644905099621791</c:v>
                      </c:pt>
                      <c:pt idx="82">
                        <c:v>0.66799133381525955</c:v>
                      </c:pt>
                      <c:pt idx="83">
                        <c:v>0.74369498982675286</c:v>
                      </c:pt>
                      <c:pt idx="84">
                        <c:v>0.82650778006175529</c:v>
                      </c:pt>
                      <c:pt idx="85">
                        <c:v>0.9100009552523689</c:v>
                      </c:pt>
                      <c:pt idx="86">
                        <c:v>1.0458924439560076</c:v>
                      </c:pt>
                      <c:pt idx="87">
                        <c:v>1.2048223749598661</c:v>
                      </c:pt>
                      <c:pt idx="88">
                        <c:v>1.384814913024847</c:v>
                      </c:pt>
                      <c:pt idx="89">
                        <c:v>1.5629704900354617</c:v>
                      </c:pt>
                      <c:pt idx="90">
                        <c:v>1.8979324133327165</c:v>
                      </c:pt>
                      <c:pt idx="91">
                        <c:v>2.3735845935925393</c:v>
                      </c:pt>
                      <c:pt idx="92">
                        <c:v>3.0024166443775555</c:v>
                      </c:pt>
                      <c:pt idx="93">
                        <c:v>3.7956303866888041</c:v>
                      </c:pt>
                      <c:pt idx="94">
                        <c:v>5.0886525205001547</c:v>
                      </c:pt>
                      <c:pt idx="95">
                        <c:v>7.1198079358223314</c:v>
                      </c:pt>
                      <c:pt idx="96">
                        <c:v>11.051106364051215</c:v>
                      </c:pt>
                      <c:pt idx="97">
                        <c:v>18.737379072691301</c:v>
                      </c:pt>
                      <c:pt idx="98">
                        <c:v>39.952260413515617</c:v>
                      </c:pt>
                      <c:pt idx="99">
                        <c:v>187.50362405538468</c:v>
                      </c:pt>
                      <c:pt idx="100">
                        <c:v>11747.363038625652</c:v>
                      </c:pt>
                      <c:pt idx="101">
                        <c:v>5819.7639594137927</c:v>
                      </c:pt>
                      <c:pt idx="102">
                        <c:v>104.1875430828705</c:v>
                      </c:pt>
                      <c:pt idx="103">
                        <c:v>31.059037744809935</c:v>
                      </c:pt>
                      <c:pt idx="104">
                        <c:v>14.629796815420331</c:v>
                      </c:pt>
                      <c:pt idx="105">
                        <c:v>8.5112530689758064</c:v>
                      </c:pt>
                      <c:pt idx="106">
                        <c:v>5.7252626091885634</c:v>
                      </c:pt>
                      <c:pt idx="107">
                        <c:v>4.0247201393610839</c:v>
                      </c:pt>
                      <c:pt idx="108">
                        <c:v>2.8825993717747243</c:v>
                      </c:pt>
                      <c:pt idx="109">
                        <c:v>2.1540654805010315</c:v>
                      </c:pt>
                      <c:pt idx="110">
                        <c:v>1.7302038076110364</c:v>
                      </c:pt>
                      <c:pt idx="111">
                        <c:v>1.4757337908495765</c:v>
                      </c:pt>
                      <c:pt idx="112">
                        <c:v>1.2462239099901409</c:v>
                      </c:pt>
                      <c:pt idx="113">
                        <c:v>1.0368686811713204</c:v>
                      </c:pt>
                      <c:pt idx="114">
                        <c:v>0.89395279394305038</c:v>
                      </c:pt>
                      <c:pt idx="115">
                        <c:v>0.7680808574956971</c:v>
                      </c:pt>
                      <c:pt idx="116">
                        <c:v>0.66314483737427188</c:v>
                      </c:pt>
                      <c:pt idx="117">
                        <c:v>0.59695177433124635</c:v>
                      </c:pt>
                      <c:pt idx="118">
                        <c:v>0.50083348020519991</c:v>
                      </c:pt>
                      <c:pt idx="119">
                        <c:v>0.43470447393427791</c:v>
                      </c:pt>
                      <c:pt idx="120">
                        <c:v>0.39570173925776053</c:v>
                      </c:pt>
                      <c:pt idx="121">
                        <c:v>0.37152842544393994</c:v>
                      </c:pt>
                      <c:pt idx="122">
                        <c:v>0.33223341922674665</c:v>
                      </c:pt>
                      <c:pt idx="123">
                        <c:v>0.29124415565769018</c:v>
                      </c:pt>
                      <c:pt idx="124">
                        <c:v>0.25259517865267628</c:v>
                      </c:pt>
                      <c:pt idx="125">
                        <c:v>0.23205064182780638</c:v>
                      </c:pt>
                      <c:pt idx="126">
                        <c:v>0.204645703510003</c:v>
                      </c:pt>
                      <c:pt idx="127">
                        <c:v>0.17838413828857094</c:v>
                      </c:pt>
                      <c:pt idx="128">
                        <c:v>0.15513738446317885</c:v>
                      </c:pt>
                      <c:pt idx="129">
                        <c:v>0.1394800211411148</c:v>
                      </c:pt>
                      <c:pt idx="130">
                        <c:v>0.12383484706612476</c:v>
                      </c:pt>
                      <c:pt idx="131">
                        <c:v>0.12323946560773198</c:v>
                      </c:pt>
                      <c:pt idx="132">
                        <c:v>0.11259542857570526</c:v>
                      </c:pt>
                      <c:pt idx="133">
                        <c:v>9.6985225091145724E-2</c:v>
                      </c:pt>
                      <c:pt idx="134">
                        <c:v>8.7677881910004932E-2</c:v>
                      </c:pt>
                      <c:pt idx="135">
                        <c:v>7.8009484057081982E-2</c:v>
                      </c:pt>
                      <c:pt idx="136">
                        <c:v>6.6204813239631899E-2</c:v>
                      </c:pt>
                      <c:pt idx="137">
                        <c:v>5.43825961323397E-2</c:v>
                      </c:pt>
                      <c:pt idx="138">
                        <c:v>5.2881558529284035E-2</c:v>
                      </c:pt>
                      <c:pt idx="139">
                        <c:v>4.6053765859661706E-2</c:v>
                      </c:pt>
                      <c:pt idx="140">
                        <c:v>4.8049873440956181E-2</c:v>
                      </c:pt>
                      <c:pt idx="141">
                        <c:v>4.1743186139984956E-2</c:v>
                      </c:pt>
                      <c:pt idx="142">
                        <c:v>3.3924846852182479E-2</c:v>
                      </c:pt>
                      <c:pt idx="143">
                        <c:v>2.861569972082224E-2</c:v>
                      </c:pt>
                      <c:pt idx="144">
                        <c:v>2.7291114434155602E-2</c:v>
                      </c:pt>
                      <c:pt idx="145">
                        <c:v>2.5302187184315681E-2</c:v>
                      </c:pt>
                      <c:pt idx="146">
                        <c:v>2.3139231636676638E-2</c:v>
                      </c:pt>
                      <c:pt idx="147">
                        <c:v>1.6970946587988693E-2</c:v>
                      </c:pt>
                      <c:pt idx="148">
                        <c:v>1.3146370642350474E-2</c:v>
                      </c:pt>
                      <c:pt idx="149">
                        <c:v>1.4975117843362064E-2</c:v>
                      </c:pt>
                      <c:pt idx="150">
                        <c:v>1.4977437738167263E-2</c:v>
                      </c:pt>
                      <c:pt idx="151">
                        <c:v>1.3648871949862033E-2</c:v>
                      </c:pt>
                      <c:pt idx="152">
                        <c:v>1.1820392564560196E-2</c:v>
                      </c:pt>
                      <c:pt idx="153">
                        <c:v>1.3152920549400489E-2</c:v>
                      </c:pt>
                      <c:pt idx="154">
                        <c:v>1.032206129832685E-2</c:v>
                      </c:pt>
                      <c:pt idx="155">
                        <c:v>6.9955509461907392E-3</c:v>
                      </c:pt>
                      <c:pt idx="156">
                        <c:v>1.0328074277911022E-2</c:v>
                      </c:pt>
                      <c:pt idx="157">
                        <c:v>7.665767855385623E-3</c:v>
                      </c:pt>
                      <c:pt idx="158">
                        <c:v>5.5005260336396834E-3</c:v>
                      </c:pt>
                      <c:pt idx="159">
                        <c:v>4.334962050825196E-3</c:v>
                      </c:pt>
                      <c:pt idx="160">
                        <c:v>6.6704583775570826E-3</c:v>
                      </c:pt>
                      <c:pt idx="161">
                        <c:v>4.6714297342809012E-3</c:v>
                      </c:pt>
                      <c:pt idx="162">
                        <c:v>4.1712524721136341E-3</c:v>
                      </c:pt>
                      <c:pt idx="163">
                        <c:v>4.0033970158144857E-3</c:v>
                      </c:pt>
                      <c:pt idx="164">
                        <c:v>4.1683525568582879E-3</c:v>
                      </c:pt>
                      <c:pt idx="165">
                        <c:v>3.0002025136696728E-3</c:v>
                      </c:pt>
                      <c:pt idx="166">
                        <c:v>3.1660749800208172E-3</c:v>
                      </c:pt>
                      <c:pt idx="167">
                        <c:v>3.4991189801594456E-3</c:v>
                      </c:pt>
                      <c:pt idx="168">
                        <c:v>2.1668012611383378E-3</c:v>
                      </c:pt>
                      <c:pt idx="169">
                        <c:v>2.6675747980470818E-3</c:v>
                      </c:pt>
                      <c:pt idx="170">
                        <c:v>6.3365490263550582E-3</c:v>
                      </c:pt>
                      <c:pt idx="171">
                        <c:v>2.8361096483365839E-3</c:v>
                      </c:pt>
                      <c:pt idx="172">
                        <c:v>2.001488940981345E-3</c:v>
                      </c:pt>
                      <c:pt idx="173">
                        <c:v>2.3359702154453648E-3</c:v>
                      </c:pt>
                      <c:pt idx="174">
                        <c:v>2.8370116608021465E-3</c:v>
                      </c:pt>
                      <c:pt idx="175">
                        <c:v>1.6695031246503956E-3</c:v>
                      </c:pt>
                      <c:pt idx="176">
                        <c:v>1.5025743857379915E-3</c:v>
                      </c:pt>
                      <c:pt idx="177">
                        <c:v>1.8365598629191719E-3</c:v>
                      </c:pt>
                      <c:pt idx="178">
                        <c:v>1.1688874944617692E-3</c:v>
                      </c:pt>
                      <c:pt idx="179">
                        <c:v>6.6768961166437731E-4</c:v>
                      </c:pt>
                      <c:pt idx="180">
                        <c:v>1.6692504159229529E-3</c:v>
                      </c:pt>
                      <c:pt idx="181">
                        <c:v>8.3445259851125972E-4</c:v>
                      </c:pt>
                      <c:pt idx="182">
                        <c:v>1.3353356245912203E-3</c:v>
                      </c:pt>
                      <c:pt idx="183">
                        <c:v>1.0014516041001432E-3</c:v>
                      </c:pt>
                      <c:pt idx="184">
                        <c:v>1.6688960057661024E-3</c:v>
                      </c:pt>
                      <c:pt idx="185">
                        <c:v>1.8355325154322812E-3</c:v>
                      </c:pt>
                      <c:pt idx="186">
                        <c:v>2.8364069111356882E-3</c:v>
                      </c:pt>
                      <c:pt idx="187">
                        <c:v>1.8352125604083154E-3</c:v>
                      </c:pt>
                      <c:pt idx="188">
                        <c:v>1.0010452413887962E-3</c:v>
                      </c:pt>
                      <c:pt idx="189">
                        <c:v>6.6776363537868503E-4</c:v>
                      </c:pt>
                      <c:pt idx="190">
                        <c:v>1.5024002095347492E-3</c:v>
                      </c:pt>
                      <c:pt idx="191">
                        <c:v>1.0021493598395157E-3</c:v>
                      </c:pt>
                      <c:pt idx="192">
                        <c:v>8.3514036830525387E-4</c:v>
                      </c:pt>
                      <c:pt idx="193">
                        <c:v>6.6821901740297908E-4</c:v>
                      </c:pt>
                      <c:pt idx="194">
                        <c:v>2.5061135386719134E-3</c:v>
                      </c:pt>
                      <c:pt idx="195">
                        <c:v>1.002624989194627E-3</c:v>
                      </c:pt>
                      <c:pt idx="196">
                        <c:v>5.0122408109712076E-4</c:v>
                      </c:pt>
                      <c:pt idx="197">
                        <c:v>1.3367298078232012E-3</c:v>
                      </c:pt>
                      <c:pt idx="198">
                        <c:v>1.1699259047484101E-3</c:v>
                      </c:pt>
                      <c:pt idx="199">
                        <c:v>8.356122987557298E-4</c:v>
                      </c:pt>
                      <c:pt idx="200">
                        <c:v>6.6862575126162577E-4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F6AD-41AA-B048-F403BE869230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'θ-scan2_thermo'!$U$2</c15:sqref>
                        </c15:formulaRef>
                      </c:ext>
                    </c:extLst>
                    <c:strCache>
                      <c:ptCount val="1"/>
                      <c:pt idx="0">
                        <c:v>Si_RoughTEOS-2θ-scan_2</c:v>
                      </c:pt>
                    </c:strCache>
                  </c:strRef>
                </c:tx>
                <c:spPr>
                  <a:ln w="25400" cap="rnd">
                    <a:solidFill>
                      <a:schemeClr val="accent1">
                        <a:alpha val="99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'θ-scan2_thermo'!$T$5:$T$205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68.581999999999994</c:v>
                      </c:pt>
                      <c:pt idx="1">
                        <c:v>68.591999999999999</c:v>
                      </c:pt>
                      <c:pt idx="2">
                        <c:v>68.602000000000004</c:v>
                      </c:pt>
                      <c:pt idx="3">
                        <c:v>68.611999999999995</c:v>
                      </c:pt>
                      <c:pt idx="4">
                        <c:v>68.622</c:v>
                      </c:pt>
                      <c:pt idx="5">
                        <c:v>68.632000000000005</c:v>
                      </c:pt>
                      <c:pt idx="6">
                        <c:v>68.641999999999996</c:v>
                      </c:pt>
                      <c:pt idx="7">
                        <c:v>68.652000000000001</c:v>
                      </c:pt>
                      <c:pt idx="8">
                        <c:v>68.662000000000006</c:v>
                      </c:pt>
                      <c:pt idx="9">
                        <c:v>68.671999999999997</c:v>
                      </c:pt>
                      <c:pt idx="10">
                        <c:v>68.682000000000002</c:v>
                      </c:pt>
                      <c:pt idx="11">
                        <c:v>68.691999999999993</c:v>
                      </c:pt>
                      <c:pt idx="12">
                        <c:v>68.701999999999998</c:v>
                      </c:pt>
                      <c:pt idx="13">
                        <c:v>68.712000000000003</c:v>
                      </c:pt>
                      <c:pt idx="14">
                        <c:v>68.721999999999994</c:v>
                      </c:pt>
                      <c:pt idx="15">
                        <c:v>68.731999999999999</c:v>
                      </c:pt>
                      <c:pt idx="16">
                        <c:v>68.742000000000004</c:v>
                      </c:pt>
                      <c:pt idx="17">
                        <c:v>68.751999999999995</c:v>
                      </c:pt>
                      <c:pt idx="18">
                        <c:v>68.762</c:v>
                      </c:pt>
                      <c:pt idx="19">
                        <c:v>68.772000000000006</c:v>
                      </c:pt>
                      <c:pt idx="20">
                        <c:v>68.781999999999996</c:v>
                      </c:pt>
                      <c:pt idx="21">
                        <c:v>68.792000000000002</c:v>
                      </c:pt>
                      <c:pt idx="22">
                        <c:v>68.802000000000007</c:v>
                      </c:pt>
                      <c:pt idx="23">
                        <c:v>68.811999999999998</c:v>
                      </c:pt>
                      <c:pt idx="24">
                        <c:v>68.822000000000003</c:v>
                      </c:pt>
                      <c:pt idx="25">
                        <c:v>68.831999999999994</c:v>
                      </c:pt>
                      <c:pt idx="26">
                        <c:v>68.841999999999999</c:v>
                      </c:pt>
                      <c:pt idx="27">
                        <c:v>68.852000000000004</c:v>
                      </c:pt>
                      <c:pt idx="28">
                        <c:v>68.861999999999995</c:v>
                      </c:pt>
                      <c:pt idx="29">
                        <c:v>68.872</c:v>
                      </c:pt>
                      <c:pt idx="30">
                        <c:v>68.882000000000005</c:v>
                      </c:pt>
                      <c:pt idx="31">
                        <c:v>68.891999999999996</c:v>
                      </c:pt>
                      <c:pt idx="32">
                        <c:v>68.902000000000001</c:v>
                      </c:pt>
                      <c:pt idx="33">
                        <c:v>68.912000000000006</c:v>
                      </c:pt>
                      <c:pt idx="34">
                        <c:v>68.921999999999997</c:v>
                      </c:pt>
                      <c:pt idx="35">
                        <c:v>68.932000000000002</c:v>
                      </c:pt>
                      <c:pt idx="36">
                        <c:v>68.941999999999993</c:v>
                      </c:pt>
                      <c:pt idx="37">
                        <c:v>68.951999999999998</c:v>
                      </c:pt>
                      <c:pt idx="38">
                        <c:v>68.962000000000003</c:v>
                      </c:pt>
                      <c:pt idx="39">
                        <c:v>68.971999999999994</c:v>
                      </c:pt>
                      <c:pt idx="40">
                        <c:v>68.981999999999999</c:v>
                      </c:pt>
                      <c:pt idx="41">
                        <c:v>68.992000000000004</c:v>
                      </c:pt>
                      <c:pt idx="42">
                        <c:v>69.001999999999995</c:v>
                      </c:pt>
                      <c:pt idx="43">
                        <c:v>69.012</c:v>
                      </c:pt>
                      <c:pt idx="44">
                        <c:v>69.022000000000006</c:v>
                      </c:pt>
                      <c:pt idx="45">
                        <c:v>69.031999999999996</c:v>
                      </c:pt>
                      <c:pt idx="46">
                        <c:v>69.042000000000002</c:v>
                      </c:pt>
                      <c:pt idx="47">
                        <c:v>69.052000000000007</c:v>
                      </c:pt>
                      <c:pt idx="48">
                        <c:v>69.061999999999998</c:v>
                      </c:pt>
                      <c:pt idx="49">
                        <c:v>69.072000000000003</c:v>
                      </c:pt>
                      <c:pt idx="50">
                        <c:v>69.081999999999994</c:v>
                      </c:pt>
                      <c:pt idx="51">
                        <c:v>69.091999999999999</c:v>
                      </c:pt>
                      <c:pt idx="52">
                        <c:v>69.102000000000004</c:v>
                      </c:pt>
                      <c:pt idx="53">
                        <c:v>69.111999999999995</c:v>
                      </c:pt>
                      <c:pt idx="54">
                        <c:v>69.122</c:v>
                      </c:pt>
                      <c:pt idx="55">
                        <c:v>69.132000000000005</c:v>
                      </c:pt>
                      <c:pt idx="56">
                        <c:v>69.141999999999996</c:v>
                      </c:pt>
                      <c:pt idx="57">
                        <c:v>69.152000000000001</c:v>
                      </c:pt>
                      <c:pt idx="58">
                        <c:v>69.162000000000006</c:v>
                      </c:pt>
                      <c:pt idx="59">
                        <c:v>69.171999999999997</c:v>
                      </c:pt>
                      <c:pt idx="60">
                        <c:v>69.182000000000002</c:v>
                      </c:pt>
                      <c:pt idx="61">
                        <c:v>69.191999999999993</c:v>
                      </c:pt>
                      <c:pt idx="62">
                        <c:v>69.201999999999998</c:v>
                      </c:pt>
                      <c:pt idx="63">
                        <c:v>69.212000000000003</c:v>
                      </c:pt>
                      <c:pt idx="64">
                        <c:v>69.221999999999994</c:v>
                      </c:pt>
                      <c:pt idx="65">
                        <c:v>69.231999999999999</c:v>
                      </c:pt>
                      <c:pt idx="66">
                        <c:v>69.242000000000004</c:v>
                      </c:pt>
                      <c:pt idx="67">
                        <c:v>69.251999999999995</c:v>
                      </c:pt>
                      <c:pt idx="68">
                        <c:v>69.262</c:v>
                      </c:pt>
                      <c:pt idx="69">
                        <c:v>69.272000000000006</c:v>
                      </c:pt>
                      <c:pt idx="70">
                        <c:v>69.281999999999996</c:v>
                      </c:pt>
                      <c:pt idx="71">
                        <c:v>69.292000000000002</c:v>
                      </c:pt>
                      <c:pt idx="72">
                        <c:v>69.302000000000007</c:v>
                      </c:pt>
                      <c:pt idx="73">
                        <c:v>69.311999999999998</c:v>
                      </c:pt>
                      <c:pt idx="74">
                        <c:v>69.322000000000003</c:v>
                      </c:pt>
                      <c:pt idx="75">
                        <c:v>69.331999999999994</c:v>
                      </c:pt>
                      <c:pt idx="76">
                        <c:v>69.341999999999999</c:v>
                      </c:pt>
                      <c:pt idx="77">
                        <c:v>69.352000000000004</c:v>
                      </c:pt>
                      <c:pt idx="78">
                        <c:v>69.361999999999995</c:v>
                      </c:pt>
                      <c:pt idx="79">
                        <c:v>69.372</c:v>
                      </c:pt>
                      <c:pt idx="80">
                        <c:v>69.382000000000005</c:v>
                      </c:pt>
                      <c:pt idx="81">
                        <c:v>69.391999999999996</c:v>
                      </c:pt>
                      <c:pt idx="82">
                        <c:v>69.402000000000001</c:v>
                      </c:pt>
                      <c:pt idx="83">
                        <c:v>69.412000000000006</c:v>
                      </c:pt>
                      <c:pt idx="84">
                        <c:v>69.421999999999997</c:v>
                      </c:pt>
                      <c:pt idx="85">
                        <c:v>69.432000000000002</c:v>
                      </c:pt>
                      <c:pt idx="86">
                        <c:v>69.441999999999993</c:v>
                      </c:pt>
                      <c:pt idx="87">
                        <c:v>69.451999999999998</c:v>
                      </c:pt>
                      <c:pt idx="88">
                        <c:v>69.462000000000003</c:v>
                      </c:pt>
                      <c:pt idx="89">
                        <c:v>69.471999999999994</c:v>
                      </c:pt>
                      <c:pt idx="90">
                        <c:v>69.481999999999999</c:v>
                      </c:pt>
                      <c:pt idx="91">
                        <c:v>69.492000000000004</c:v>
                      </c:pt>
                      <c:pt idx="92">
                        <c:v>69.501999999999995</c:v>
                      </c:pt>
                      <c:pt idx="93">
                        <c:v>69.512</c:v>
                      </c:pt>
                      <c:pt idx="94">
                        <c:v>69.522000000000006</c:v>
                      </c:pt>
                      <c:pt idx="95">
                        <c:v>69.531999999999996</c:v>
                      </c:pt>
                      <c:pt idx="96">
                        <c:v>69.542000000000002</c:v>
                      </c:pt>
                      <c:pt idx="97">
                        <c:v>69.552000000000007</c:v>
                      </c:pt>
                      <c:pt idx="98">
                        <c:v>69.561999999999998</c:v>
                      </c:pt>
                      <c:pt idx="99">
                        <c:v>69.572000000000003</c:v>
                      </c:pt>
                      <c:pt idx="100">
                        <c:v>69.581999999999994</c:v>
                      </c:pt>
                      <c:pt idx="101">
                        <c:v>69.591999999999999</c:v>
                      </c:pt>
                      <c:pt idx="102">
                        <c:v>69.602000000000004</c:v>
                      </c:pt>
                      <c:pt idx="103">
                        <c:v>69.611999999999995</c:v>
                      </c:pt>
                      <c:pt idx="104">
                        <c:v>69.622</c:v>
                      </c:pt>
                      <c:pt idx="105">
                        <c:v>69.632000000000005</c:v>
                      </c:pt>
                      <c:pt idx="106">
                        <c:v>69.641999999999996</c:v>
                      </c:pt>
                      <c:pt idx="107">
                        <c:v>69.652000000000001</c:v>
                      </c:pt>
                      <c:pt idx="108">
                        <c:v>69.662000000000006</c:v>
                      </c:pt>
                      <c:pt idx="109">
                        <c:v>69.671999999999997</c:v>
                      </c:pt>
                      <c:pt idx="110">
                        <c:v>69.682000000000002</c:v>
                      </c:pt>
                      <c:pt idx="111">
                        <c:v>69.691999999999993</c:v>
                      </c:pt>
                      <c:pt idx="112">
                        <c:v>69.701999999999998</c:v>
                      </c:pt>
                      <c:pt idx="113">
                        <c:v>69.712000000000003</c:v>
                      </c:pt>
                      <c:pt idx="114">
                        <c:v>69.721999999999994</c:v>
                      </c:pt>
                      <c:pt idx="115">
                        <c:v>69.731999999999999</c:v>
                      </c:pt>
                      <c:pt idx="116">
                        <c:v>69.742000000000004</c:v>
                      </c:pt>
                      <c:pt idx="117">
                        <c:v>69.751999999999995</c:v>
                      </c:pt>
                      <c:pt idx="118">
                        <c:v>69.762</c:v>
                      </c:pt>
                      <c:pt idx="119">
                        <c:v>69.772000000000006</c:v>
                      </c:pt>
                      <c:pt idx="120">
                        <c:v>69.781999999999996</c:v>
                      </c:pt>
                      <c:pt idx="121">
                        <c:v>69.792000000000002</c:v>
                      </c:pt>
                      <c:pt idx="122">
                        <c:v>69.802000000000007</c:v>
                      </c:pt>
                      <c:pt idx="123">
                        <c:v>69.811999999999998</c:v>
                      </c:pt>
                      <c:pt idx="124">
                        <c:v>69.822000000000003</c:v>
                      </c:pt>
                      <c:pt idx="125">
                        <c:v>69.831999999999994</c:v>
                      </c:pt>
                      <c:pt idx="126">
                        <c:v>69.841999999999999</c:v>
                      </c:pt>
                      <c:pt idx="127">
                        <c:v>69.852000000000004</c:v>
                      </c:pt>
                      <c:pt idx="128">
                        <c:v>69.861999999999995</c:v>
                      </c:pt>
                      <c:pt idx="129">
                        <c:v>69.872</c:v>
                      </c:pt>
                      <c:pt idx="130">
                        <c:v>69.882000000000005</c:v>
                      </c:pt>
                      <c:pt idx="131">
                        <c:v>69.891999999999996</c:v>
                      </c:pt>
                      <c:pt idx="132">
                        <c:v>69.902000000000001</c:v>
                      </c:pt>
                      <c:pt idx="133">
                        <c:v>69.912000000000006</c:v>
                      </c:pt>
                      <c:pt idx="134">
                        <c:v>69.921999999999997</c:v>
                      </c:pt>
                      <c:pt idx="135">
                        <c:v>69.932000000000002</c:v>
                      </c:pt>
                      <c:pt idx="136">
                        <c:v>69.941999999999993</c:v>
                      </c:pt>
                      <c:pt idx="137">
                        <c:v>69.951999999999998</c:v>
                      </c:pt>
                      <c:pt idx="138">
                        <c:v>69.962000000000003</c:v>
                      </c:pt>
                      <c:pt idx="139">
                        <c:v>69.971999999999994</c:v>
                      </c:pt>
                      <c:pt idx="140">
                        <c:v>69.981999999999999</c:v>
                      </c:pt>
                      <c:pt idx="141">
                        <c:v>69.992000000000004</c:v>
                      </c:pt>
                      <c:pt idx="142">
                        <c:v>70.001999999999995</c:v>
                      </c:pt>
                      <c:pt idx="143">
                        <c:v>70.012</c:v>
                      </c:pt>
                      <c:pt idx="144">
                        <c:v>70.022000000000006</c:v>
                      </c:pt>
                      <c:pt idx="145">
                        <c:v>70.031999999999996</c:v>
                      </c:pt>
                      <c:pt idx="146">
                        <c:v>70.042000000000002</c:v>
                      </c:pt>
                      <c:pt idx="147">
                        <c:v>70.052000000000007</c:v>
                      </c:pt>
                      <c:pt idx="148">
                        <c:v>70.061999999999998</c:v>
                      </c:pt>
                      <c:pt idx="149">
                        <c:v>70.072000000000003</c:v>
                      </c:pt>
                      <c:pt idx="150">
                        <c:v>70.081999999999994</c:v>
                      </c:pt>
                      <c:pt idx="151">
                        <c:v>70.091999999999999</c:v>
                      </c:pt>
                      <c:pt idx="152">
                        <c:v>70.102000000000004</c:v>
                      </c:pt>
                      <c:pt idx="153">
                        <c:v>70.111999999999995</c:v>
                      </c:pt>
                      <c:pt idx="154">
                        <c:v>70.122</c:v>
                      </c:pt>
                      <c:pt idx="155">
                        <c:v>70.132000000000005</c:v>
                      </c:pt>
                      <c:pt idx="156">
                        <c:v>70.141999999999996</c:v>
                      </c:pt>
                      <c:pt idx="157">
                        <c:v>70.152000000000001</c:v>
                      </c:pt>
                      <c:pt idx="158">
                        <c:v>70.162000000000006</c:v>
                      </c:pt>
                      <c:pt idx="159">
                        <c:v>70.171999999999997</c:v>
                      </c:pt>
                      <c:pt idx="160">
                        <c:v>70.182000000000002</c:v>
                      </c:pt>
                      <c:pt idx="161">
                        <c:v>70.191999999999993</c:v>
                      </c:pt>
                      <c:pt idx="162">
                        <c:v>70.201999999999998</c:v>
                      </c:pt>
                      <c:pt idx="163">
                        <c:v>70.212000000000003</c:v>
                      </c:pt>
                      <c:pt idx="164">
                        <c:v>70.221999999999994</c:v>
                      </c:pt>
                      <c:pt idx="165">
                        <c:v>70.231999999999999</c:v>
                      </c:pt>
                      <c:pt idx="166">
                        <c:v>70.242000000000004</c:v>
                      </c:pt>
                      <c:pt idx="167">
                        <c:v>70.251999999999995</c:v>
                      </c:pt>
                      <c:pt idx="168">
                        <c:v>70.262</c:v>
                      </c:pt>
                      <c:pt idx="169">
                        <c:v>70.272000000000006</c:v>
                      </c:pt>
                      <c:pt idx="170">
                        <c:v>70.281999999999996</c:v>
                      </c:pt>
                      <c:pt idx="171">
                        <c:v>70.292000000000002</c:v>
                      </c:pt>
                      <c:pt idx="172">
                        <c:v>70.302000000000007</c:v>
                      </c:pt>
                      <c:pt idx="173">
                        <c:v>70.311999999999998</c:v>
                      </c:pt>
                      <c:pt idx="174">
                        <c:v>70.322000000000003</c:v>
                      </c:pt>
                      <c:pt idx="175">
                        <c:v>70.331999999999994</c:v>
                      </c:pt>
                      <c:pt idx="176">
                        <c:v>70.341999999999999</c:v>
                      </c:pt>
                      <c:pt idx="177">
                        <c:v>70.352000000000004</c:v>
                      </c:pt>
                      <c:pt idx="178">
                        <c:v>70.361999999999995</c:v>
                      </c:pt>
                      <c:pt idx="179">
                        <c:v>70.372</c:v>
                      </c:pt>
                      <c:pt idx="180">
                        <c:v>70.382000000000005</c:v>
                      </c:pt>
                      <c:pt idx="181">
                        <c:v>70.391999999999996</c:v>
                      </c:pt>
                      <c:pt idx="182">
                        <c:v>70.402000000000001</c:v>
                      </c:pt>
                      <c:pt idx="183">
                        <c:v>70.412000000000006</c:v>
                      </c:pt>
                      <c:pt idx="184">
                        <c:v>70.421999999999997</c:v>
                      </c:pt>
                      <c:pt idx="185">
                        <c:v>70.432000000000002</c:v>
                      </c:pt>
                      <c:pt idx="186">
                        <c:v>70.441999999999993</c:v>
                      </c:pt>
                      <c:pt idx="187">
                        <c:v>70.451999999999998</c:v>
                      </c:pt>
                      <c:pt idx="188">
                        <c:v>70.462000000000003</c:v>
                      </c:pt>
                      <c:pt idx="189">
                        <c:v>70.471999999999994</c:v>
                      </c:pt>
                      <c:pt idx="190">
                        <c:v>70.481999999999999</c:v>
                      </c:pt>
                      <c:pt idx="191">
                        <c:v>70.492000000000004</c:v>
                      </c:pt>
                      <c:pt idx="192">
                        <c:v>70.501999999999995</c:v>
                      </c:pt>
                      <c:pt idx="193">
                        <c:v>70.512</c:v>
                      </c:pt>
                      <c:pt idx="194">
                        <c:v>70.522000000000006</c:v>
                      </c:pt>
                      <c:pt idx="195">
                        <c:v>70.531999999999996</c:v>
                      </c:pt>
                      <c:pt idx="196">
                        <c:v>70.542000000000002</c:v>
                      </c:pt>
                      <c:pt idx="197">
                        <c:v>70.552000000000007</c:v>
                      </c:pt>
                      <c:pt idx="198">
                        <c:v>70.561999999999998</c:v>
                      </c:pt>
                      <c:pt idx="199">
                        <c:v>70.572000000000003</c:v>
                      </c:pt>
                      <c:pt idx="200">
                        <c:v>70.581999999999994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'θ-scan2_thermo'!$X$5:$X$205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0</c:v>
                      </c:pt>
                      <c:pt idx="1">
                        <c:v>5.0329946773816441E-4</c:v>
                      </c:pt>
                      <c:pt idx="2">
                        <c:v>7.5476355811341018E-4</c:v>
                      </c:pt>
                      <c:pt idx="3">
                        <c:v>2.516848159104268E-4</c:v>
                      </c:pt>
                      <c:pt idx="4">
                        <c:v>2.5172718200708473E-4</c:v>
                      </c:pt>
                      <c:pt idx="5">
                        <c:v>7.5493789780194294E-4</c:v>
                      </c:pt>
                      <c:pt idx="6">
                        <c:v>5.0330797911000101E-4</c:v>
                      </c:pt>
                      <c:pt idx="7">
                        <c:v>7.5563067643932217E-4</c:v>
                      </c:pt>
                      <c:pt idx="8">
                        <c:v>1.0066520067934918E-3</c:v>
                      </c:pt>
                      <c:pt idx="9">
                        <c:v>5.0344603778402792E-4</c:v>
                      </c:pt>
                      <c:pt idx="10">
                        <c:v>0</c:v>
                      </c:pt>
                      <c:pt idx="11">
                        <c:v>1.2593360563705012E-3</c:v>
                      </c:pt>
                      <c:pt idx="12">
                        <c:v>0</c:v>
                      </c:pt>
                      <c:pt idx="13">
                        <c:v>1.5106504634297959E-3</c:v>
                      </c:pt>
                      <c:pt idx="14">
                        <c:v>1.2592046284332686E-3</c:v>
                      </c:pt>
                      <c:pt idx="15">
                        <c:v>1.511342321857073E-3</c:v>
                      </c:pt>
                      <c:pt idx="16">
                        <c:v>1.0073549757002055E-3</c:v>
                      </c:pt>
                      <c:pt idx="17">
                        <c:v>2.0143018452465273E-3</c:v>
                      </c:pt>
                      <c:pt idx="18">
                        <c:v>2.0149528137090741E-3</c:v>
                      </c:pt>
                      <c:pt idx="19">
                        <c:v>1.0076098728033602E-3</c:v>
                      </c:pt>
                      <c:pt idx="20">
                        <c:v>7.5559200419444235E-4</c:v>
                      </c:pt>
                      <c:pt idx="21">
                        <c:v>1.5116674271193641E-3</c:v>
                      </c:pt>
                      <c:pt idx="22">
                        <c:v>3.0232396431367926E-3</c:v>
                      </c:pt>
                      <c:pt idx="23">
                        <c:v>1.5117285189550347E-3</c:v>
                      </c:pt>
                      <c:pt idx="24">
                        <c:v>2.7721309610108601E-3</c:v>
                      </c:pt>
                      <c:pt idx="25">
                        <c:v>2.5198903132064906E-3</c:v>
                      </c:pt>
                      <c:pt idx="26">
                        <c:v>7.5580480766430415E-4</c:v>
                      </c:pt>
                      <c:pt idx="27">
                        <c:v>1.5119760218746644E-3</c:v>
                      </c:pt>
                      <c:pt idx="28">
                        <c:v>1.7643224165127672E-3</c:v>
                      </c:pt>
                      <c:pt idx="29">
                        <c:v>2.5214939074781687E-3</c:v>
                      </c:pt>
                      <c:pt idx="30">
                        <c:v>1.7646620030683439E-3</c:v>
                      </c:pt>
                      <c:pt idx="31">
                        <c:v>4.0332054815598187E-3</c:v>
                      </c:pt>
                      <c:pt idx="32">
                        <c:v>1.7645766382354718E-3</c:v>
                      </c:pt>
                      <c:pt idx="33">
                        <c:v>3.0248467719755307E-3</c:v>
                      </c:pt>
                      <c:pt idx="34">
                        <c:v>3.0240584260184142E-3</c:v>
                      </c:pt>
                      <c:pt idx="35">
                        <c:v>2.7726182572728108E-3</c:v>
                      </c:pt>
                      <c:pt idx="36">
                        <c:v>4.5360484304818828E-3</c:v>
                      </c:pt>
                      <c:pt idx="37">
                        <c:v>5.0383534580285506E-3</c:v>
                      </c:pt>
                      <c:pt idx="38">
                        <c:v>5.7941566887089822E-3</c:v>
                      </c:pt>
                      <c:pt idx="39">
                        <c:v>6.046161384089279E-3</c:v>
                      </c:pt>
                      <c:pt idx="40">
                        <c:v>8.063932672613329E-3</c:v>
                      </c:pt>
                      <c:pt idx="41">
                        <c:v>5.5472996048103766E-3</c:v>
                      </c:pt>
                      <c:pt idx="42">
                        <c:v>8.8263312156442938E-3</c:v>
                      </c:pt>
                      <c:pt idx="43">
                        <c:v>7.3181451035754736E-3</c:v>
                      </c:pt>
                      <c:pt idx="44">
                        <c:v>6.5608576958797694E-3</c:v>
                      </c:pt>
                      <c:pt idx="45">
                        <c:v>7.0664167207773318E-3</c:v>
                      </c:pt>
                      <c:pt idx="46">
                        <c:v>1.4393201560627069E-2</c:v>
                      </c:pt>
                      <c:pt idx="47">
                        <c:v>1.0360543633391608E-2</c:v>
                      </c:pt>
                      <c:pt idx="48">
                        <c:v>1.0106325109260744E-2</c:v>
                      </c:pt>
                      <c:pt idx="49">
                        <c:v>9.6038342550065665E-3</c:v>
                      </c:pt>
                      <c:pt idx="50">
                        <c:v>1.7705902381441339E-2</c:v>
                      </c:pt>
                      <c:pt idx="51">
                        <c:v>1.8972648776555068E-2</c:v>
                      </c:pt>
                      <c:pt idx="52">
                        <c:v>1.8478143634052972E-2</c:v>
                      </c:pt>
                      <c:pt idx="53">
                        <c:v>1.848423219031568E-2</c:v>
                      </c:pt>
                      <c:pt idx="54">
                        <c:v>2.3687849164946005E-2</c:v>
                      </c:pt>
                      <c:pt idx="55">
                        <c:v>2.3058025826053142E-2</c:v>
                      </c:pt>
                      <c:pt idx="56">
                        <c:v>2.2820924962516632E-2</c:v>
                      </c:pt>
                      <c:pt idx="57">
                        <c:v>2.9654257964924588E-2</c:v>
                      </c:pt>
                      <c:pt idx="58">
                        <c:v>2.9404271984446152E-2</c:v>
                      </c:pt>
                      <c:pt idx="59">
                        <c:v>3.0677033509563172E-2</c:v>
                      </c:pt>
                      <c:pt idx="60">
                        <c:v>3.3721051903113482E-2</c:v>
                      </c:pt>
                      <c:pt idx="61">
                        <c:v>4.0574226743994385E-2</c:v>
                      </c:pt>
                      <c:pt idx="62">
                        <c:v>5.0193060763719363E-2</c:v>
                      </c:pt>
                      <c:pt idx="63">
                        <c:v>5.0708290871478261E-2</c:v>
                      </c:pt>
                      <c:pt idx="64">
                        <c:v>5.2716440143954407E-2</c:v>
                      </c:pt>
                      <c:pt idx="65">
                        <c:v>6.8676654093686104E-2</c:v>
                      </c:pt>
                      <c:pt idx="66">
                        <c:v>7.5228712383079197E-2</c:v>
                      </c:pt>
                      <c:pt idx="67">
                        <c:v>9.1185403405364476E-2</c:v>
                      </c:pt>
                      <c:pt idx="68">
                        <c:v>0.10844554286145887</c:v>
                      </c:pt>
                      <c:pt idx="69">
                        <c:v>0.1152036541079914</c:v>
                      </c:pt>
                      <c:pt idx="70">
                        <c:v>0.12787700146815459</c:v>
                      </c:pt>
                      <c:pt idx="71">
                        <c:v>0.14154645093670834</c:v>
                      </c:pt>
                      <c:pt idx="72">
                        <c:v>0.16392803807427578</c:v>
                      </c:pt>
                      <c:pt idx="73">
                        <c:v>0.20094451562821139</c:v>
                      </c:pt>
                      <c:pt idx="74">
                        <c:v>0.23633475346118324</c:v>
                      </c:pt>
                      <c:pt idx="75">
                        <c:v>0.26735571964861299</c:v>
                      </c:pt>
                      <c:pt idx="76">
                        <c:v>0.31927070867100221</c:v>
                      </c:pt>
                      <c:pt idx="77">
                        <c:v>0.35811729753180899</c:v>
                      </c:pt>
                      <c:pt idx="78">
                        <c:v>0.42973247771526529</c:v>
                      </c:pt>
                      <c:pt idx="79">
                        <c:v>0.509895044532651</c:v>
                      </c:pt>
                      <c:pt idx="80">
                        <c:v>0.62884173086060957</c:v>
                      </c:pt>
                      <c:pt idx="81">
                        <c:v>0.72073461655890958</c:v>
                      </c:pt>
                      <c:pt idx="82">
                        <c:v>0.89216891186536174</c:v>
                      </c:pt>
                      <c:pt idx="83">
                        <c:v>1.156744545250296</c:v>
                      </c:pt>
                      <c:pt idx="84">
                        <c:v>1.4451882644619369</c:v>
                      </c:pt>
                      <c:pt idx="85">
                        <c:v>1.8013899786985255</c:v>
                      </c:pt>
                      <c:pt idx="86">
                        <c:v>2.2975310590610429</c:v>
                      </c:pt>
                      <c:pt idx="87">
                        <c:v>3.0249799365000478</c:v>
                      </c:pt>
                      <c:pt idx="88">
                        <c:v>4.1010124944180664</c:v>
                      </c:pt>
                      <c:pt idx="89">
                        <c:v>5.5776975141823684</c:v>
                      </c:pt>
                      <c:pt idx="90">
                        <c:v>7.8343271717129941</c:v>
                      </c:pt>
                      <c:pt idx="91">
                        <c:v>11.133852701796579</c:v>
                      </c:pt>
                      <c:pt idx="92">
                        <c:v>16.608759067995173</c:v>
                      </c:pt>
                      <c:pt idx="93">
                        <c:v>26.251302135343455</c:v>
                      </c:pt>
                      <c:pt idx="94">
                        <c:v>43.191839340966396</c:v>
                      </c:pt>
                      <c:pt idx="95">
                        <c:v>78.646007109312905</c:v>
                      </c:pt>
                      <c:pt idx="96">
                        <c:v>155.41573011829033</c:v>
                      </c:pt>
                      <c:pt idx="97">
                        <c:v>360.12797038067777</c:v>
                      </c:pt>
                      <c:pt idx="98">
                        <c:v>1270.2159755141679</c:v>
                      </c:pt>
                      <c:pt idx="99">
                        <c:v>6333.3870766085902</c:v>
                      </c:pt>
                      <c:pt idx="100">
                        <c:v>9787.7558285354335</c:v>
                      </c:pt>
                      <c:pt idx="101">
                        <c:v>3418.2673987841531</c:v>
                      </c:pt>
                      <c:pt idx="102">
                        <c:v>731.47285666191976</c:v>
                      </c:pt>
                      <c:pt idx="103">
                        <c:v>222.7357950585652</c:v>
                      </c:pt>
                      <c:pt idx="104">
                        <c:v>82.743696328671135</c:v>
                      </c:pt>
                      <c:pt idx="105">
                        <c:v>35.62360428180579</c:v>
                      </c:pt>
                      <c:pt idx="106">
                        <c:v>17.935443060905154</c:v>
                      </c:pt>
                      <c:pt idx="107">
                        <c:v>10.050895320836736</c:v>
                      </c:pt>
                      <c:pt idx="108">
                        <c:v>5.8710863043591663</c:v>
                      </c:pt>
                      <c:pt idx="109">
                        <c:v>3.5596471210941267</c:v>
                      </c:pt>
                      <c:pt idx="110">
                        <c:v>2.2343752135613038</c:v>
                      </c:pt>
                      <c:pt idx="111">
                        <c:v>1.4556035571989354</c:v>
                      </c:pt>
                      <c:pt idx="112">
                        <c:v>1.010831202556256</c:v>
                      </c:pt>
                      <c:pt idx="113">
                        <c:v>0.71464445344856897</c:v>
                      </c:pt>
                      <c:pt idx="114">
                        <c:v>0.48768926596179885</c:v>
                      </c:pt>
                      <c:pt idx="115">
                        <c:v>0.37656875785731309</c:v>
                      </c:pt>
                      <c:pt idx="116">
                        <c:v>0.27261515650754758</c:v>
                      </c:pt>
                      <c:pt idx="117">
                        <c:v>0.23054331943286752</c:v>
                      </c:pt>
                      <c:pt idx="118">
                        <c:v>0.1665655490872742</c:v>
                      </c:pt>
                      <c:pt idx="119">
                        <c:v>0.13776432194840843</c:v>
                      </c:pt>
                      <c:pt idx="120">
                        <c:v>0.10904419685847989</c:v>
                      </c:pt>
                      <c:pt idx="121">
                        <c:v>9.0486425028260487E-2</c:v>
                      </c:pt>
                      <c:pt idx="122">
                        <c:v>7.3177368983924615E-2</c:v>
                      </c:pt>
                      <c:pt idx="123">
                        <c:v>5.5877250481661901E-2</c:v>
                      </c:pt>
                      <c:pt idx="124">
                        <c:v>5.2096668545111587E-2</c:v>
                      </c:pt>
                      <c:pt idx="125">
                        <c:v>3.9384030710599968E-2</c:v>
                      </c:pt>
                      <c:pt idx="126">
                        <c:v>3.608509179755115E-2</c:v>
                      </c:pt>
                      <c:pt idx="127">
                        <c:v>3.201526325134614E-2</c:v>
                      </c:pt>
                      <c:pt idx="128">
                        <c:v>2.7448491190749859E-2</c:v>
                      </c:pt>
                      <c:pt idx="129">
                        <c:v>2.6435107327298299E-2</c:v>
                      </c:pt>
                      <c:pt idx="130">
                        <c:v>1.5253908553479224E-2</c:v>
                      </c:pt>
                      <c:pt idx="131">
                        <c:v>1.3477202041312964E-2</c:v>
                      </c:pt>
                      <c:pt idx="132">
                        <c:v>1.5508430153818713E-2</c:v>
                      </c:pt>
                      <c:pt idx="133">
                        <c:v>1.0925622554042131E-2</c:v>
                      </c:pt>
                      <c:pt idx="134">
                        <c:v>1.2451412492044754E-2</c:v>
                      </c:pt>
                      <c:pt idx="135">
                        <c:v>9.1534065165135084E-3</c:v>
                      </c:pt>
                      <c:pt idx="136">
                        <c:v>8.6437404332542697E-3</c:v>
                      </c:pt>
                      <c:pt idx="137">
                        <c:v>8.8946053811752648E-3</c:v>
                      </c:pt>
                      <c:pt idx="138">
                        <c:v>6.1019334077701409E-3</c:v>
                      </c:pt>
                      <c:pt idx="139">
                        <c:v>1.017045452956321E-2</c:v>
                      </c:pt>
                      <c:pt idx="140">
                        <c:v>4.8318548832238586E-3</c:v>
                      </c:pt>
                      <c:pt idx="141">
                        <c:v>4.8326448722013421E-3</c:v>
                      </c:pt>
                      <c:pt idx="142">
                        <c:v>3.5605004690323562E-3</c:v>
                      </c:pt>
                      <c:pt idx="143">
                        <c:v>3.8154853661128635E-3</c:v>
                      </c:pt>
                      <c:pt idx="144">
                        <c:v>5.3410063417328969E-3</c:v>
                      </c:pt>
                      <c:pt idx="145">
                        <c:v>5.3395509437656292E-3</c:v>
                      </c:pt>
                      <c:pt idx="146">
                        <c:v>2.0344447259042211E-3</c:v>
                      </c:pt>
                      <c:pt idx="147">
                        <c:v>2.0344739060284131E-3</c:v>
                      </c:pt>
                      <c:pt idx="148">
                        <c:v>2.7968835293029105E-3</c:v>
                      </c:pt>
                      <c:pt idx="149">
                        <c:v>2.5424888016080732E-3</c:v>
                      </c:pt>
                      <c:pt idx="150">
                        <c:v>1.0170948729315405E-3</c:v>
                      </c:pt>
                      <c:pt idx="151">
                        <c:v>2.8065311142755176E-3</c:v>
                      </c:pt>
                      <c:pt idx="152">
                        <c:v>2.0366596185514741E-3</c:v>
                      </c:pt>
                      <c:pt idx="153">
                        <c:v>3.3042247232718145E-3</c:v>
                      </c:pt>
                      <c:pt idx="154">
                        <c:v>1.7798749337822957E-3</c:v>
                      </c:pt>
                      <c:pt idx="155">
                        <c:v>1.2712528043836865E-3</c:v>
                      </c:pt>
                      <c:pt idx="156">
                        <c:v>1.5260526564977808E-3</c:v>
                      </c:pt>
                      <c:pt idx="157">
                        <c:v>1.2717329301838206E-3</c:v>
                      </c:pt>
                      <c:pt idx="158">
                        <c:v>1.0182179556627174E-3</c:v>
                      </c:pt>
                      <c:pt idx="159">
                        <c:v>1.5280641200153785E-3</c:v>
                      </c:pt>
                      <c:pt idx="160">
                        <c:v>2.8023191585746302E-3</c:v>
                      </c:pt>
                      <c:pt idx="161">
                        <c:v>1.7840784859963347E-3</c:v>
                      </c:pt>
                      <c:pt idx="162">
                        <c:v>1.0192939086078657E-3</c:v>
                      </c:pt>
                      <c:pt idx="163">
                        <c:v>1.2745262178199973E-3</c:v>
                      </c:pt>
                      <c:pt idx="164">
                        <c:v>1.53009529127455E-3</c:v>
                      </c:pt>
                      <c:pt idx="165">
                        <c:v>1.5375852331544276E-3</c:v>
                      </c:pt>
                      <c:pt idx="166">
                        <c:v>0</c:v>
                      </c:pt>
                      <c:pt idx="167">
                        <c:v>1.5296172912833382E-3</c:v>
                      </c:pt>
                      <c:pt idx="168">
                        <c:v>5.0990854280376276E-4</c:v>
                      </c:pt>
                      <c:pt idx="169">
                        <c:v>1.0199061456867085E-3</c:v>
                      </c:pt>
                      <c:pt idx="170">
                        <c:v>5.1012395833644191E-4</c:v>
                      </c:pt>
                      <c:pt idx="171">
                        <c:v>2.5501703947352651E-4</c:v>
                      </c:pt>
                      <c:pt idx="172">
                        <c:v>5.1031844764190136E-4</c:v>
                      </c:pt>
                      <c:pt idx="173">
                        <c:v>7.6563782722499391E-4</c:v>
                      </c:pt>
                      <c:pt idx="174">
                        <c:v>0</c:v>
                      </c:pt>
                      <c:pt idx="175">
                        <c:v>5.1055832054086917E-4</c:v>
                      </c:pt>
                      <c:pt idx="176">
                        <c:v>2.5540155125794206E-4</c:v>
                      </c:pt>
                      <c:pt idx="177">
                        <c:v>2.55291138609711E-4</c:v>
                      </c:pt>
                      <c:pt idx="178">
                        <c:v>1.0217441719648573E-3</c:v>
                      </c:pt>
                      <c:pt idx="179">
                        <c:v>7.6629932065266329E-4</c:v>
                      </c:pt>
                      <c:pt idx="180">
                        <c:v>5.1088593189246813E-4</c:v>
                      </c:pt>
                      <c:pt idx="181">
                        <c:v>7.6665612173763224E-4</c:v>
                      </c:pt>
                      <c:pt idx="182">
                        <c:v>0</c:v>
                      </c:pt>
                      <c:pt idx="183">
                        <c:v>2.5559552927635919E-4</c:v>
                      </c:pt>
                      <c:pt idx="184">
                        <c:v>5.1128839127121295E-4</c:v>
                      </c:pt>
                      <c:pt idx="185">
                        <c:v>7.6654291597831115E-4</c:v>
                      </c:pt>
                      <c:pt idx="186">
                        <c:v>2.5558656644163207E-4</c:v>
                      </c:pt>
                      <c:pt idx="187">
                        <c:v>7.6713713397106469E-4</c:v>
                      </c:pt>
                      <c:pt idx="188">
                        <c:v>5.1141642558070186E-4</c:v>
                      </c:pt>
                      <c:pt idx="189">
                        <c:v>5.1128342441890146E-4</c:v>
                      </c:pt>
                      <c:pt idx="190">
                        <c:v>5.112792810922479E-4</c:v>
                      </c:pt>
                      <c:pt idx="191">
                        <c:v>0</c:v>
                      </c:pt>
                      <c:pt idx="192">
                        <c:v>0</c:v>
                      </c:pt>
                      <c:pt idx="193">
                        <c:v>0</c:v>
                      </c:pt>
                      <c:pt idx="194">
                        <c:v>0</c:v>
                      </c:pt>
                      <c:pt idx="195">
                        <c:v>0</c:v>
                      </c:pt>
                      <c:pt idx="196">
                        <c:v>0</c:v>
                      </c:pt>
                      <c:pt idx="197">
                        <c:v>5.1107831237648198E-4</c:v>
                      </c:pt>
                      <c:pt idx="198">
                        <c:v>2.5555441777049779E-4</c:v>
                      </c:pt>
                      <c:pt idx="199">
                        <c:v>2.5562869461750011E-4</c:v>
                      </c:pt>
                      <c:pt idx="200">
                        <c:v>0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F6AD-41AA-B048-F403BE869230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'θ-scan2_thermo'!$AI$2</c15:sqref>
                        </c15:formulaRef>
                      </c:ext>
                    </c:extLst>
                    <c:strCache>
                      <c:ptCount val="1"/>
                      <c:pt idx="0">
                        <c:v>Si_TEOS-2θ-scan_2</c:v>
                      </c:pt>
                    </c:strCache>
                  </c:strRef>
                </c:tx>
                <c:spPr>
                  <a:ln w="19050" cap="rnd">
                    <a:solidFill>
                      <a:schemeClr val="accent6">
                        <a:lumMod val="7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'θ-scan2_thermo'!$AG$5:$AG$205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68.584599999999995</c:v>
                      </c:pt>
                      <c:pt idx="1">
                        <c:v>68.5946</c:v>
                      </c:pt>
                      <c:pt idx="2">
                        <c:v>68.604600000000005</c:v>
                      </c:pt>
                      <c:pt idx="3">
                        <c:v>68.614599999999996</c:v>
                      </c:pt>
                      <c:pt idx="4">
                        <c:v>68.624600000000001</c:v>
                      </c:pt>
                      <c:pt idx="5">
                        <c:v>68.634600000000006</c:v>
                      </c:pt>
                      <c:pt idx="6">
                        <c:v>68.644599999999997</c:v>
                      </c:pt>
                      <c:pt idx="7">
                        <c:v>68.654600000000002</c:v>
                      </c:pt>
                      <c:pt idx="8">
                        <c:v>68.664599999999993</c:v>
                      </c:pt>
                      <c:pt idx="9">
                        <c:v>68.674599999999998</c:v>
                      </c:pt>
                      <c:pt idx="10">
                        <c:v>68.684600000000003</c:v>
                      </c:pt>
                      <c:pt idx="11">
                        <c:v>68.694599999999994</c:v>
                      </c:pt>
                      <c:pt idx="12">
                        <c:v>68.704599999999999</c:v>
                      </c:pt>
                      <c:pt idx="13">
                        <c:v>68.714600000000004</c:v>
                      </c:pt>
                      <c:pt idx="14">
                        <c:v>68.724599999999995</c:v>
                      </c:pt>
                      <c:pt idx="15">
                        <c:v>68.7346</c:v>
                      </c:pt>
                      <c:pt idx="16">
                        <c:v>68.744600000000005</c:v>
                      </c:pt>
                      <c:pt idx="17">
                        <c:v>68.754599999999996</c:v>
                      </c:pt>
                      <c:pt idx="18">
                        <c:v>68.764600000000002</c:v>
                      </c:pt>
                      <c:pt idx="19">
                        <c:v>68.774600000000007</c:v>
                      </c:pt>
                      <c:pt idx="20">
                        <c:v>68.784599999999998</c:v>
                      </c:pt>
                      <c:pt idx="21">
                        <c:v>68.794600000000003</c:v>
                      </c:pt>
                      <c:pt idx="22">
                        <c:v>68.804599999999994</c:v>
                      </c:pt>
                      <c:pt idx="23">
                        <c:v>68.814599999999999</c:v>
                      </c:pt>
                      <c:pt idx="24">
                        <c:v>68.824600000000004</c:v>
                      </c:pt>
                      <c:pt idx="25">
                        <c:v>68.834599999999995</c:v>
                      </c:pt>
                      <c:pt idx="26">
                        <c:v>68.8446</c:v>
                      </c:pt>
                      <c:pt idx="27">
                        <c:v>68.854600000000005</c:v>
                      </c:pt>
                      <c:pt idx="28">
                        <c:v>68.864599999999996</c:v>
                      </c:pt>
                      <c:pt idx="29">
                        <c:v>68.874600000000001</c:v>
                      </c:pt>
                      <c:pt idx="30">
                        <c:v>68.884600000000006</c:v>
                      </c:pt>
                      <c:pt idx="31">
                        <c:v>68.894599999999997</c:v>
                      </c:pt>
                      <c:pt idx="32">
                        <c:v>68.904600000000002</c:v>
                      </c:pt>
                      <c:pt idx="33">
                        <c:v>68.914599999999993</c:v>
                      </c:pt>
                      <c:pt idx="34">
                        <c:v>68.924599999999998</c:v>
                      </c:pt>
                      <c:pt idx="35">
                        <c:v>68.934600000000003</c:v>
                      </c:pt>
                      <c:pt idx="36">
                        <c:v>68.944599999999994</c:v>
                      </c:pt>
                      <c:pt idx="37">
                        <c:v>68.954599999999999</c:v>
                      </c:pt>
                      <c:pt idx="38">
                        <c:v>68.964600000000004</c:v>
                      </c:pt>
                      <c:pt idx="39">
                        <c:v>68.974599999999995</c:v>
                      </c:pt>
                      <c:pt idx="40">
                        <c:v>68.9846</c:v>
                      </c:pt>
                      <c:pt idx="41">
                        <c:v>68.994600000000005</c:v>
                      </c:pt>
                      <c:pt idx="42">
                        <c:v>69.004599999999996</c:v>
                      </c:pt>
                      <c:pt idx="43">
                        <c:v>69.014600000000002</c:v>
                      </c:pt>
                      <c:pt idx="44">
                        <c:v>69.024600000000007</c:v>
                      </c:pt>
                      <c:pt idx="45">
                        <c:v>69.034599999999998</c:v>
                      </c:pt>
                      <c:pt idx="46">
                        <c:v>69.044600000000003</c:v>
                      </c:pt>
                      <c:pt idx="47">
                        <c:v>69.054599999999994</c:v>
                      </c:pt>
                      <c:pt idx="48">
                        <c:v>69.064599999999999</c:v>
                      </c:pt>
                      <c:pt idx="49">
                        <c:v>69.074600000000004</c:v>
                      </c:pt>
                      <c:pt idx="50">
                        <c:v>69.084599999999995</c:v>
                      </c:pt>
                      <c:pt idx="51">
                        <c:v>69.0946</c:v>
                      </c:pt>
                      <c:pt idx="52">
                        <c:v>69.104600000000005</c:v>
                      </c:pt>
                      <c:pt idx="53">
                        <c:v>69.114599999999996</c:v>
                      </c:pt>
                      <c:pt idx="54">
                        <c:v>69.124600000000001</c:v>
                      </c:pt>
                      <c:pt idx="55">
                        <c:v>69.134600000000006</c:v>
                      </c:pt>
                      <c:pt idx="56">
                        <c:v>69.144599999999997</c:v>
                      </c:pt>
                      <c:pt idx="57">
                        <c:v>69.154600000000002</c:v>
                      </c:pt>
                      <c:pt idx="58">
                        <c:v>69.164599999999993</c:v>
                      </c:pt>
                      <c:pt idx="59">
                        <c:v>69.174599999999998</c:v>
                      </c:pt>
                      <c:pt idx="60">
                        <c:v>69.184600000000003</c:v>
                      </c:pt>
                      <c:pt idx="61">
                        <c:v>69.194599999999994</c:v>
                      </c:pt>
                      <c:pt idx="62">
                        <c:v>69.204599999999999</c:v>
                      </c:pt>
                      <c:pt idx="63">
                        <c:v>69.214600000000004</c:v>
                      </c:pt>
                      <c:pt idx="64">
                        <c:v>69.224599999999995</c:v>
                      </c:pt>
                      <c:pt idx="65">
                        <c:v>69.2346</c:v>
                      </c:pt>
                      <c:pt idx="66">
                        <c:v>69.244600000000005</c:v>
                      </c:pt>
                      <c:pt idx="67">
                        <c:v>69.254599999999996</c:v>
                      </c:pt>
                      <c:pt idx="68">
                        <c:v>69.264600000000002</c:v>
                      </c:pt>
                      <c:pt idx="69">
                        <c:v>69.274600000000007</c:v>
                      </c:pt>
                      <c:pt idx="70">
                        <c:v>69.284599999999998</c:v>
                      </c:pt>
                      <c:pt idx="71">
                        <c:v>69.294600000000003</c:v>
                      </c:pt>
                      <c:pt idx="72">
                        <c:v>69.304599999999994</c:v>
                      </c:pt>
                      <c:pt idx="73">
                        <c:v>69.314599999999999</c:v>
                      </c:pt>
                      <c:pt idx="74">
                        <c:v>69.324600000000004</c:v>
                      </c:pt>
                      <c:pt idx="75">
                        <c:v>69.334599999999995</c:v>
                      </c:pt>
                      <c:pt idx="76">
                        <c:v>69.3446</c:v>
                      </c:pt>
                      <c:pt idx="77">
                        <c:v>69.354600000000005</c:v>
                      </c:pt>
                      <c:pt idx="78">
                        <c:v>69.364599999999996</c:v>
                      </c:pt>
                      <c:pt idx="79">
                        <c:v>69.374600000000001</c:v>
                      </c:pt>
                      <c:pt idx="80">
                        <c:v>69.384600000000006</c:v>
                      </c:pt>
                      <c:pt idx="81">
                        <c:v>69.394599999999997</c:v>
                      </c:pt>
                      <c:pt idx="82">
                        <c:v>69.404600000000002</c:v>
                      </c:pt>
                      <c:pt idx="83">
                        <c:v>69.414599999999993</c:v>
                      </c:pt>
                      <c:pt idx="84">
                        <c:v>69.424599999999998</c:v>
                      </c:pt>
                      <c:pt idx="85">
                        <c:v>69.434600000000003</c:v>
                      </c:pt>
                      <c:pt idx="86">
                        <c:v>69.444599999999994</c:v>
                      </c:pt>
                      <c:pt idx="87">
                        <c:v>69.454599999999999</c:v>
                      </c:pt>
                      <c:pt idx="88">
                        <c:v>69.464600000000004</c:v>
                      </c:pt>
                      <c:pt idx="89">
                        <c:v>69.474599999999995</c:v>
                      </c:pt>
                      <c:pt idx="90">
                        <c:v>69.4846</c:v>
                      </c:pt>
                      <c:pt idx="91">
                        <c:v>69.494600000000005</c:v>
                      </c:pt>
                      <c:pt idx="92">
                        <c:v>69.504599999999996</c:v>
                      </c:pt>
                      <c:pt idx="93">
                        <c:v>69.514600000000002</c:v>
                      </c:pt>
                      <c:pt idx="94">
                        <c:v>69.524600000000007</c:v>
                      </c:pt>
                      <c:pt idx="95">
                        <c:v>69.534599999999998</c:v>
                      </c:pt>
                      <c:pt idx="96">
                        <c:v>69.544600000000003</c:v>
                      </c:pt>
                      <c:pt idx="97">
                        <c:v>69.554599999999994</c:v>
                      </c:pt>
                      <c:pt idx="98">
                        <c:v>69.564599999999999</c:v>
                      </c:pt>
                      <c:pt idx="99">
                        <c:v>69.574600000000004</c:v>
                      </c:pt>
                      <c:pt idx="100">
                        <c:v>69.584599999999995</c:v>
                      </c:pt>
                      <c:pt idx="101">
                        <c:v>69.5946</c:v>
                      </c:pt>
                      <c:pt idx="102">
                        <c:v>69.604600000000005</c:v>
                      </c:pt>
                      <c:pt idx="103">
                        <c:v>69.614599999999996</c:v>
                      </c:pt>
                      <c:pt idx="104">
                        <c:v>69.624600000000001</c:v>
                      </c:pt>
                      <c:pt idx="105">
                        <c:v>69.634600000000006</c:v>
                      </c:pt>
                      <c:pt idx="106">
                        <c:v>69.644599999999997</c:v>
                      </c:pt>
                      <c:pt idx="107">
                        <c:v>69.654600000000002</c:v>
                      </c:pt>
                      <c:pt idx="108">
                        <c:v>69.664599999999993</c:v>
                      </c:pt>
                      <c:pt idx="109">
                        <c:v>69.674599999999998</c:v>
                      </c:pt>
                      <c:pt idx="110">
                        <c:v>69.684600000000003</c:v>
                      </c:pt>
                      <c:pt idx="111">
                        <c:v>69.694599999999994</c:v>
                      </c:pt>
                      <c:pt idx="112">
                        <c:v>69.704599999999999</c:v>
                      </c:pt>
                      <c:pt idx="113">
                        <c:v>69.714600000000004</c:v>
                      </c:pt>
                      <c:pt idx="114">
                        <c:v>69.724599999999995</c:v>
                      </c:pt>
                      <c:pt idx="115">
                        <c:v>69.7346</c:v>
                      </c:pt>
                      <c:pt idx="116">
                        <c:v>69.744600000000005</c:v>
                      </c:pt>
                      <c:pt idx="117">
                        <c:v>69.754599999999996</c:v>
                      </c:pt>
                      <c:pt idx="118">
                        <c:v>69.764600000000002</c:v>
                      </c:pt>
                      <c:pt idx="119">
                        <c:v>69.774600000000007</c:v>
                      </c:pt>
                      <c:pt idx="120">
                        <c:v>69.784599999999998</c:v>
                      </c:pt>
                      <c:pt idx="121">
                        <c:v>69.794600000000003</c:v>
                      </c:pt>
                      <c:pt idx="122">
                        <c:v>69.804599999999994</c:v>
                      </c:pt>
                      <c:pt idx="123">
                        <c:v>69.814599999999999</c:v>
                      </c:pt>
                      <c:pt idx="124">
                        <c:v>69.824600000000004</c:v>
                      </c:pt>
                      <c:pt idx="125">
                        <c:v>69.834599999999995</c:v>
                      </c:pt>
                      <c:pt idx="126">
                        <c:v>69.8446</c:v>
                      </c:pt>
                      <c:pt idx="127">
                        <c:v>69.854600000000005</c:v>
                      </c:pt>
                      <c:pt idx="128">
                        <c:v>69.864599999999996</c:v>
                      </c:pt>
                      <c:pt idx="129">
                        <c:v>69.874600000000001</c:v>
                      </c:pt>
                      <c:pt idx="130">
                        <c:v>69.884600000000006</c:v>
                      </c:pt>
                      <c:pt idx="131">
                        <c:v>69.894599999999997</c:v>
                      </c:pt>
                      <c:pt idx="132">
                        <c:v>69.904600000000002</c:v>
                      </c:pt>
                      <c:pt idx="133">
                        <c:v>69.914599999999993</c:v>
                      </c:pt>
                      <c:pt idx="134">
                        <c:v>69.924599999999998</c:v>
                      </c:pt>
                      <c:pt idx="135">
                        <c:v>69.934600000000003</c:v>
                      </c:pt>
                      <c:pt idx="136">
                        <c:v>69.944599999999994</c:v>
                      </c:pt>
                      <c:pt idx="137">
                        <c:v>69.954599999999999</c:v>
                      </c:pt>
                      <c:pt idx="138">
                        <c:v>69.964600000000004</c:v>
                      </c:pt>
                      <c:pt idx="139">
                        <c:v>69.974599999999995</c:v>
                      </c:pt>
                      <c:pt idx="140">
                        <c:v>69.9846</c:v>
                      </c:pt>
                      <c:pt idx="141">
                        <c:v>69.994600000000005</c:v>
                      </c:pt>
                      <c:pt idx="142">
                        <c:v>70.004599999999996</c:v>
                      </c:pt>
                      <c:pt idx="143">
                        <c:v>70.014600000000002</c:v>
                      </c:pt>
                      <c:pt idx="144">
                        <c:v>70.024600000000007</c:v>
                      </c:pt>
                      <c:pt idx="145">
                        <c:v>70.034599999999998</c:v>
                      </c:pt>
                      <c:pt idx="146">
                        <c:v>70.044600000000003</c:v>
                      </c:pt>
                      <c:pt idx="147">
                        <c:v>70.054599999999994</c:v>
                      </c:pt>
                      <c:pt idx="148">
                        <c:v>70.064599999999999</c:v>
                      </c:pt>
                      <c:pt idx="149">
                        <c:v>70.074600000000004</c:v>
                      </c:pt>
                      <c:pt idx="150">
                        <c:v>70.084599999999995</c:v>
                      </c:pt>
                      <c:pt idx="151">
                        <c:v>70.0946</c:v>
                      </c:pt>
                      <c:pt idx="152">
                        <c:v>70.104600000000005</c:v>
                      </c:pt>
                      <c:pt idx="153">
                        <c:v>70.114599999999996</c:v>
                      </c:pt>
                      <c:pt idx="154">
                        <c:v>70.124600000000001</c:v>
                      </c:pt>
                      <c:pt idx="155">
                        <c:v>70.134600000000006</c:v>
                      </c:pt>
                      <c:pt idx="156">
                        <c:v>70.144599999999997</c:v>
                      </c:pt>
                      <c:pt idx="157">
                        <c:v>70.154600000000002</c:v>
                      </c:pt>
                      <c:pt idx="158">
                        <c:v>70.164599999999993</c:v>
                      </c:pt>
                      <c:pt idx="159">
                        <c:v>70.174599999999998</c:v>
                      </c:pt>
                      <c:pt idx="160">
                        <c:v>70.184600000000003</c:v>
                      </c:pt>
                      <c:pt idx="161">
                        <c:v>70.194599999999994</c:v>
                      </c:pt>
                      <c:pt idx="162">
                        <c:v>70.204599999999999</c:v>
                      </c:pt>
                      <c:pt idx="163">
                        <c:v>70.214600000000004</c:v>
                      </c:pt>
                      <c:pt idx="164">
                        <c:v>70.224599999999995</c:v>
                      </c:pt>
                      <c:pt idx="165">
                        <c:v>70.2346</c:v>
                      </c:pt>
                      <c:pt idx="166">
                        <c:v>70.244600000000005</c:v>
                      </c:pt>
                      <c:pt idx="167">
                        <c:v>70.254599999999996</c:v>
                      </c:pt>
                      <c:pt idx="168">
                        <c:v>70.264600000000002</c:v>
                      </c:pt>
                      <c:pt idx="169">
                        <c:v>70.274600000000007</c:v>
                      </c:pt>
                      <c:pt idx="170">
                        <c:v>70.284599999999998</c:v>
                      </c:pt>
                      <c:pt idx="171">
                        <c:v>70.294600000000003</c:v>
                      </c:pt>
                      <c:pt idx="172">
                        <c:v>70.304599999999994</c:v>
                      </c:pt>
                      <c:pt idx="173">
                        <c:v>70.314599999999999</c:v>
                      </c:pt>
                      <c:pt idx="174">
                        <c:v>70.324600000000004</c:v>
                      </c:pt>
                      <c:pt idx="175">
                        <c:v>70.334599999999995</c:v>
                      </c:pt>
                      <c:pt idx="176">
                        <c:v>70.3446</c:v>
                      </c:pt>
                      <c:pt idx="177">
                        <c:v>70.354600000000005</c:v>
                      </c:pt>
                      <c:pt idx="178">
                        <c:v>70.364599999999996</c:v>
                      </c:pt>
                      <c:pt idx="179">
                        <c:v>70.374600000000001</c:v>
                      </c:pt>
                      <c:pt idx="180">
                        <c:v>70.384600000000006</c:v>
                      </c:pt>
                      <c:pt idx="181">
                        <c:v>70.394599999999997</c:v>
                      </c:pt>
                      <c:pt idx="182">
                        <c:v>70.404600000000002</c:v>
                      </c:pt>
                      <c:pt idx="183">
                        <c:v>70.414599999999993</c:v>
                      </c:pt>
                      <c:pt idx="184">
                        <c:v>70.424599999999998</c:v>
                      </c:pt>
                      <c:pt idx="185">
                        <c:v>70.434600000000003</c:v>
                      </c:pt>
                      <c:pt idx="186">
                        <c:v>70.444599999999994</c:v>
                      </c:pt>
                      <c:pt idx="187">
                        <c:v>70.454599999999999</c:v>
                      </c:pt>
                      <c:pt idx="188">
                        <c:v>70.464600000000004</c:v>
                      </c:pt>
                      <c:pt idx="189">
                        <c:v>70.474599999999995</c:v>
                      </c:pt>
                      <c:pt idx="190">
                        <c:v>70.4846</c:v>
                      </c:pt>
                      <c:pt idx="191">
                        <c:v>70.494600000000005</c:v>
                      </c:pt>
                      <c:pt idx="192">
                        <c:v>70.504599999999996</c:v>
                      </c:pt>
                      <c:pt idx="193">
                        <c:v>70.514600000000002</c:v>
                      </c:pt>
                      <c:pt idx="194">
                        <c:v>70.524600000000007</c:v>
                      </c:pt>
                      <c:pt idx="195">
                        <c:v>70.534599999999998</c:v>
                      </c:pt>
                      <c:pt idx="196">
                        <c:v>70.544600000000003</c:v>
                      </c:pt>
                      <c:pt idx="197">
                        <c:v>70.554599999999994</c:v>
                      </c:pt>
                      <c:pt idx="198">
                        <c:v>70.564599999999999</c:v>
                      </c:pt>
                      <c:pt idx="199">
                        <c:v>70.574600000000004</c:v>
                      </c:pt>
                      <c:pt idx="200">
                        <c:v>70.584599999999995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'θ-scan2_thermo'!$AK$5:$AK$205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1.0154896995978371E-2</c:v>
                      </c:pt>
                      <c:pt idx="1">
                        <c:v>8.4144764509850641E-3</c:v>
                      </c:pt>
                      <c:pt idx="2">
                        <c:v>1.7695545129108294E-2</c:v>
                      </c:pt>
                      <c:pt idx="3">
                        <c:v>8.9952536689100731E-3</c:v>
                      </c:pt>
                      <c:pt idx="4">
                        <c:v>9.5748185753221238E-3</c:v>
                      </c:pt>
                      <c:pt idx="5">
                        <c:v>8.4143741535030805E-3</c:v>
                      </c:pt>
                      <c:pt idx="6">
                        <c:v>8.9965542326654619E-3</c:v>
                      </c:pt>
                      <c:pt idx="7">
                        <c:v>1.3926929232224061E-2</c:v>
                      </c:pt>
                      <c:pt idx="8">
                        <c:v>1.0450678241760474E-2</c:v>
                      </c:pt>
                      <c:pt idx="9">
                        <c:v>1.2192138346632247E-2</c:v>
                      </c:pt>
                      <c:pt idx="10">
                        <c:v>1.1900518630407043E-2</c:v>
                      </c:pt>
                      <c:pt idx="11">
                        <c:v>9.5793993449548673E-3</c:v>
                      </c:pt>
                      <c:pt idx="12">
                        <c:v>1.1034554212866482E-2</c:v>
                      </c:pt>
                      <c:pt idx="13">
                        <c:v>1.4809792176509491E-2</c:v>
                      </c:pt>
                      <c:pt idx="14">
                        <c:v>1.4522371262736736E-2</c:v>
                      </c:pt>
                      <c:pt idx="15">
                        <c:v>1.3073080641530349E-2</c:v>
                      </c:pt>
                      <c:pt idx="16">
                        <c:v>1.3065767703135304E-2</c:v>
                      </c:pt>
                      <c:pt idx="17">
                        <c:v>1.4815611005965462E-2</c:v>
                      </c:pt>
                      <c:pt idx="18">
                        <c:v>1.2203303905065965E-2</c:v>
                      </c:pt>
                      <c:pt idx="19">
                        <c:v>1.1332151341520415E-2</c:v>
                      </c:pt>
                      <c:pt idx="20">
                        <c:v>1.4525182672328583E-2</c:v>
                      </c:pt>
                      <c:pt idx="21">
                        <c:v>1.9174180815081644E-2</c:v>
                      </c:pt>
                      <c:pt idx="22">
                        <c:v>1.2503119964586511E-2</c:v>
                      </c:pt>
                      <c:pt idx="23">
                        <c:v>1.3954807182504371E-2</c:v>
                      </c:pt>
                      <c:pt idx="24">
                        <c:v>1.4833357265452556E-2</c:v>
                      </c:pt>
                      <c:pt idx="25">
                        <c:v>1.5695997137050121E-2</c:v>
                      </c:pt>
                      <c:pt idx="26">
                        <c:v>1.8032384184249548E-2</c:v>
                      </c:pt>
                      <c:pt idx="27">
                        <c:v>1.3378076601354314E-2</c:v>
                      </c:pt>
                      <c:pt idx="28">
                        <c:v>1.5712242042084018E-2</c:v>
                      </c:pt>
                      <c:pt idx="29">
                        <c:v>2.2991342449934168E-2</c:v>
                      </c:pt>
                      <c:pt idx="30">
                        <c:v>1.6592698647860987E-2</c:v>
                      </c:pt>
                      <c:pt idx="31">
                        <c:v>2.1831902732411087E-2</c:v>
                      </c:pt>
                      <c:pt idx="32">
                        <c:v>2.1543968284250883E-2</c:v>
                      </c:pt>
                      <c:pt idx="33">
                        <c:v>2.2423443669586655E-2</c:v>
                      </c:pt>
                      <c:pt idx="34">
                        <c:v>2.2422211524271259E-2</c:v>
                      </c:pt>
                      <c:pt idx="35">
                        <c:v>1.8647246569423803E-2</c:v>
                      </c:pt>
                      <c:pt idx="36">
                        <c:v>2.0691949275464111E-2</c:v>
                      </c:pt>
                      <c:pt idx="37">
                        <c:v>2.0689952810297351E-2</c:v>
                      </c:pt>
                      <c:pt idx="38">
                        <c:v>2.3609330290741613E-2</c:v>
                      </c:pt>
                      <c:pt idx="39">
                        <c:v>2.3316889971064611E-2</c:v>
                      </c:pt>
                      <c:pt idx="40">
                        <c:v>2.0697039562507725E-2</c:v>
                      </c:pt>
                      <c:pt idx="41">
                        <c:v>2.2757668006587586E-2</c:v>
                      </c:pt>
                      <c:pt idx="42">
                        <c:v>2.88741201814963E-2</c:v>
                      </c:pt>
                      <c:pt idx="43">
                        <c:v>2.5680443475578379E-2</c:v>
                      </c:pt>
                      <c:pt idx="44">
                        <c:v>3.1211294895077693E-2</c:v>
                      </c:pt>
                      <c:pt idx="45">
                        <c:v>2.6255716854148528E-2</c:v>
                      </c:pt>
                      <c:pt idx="46">
                        <c:v>2.7123058102052636E-2</c:v>
                      </c:pt>
                      <c:pt idx="47">
                        <c:v>2.8877422575108863E-2</c:v>
                      </c:pt>
                      <c:pt idx="48">
                        <c:v>3.1507384149317696E-2</c:v>
                      </c:pt>
                      <c:pt idx="49">
                        <c:v>2.8891766132651497E-2</c:v>
                      </c:pt>
                      <c:pt idx="50">
                        <c:v>3.7071709734701128E-2</c:v>
                      </c:pt>
                      <c:pt idx="51">
                        <c:v>3.0051810780611542E-2</c:v>
                      </c:pt>
                      <c:pt idx="52">
                        <c:v>3.9995376884756594E-2</c:v>
                      </c:pt>
                      <c:pt idx="53">
                        <c:v>3.7662075017423087E-2</c:v>
                      </c:pt>
                      <c:pt idx="54">
                        <c:v>3.9140131045248001E-2</c:v>
                      </c:pt>
                      <c:pt idx="55">
                        <c:v>4.4972470569387392E-2</c:v>
                      </c:pt>
                      <c:pt idx="56">
                        <c:v>4.7307535424583373E-2</c:v>
                      </c:pt>
                      <c:pt idx="57">
                        <c:v>4.5845008480158544E-2</c:v>
                      </c:pt>
                      <c:pt idx="58">
                        <c:v>4.643918359564754E-2</c:v>
                      </c:pt>
                      <c:pt idx="59">
                        <c:v>4.7299214833033773E-2</c:v>
                      </c:pt>
                      <c:pt idx="60">
                        <c:v>5.024748052705634E-2</c:v>
                      </c:pt>
                      <c:pt idx="61">
                        <c:v>5.7244147574477849E-2</c:v>
                      </c:pt>
                      <c:pt idx="62">
                        <c:v>5.2863185490580146E-2</c:v>
                      </c:pt>
                      <c:pt idx="63">
                        <c:v>6.6900778491347124E-2</c:v>
                      </c:pt>
                      <c:pt idx="64">
                        <c:v>6.5141416904104216E-2</c:v>
                      </c:pt>
                      <c:pt idx="65">
                        <c:v>6.8324972137864731E-2</c:v>
                      </c:pt>
                      <c:pt idx="66">
                        <c:v>7.446959904195298E-2</c:v>
                      </c:pt>
                      <c:pt idx="67">
                        <c:v>7.0678579492563426E-2</c:v>
                      </c:pt>
                      <c:pt idx="68">
                        <c:v>8.1508771176395059E-2</c:v>
                      </c:pt>
                      <c:pt idx="69">
                        <c:v>8.7348710718422984E-2</c:v>
                      </c:pt>
                      <c:pt idx="70">
                        <c:v>8.9671441792646037E-2</c:v>
                      </c:pt>
                      <c:pt idx="71">
                        <c:v>8.7603927459275852E-2</c:v>
                      </c:pt>
                      <c:pt idx="72">
                        <c:v>0.10716621658315732</c:v>
                      </c:pt>
                      <c:pt idx="73">
                        <c:v>0.10716271186133834</c:v>
                      </c:pt>
                      <c:pt idx="74">
                        <c:v>0.11501169747778472</c:v>
                      </c:pt>
                      <c:pt idx="75">
                        <c:v>0.11536587601223333</c:v>
                      </c:pt>
                      <c:pt idx="76">
                        <c:v>0.13257382741515786</c:v>
                      </c:pt>
                      <c:pt idx="77">
                        <c:v>0.14590512169289627</c:v>
                      </c:pt>
                      <c:pt idx="78">
                        <c:v>0.16089095864935923</c:v>
                      </c:pt>
                      <c:pt idx="79">
                        <c:v>0.16640054257086387</c:v>
                      </c:pt>
                      <c:pt idx="80">
                        <c:v>0.1694239390358919</c:v>
                      </c:pt>
                      <c:pt idx="81">
                        <c:v>0.19394431654212704</c:v>
                      </c:pt>
                      <c:pt idx="82">
                        <c:v>0.23078233165524389</c:v>
                      </c:pt>
                      <c:pt idx="83">
                        <c:v>0.2304853609808265</c:v>
                      </c:pt>
                      <c:pt idx="84">
                        <c:v>0.27089261483611349</c:v>
                      </c:pt>
                      <c:pt idx="85">
                        <c:v>0.32666169194218814</c:v>
                      </c:pt>
                      <c:pt idx="86">
                        <c:v>0.3857077019891873</c:v>
                      </c:pt>
                      <c:pt idx="87">
                        <c:v>0.38457169709062594</c:v>
                      </c:pt>
                      <c:pt idx="88">
                        <c:v>0.50595498784611304</c:v>
                      </c:pt>
                      <c:pt idx="89">
                        <c:v>0.56379695963716747</c:v>
                      </c:pt>
                      <c:pt idx="90">
                        <c:v>0.69622620822452608</c:v>
                      </c:pt>
                      <c:pt idx="91">
                        <c:v>0.81238245210607585</c:v>
                      </c:pt>
                      <c:pt idx="92">
                        <c:v>1.0321791879449427</c:v>
                      </c:pt>
                      <c:pt idx="93">
                        <c:v>1.2853663700768114</c:v>
                      </c:pt>
                      <c:pt idx="94">
                        <c:v>1.726371543826696</c:v>
                      </c:pt>
                      <c:pt idx="95">
                        <c:v>2.5131928731910795</c:v>
                      </c:pt>
                      <c:pt idx="96">
                        <c:v>3.924568965643294</c:v>
                      </c:pt>
                      <c:pt idx="97">
                        <c:v>7.1619266814913756</c:v>
                      </c:pt>
                      <c:pt idx="98">
                        <c:v>18.785064338984363</c:v>
                      </c:pt>
                      <c:pt idx="99">
                        <c:v>518.00874782448318</c:v>
                      </c:pt>
                      <c:pt idx="100">
                        <c:v>5978.369001148697</c:v>
                      </c:pt>
                      <c:pt idx="101">
                        <c:v>2515.0230876248238</c:v>
                      </c:pt>
                      <c:pt idx="102">
                        <c:v>76.920288108944234</c:v>
                      </c:pt>
                      <c:pt idx="103">
                        <c:v>17.731629117165149</c:v>
                      </c:pt>
                      <c:pt idx="104">
                        <c:v>5.6927047751184015</c:v>
                      </c:pt>
                      <c:pt idx="105">
                        <c:v>3.1122939356330792</c:v>
                      </c:pt>
                      <c:pt idx="106">
                        <c:v>2.0390353274133437</c:v>
                      </c:pt>
                      <c:pt idx="107">
                        <c:v>1.480418120399714</c:v>
                      </c:pt>
                      <c:pt idx="108">
                        <c:v>1.1246383361765755</c:v>
                      </c:pt>
                      <c:pt idx="109">
                        <c:v>0.83732295821606251</c:v>
                      </c:pt>
                      <c:pt idx="110">
                        <c:v>0.65533232355594084</c:v>
                      </c:pt>
                      <c:pt idx="111">
                        <c:v>0.54628685285636336</c:v>
                      </c:pt>
                      <c:pt idx="112">
                        <c:v>0.42265903498125934</c:v>
                      </c:pt>
                      <c:pt idx="113">
                        <c:v>0.37840295034805599</c:v>
                      </c:pt>
                      <c:pt idx="114">
                        <c:v>0.32013974846915794</c:v>
                      </c:pt>
                      <c:pt idx="115">
                        <c:v>0.27056462444839519</c:v>
                      </c:pt>
                      <c:pt idx="116">
                        <c:v>0.2451995020194391</c:v>
                      </c:pt>
                      <c:pt idx="117">
                        <c:v>0.20777276446615675</c:v>
                      </c:pt>
                      <c:pt idx="118">
                        <c:v>0.18201198688153736</c:v>
                      </c:pt>
                      <c:pt idx="119">
                        <c:v>0.15749417095596321</c:v>
                      </c:pt>
                      <c:pt idx="120">
                        <c:v>0.14549924487065294</c:v>
                      </c:pt>
                      <c:pt idx="121">
                        <c:v>0.12318738922484013</c:v>
                      </c:pt>
                      <c:pt idx="122">
                        <c:v>0.12025754473104035</c:v>
                      </c:pt>
                      <c:pt idx="123">
                        <c:v>0.10441242509031749</c:v>
                      </c:pt>
                      <c:pt idx="124">
                        <c:v>9.4202319701308795E-2</c:v>
                      </c:pt>
                      <c:pt idx="125">
                        <c:v>8.740046612017717E-2</c:v>
                      </c:pt>
                      <c:pt idx="126">
                        <c:v>8.7144634742506097E-2</c:v>
                      </c:pt>
                      <c:pt idx="127">
                        <c:v>7.246927889370687E-2</c:v>
                      </c:pt>
                      <c:pt idx="128">
                        <c:v>6.8424215570696723E-2</c:v>
                      </c:pt>
                      <c:pt idx="129">
                        <c:v>6.4318958124510869E-2</c:v>
                      </c:pt>
                      <c:pt idx="130">
                        <c:v>5.7552150249636849E-2</c:v>
                      </c:pt>
                      <c:pt idx="131">
                        <c:v>4.8488629974624872E-2</c:v>
                      </c:pt>
                      <c:pt idx="132">
                        <c:v>5.0837426113457908E-2</c:v>
                      </c:pt>
                      <c:pt idx="133">
                        <c:v>3.5270085233394061E-2</c:v>
                      </c:pt>
                      <c:pt idx="134">
                        <c:v>3.6438639050919208E-2</c:v>
                      </c:pt>
                      <c:pt idx="135">
                        <c:v>3.2633419014187925E-2</c:v>
                      </c:pt>
                      <c:pt idx="136">
                        <c:v>3.3511571780904872E-2</c:v>
                      </c:pt>
                      <c:pt idx="137">
                        <c:v>3.4082036342909357E-2</c:v>
                      </c:pt>
                      <c:pt idx="138">
                        <c:v>3.3789212491278343E-2</c:v>
                      </c:pt>
                      <c:pt idx="139">
                        <c:v>2.4993428933493045E-2</c:v>
                      </c:pt>
                      <c:pt idx="140">
                        <c:v>2.0865175991881979E-2</c:v>
                      </c:pt>
                      <c:pt idx="141">
                        <c:v>1.8510266160880008E-2</c:v>
                      </c:pt>
                      <c:pt idx="142">
                        <c:v>2.1154685617425797E-2</c:v>
                      </c:pt>
                      <c:pt idx="143">
                        <c:v>1.879298307597909E-2</c:v>
                      </c:pt>
                      <c:pt idx="144">
                        <c:v>1.791653017550475E-2</c:v>
                      </c:pt>
                      <c:pt idx="145">
                        <c:v>1.3795396945669764E-2</c:v>
                      </c:pt>
                      <c:pt idx="146">
                        <c:v>1.1451549360861134E-2</c:v>
                      </c:pt>
                      <c:pt idx="147">
                        <c:v>1.3798838014530411E-2</c:v>
                      </c:pt>
                      <c:pt idx="148">
                        <c:v>1.5850094735135673E-2</c:v>
                      </c:pt>
                      <c:pt idx="149">
                        <c:v>1.056487449222572E-2</c:v>
                      </c:pt>
                      <c:pt idx="150">
                        <c:v>1.1445933022273961E-2</c:v>
                      </c:pt>
                      <c:pt idx="151">
                        <c:v>9.9772902202102404E-3</c:v>
                      </c:pt>
                      <c:pt idx="152">
                        <c:v>1.1443265755469735E-2</c:v>
                      </c:pt>
                      <c:pt idx="153">
                        <c:v>8.2166657281082418E-3</c:v>
                      </c:pt>
                      <c:pt idx="154">
                        <c:v>5.5755260464807541E-3</c:v>
                      </c:pt>
                      <c:pt idx="155">
                        <c:v>8.8070175490099524E-3</c:v>
                      </c:pt>
                      <c:pt idx="156">
                        <c:v>5.284233022933571E-3</c:v>
                      </c:pt>
                      <c:pt idx="157">
                        <c:v>5.2867886031170786E-3</c:v>
                      </c:pt>
                      <c:pt idx="158">
                        <c:v>3.8160874799893912E-3</c:v>
                      </c:pt>
                      <c:pt idx="159">
                        <c:v>5.579873525411963E-3</c:v>
                      </c:pt>
                      <c:pt idx="160">
                        <c:v>5.2862184818767586E-3</c:v>
                      </c:pt>
                      <c:pt idx="161">
                        <c:v>6.1718054294254048E-3</c:v>
                      </c:pt>
                      <c:pt idx="162">
                        <c:v>4.7023236620544612E-3</c:v>
                      </c:pt>
                      <c:pt idx="163">
                        <c:v>3.5239977640234188E-3</c:v>
                      </c:pt>
                      <c:pt idx="164">
                        <c:v>4.7001680545087892E-3</c:v>
                      </c:pt>
                      <c:pt idx="165">
                        <c:v>2.350073671872021E-3</c:v>
                      </c:pt>
                      <c:pt idx="166">
                        <c:v>3.5249617079003469E-3</c:v>
                      </c:pt>
                      <c:pt idx="167">
                        <c:v>2.3511891256562463E-3</c:v>
                      </c:pt>
                      <c:pt idx="168">
                        <c:v>4.4077485987106041E-3</c:v>
                      </c:pt>
                      <c:pt idx="169">
                        <c:v>1.7634436716119897E-3</c:v>
                      </c:pt>
                      <c:pt idx="170">
                        <c:v>1.7635787480530826E-3</c:v>
                      </c:pt>
                      <c:pt idx="171">
                        <c:v>3.8196846744525353E-3</c:v>
                      </c:pt>
                      <c:pt idx="172">
                        <c:v>2.3525435966027623E-3</c:v>
                      </c:pt>
                      <c:pt idx="173">
                        <c:v>2.0598749138015914E-3</c:v>
                      </c:pt>
                      <c:pt idx="174">
                        <c:v>1.4711563612653945E-3</c:v>
                      </c:pt>
                      <c:pt idx="175">
                        <c:v>2.3520473293075885E-3</c:v>
                      </c:pt>
                      <c:pt idx="176">
                        <c:v>2.059303771164752E-3</c:v>
                      </c:pt>
                      <c:pt idx="177">
                        <c:v>1.4722795814167812E-3</c:v>
                      </c:pt>
                      <c:pt idx="178">
                        <c:v>1.7659467715976541E-3</c:v>
                      </c:pt>
                      <c:pt idx="179">
                        <c:v>1.1778639319807137E-3</c:v>
                      </c:pt>
                      <c:pt idx="180">
                        <c:v>5.0066526633536761E-3</c:v>
                      </c:pt>
                      <c:pt idx="181">
                        <c:v>1.7663958036088173E-3</c:v>
                      </c:pt>
                      <c:pt idx="182">
                        <c:v>1.7668346582875515E-3</c:v>
                      </c:pt>
                      <c:pt idx="183">
                        <c:v>1.4726078736808747E-3</c:v>
                      </c:pt>
                      <c:pt idx="184">
                        <c:v>8.834448270153188E-4</c:v>
                      </c:pt>
                      <c:pt idx="185">
                        <c:v>1.4727245522033726E-3</c:v>
                      </c:pt>
                      <c:pt idx="186">
                        <c:v>1.4730961815431949E-3</c:v>
                      </c:pt>
                      <c:pt idx="187">
                        <c:v>1.7687891320643115E-3</c:v>
                      </c:pt>
                      <c:pt idx="188">
                        <c:v>8.846681437282587E-4</c:v>
                      </c:pt>
                      <c:pt idx="189">
                        <c:v>2.9495502437301853E-4</c:v>
                      </c:pt>
                      <c:pt idx="190">
                        <c:v>1.4753389133798425E-3</c:v>
                      </c:pt>
                      <c:pt idx="191">
                        <c:v>1.4746450706272409E-3</c:v>
                      </c:pt>
                      <c:pt idx="192">
                        <c:v>2.0661558912848984E-3</c:v>
                      </c:pt>
                      <c:pt idx="193">
                        <c:v>2.6577982043679083E-3</c:v>
                      </c:pt>
                      <c:pt idx="194">
                        <c:v>5.9046530791939157E-4</c:v>
                      </c:pt>
                      <c:pt idx="195">
                        <c:v>8.8541360768562625E-4</c:v>
                      </c:pt>
                      <c:pt idx="196">
                        <c:v>1.7720731723272936E-3</c:v>
                      </c:pt>
                      <c:pt idx="197">
                        <c:v>1.1804463314797177E-3</c:v>
                      </c:pt>
                      <c:pt idx="198">
                        <c:v>5.904826885975874E-4</c:v>
                      </c:pt>
                      <c:pt idx="199">
                        <c:v>2.951022557350836E-4</c:v>
                      </c:pt>
                      <c:pt idx="200">
                        <c:v>1.1797396815912092E-3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F6AD-41AA-B048-F403BE869230}"/>
                  </c:ext>
                </c:extLst>
              </c15:ser>
            </c15:filteredScatterSeries>
          </c:ext>
        </c:extLst>
      </c:scatterChart>
      <c:valAx>
        <c:axId val="924170032"/>
        <c:scaling>
          <c:orientation val="minMax"/>
          <c:max val="70.8"/>
          <c:min val="68.5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4169072"/>
        <c:crosses val="autoZero"/>
        <c:crossBetween val="midCat"/>
      </c:valAx>
      <c:valAx>
        <c:axId val="924169072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24170032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8927704884719063"/>
          <c:y val="0.14453714161950865"/>
          <c:w val="0.3745198157855435"/>
          <c:h val="0.1884957266119831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三サンプル</a:t>
            </a:r>
            <a:r>
              <a:rPr lang="en-US" altLang="zh-CN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ω</a:t>
            </a:r>
            <a:r>
              <a:rPr lang="el-GR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-</a:t>
            </a:r>
            <a:r>
              <a:rPr lang="en-US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scan</a:t>
            </a:r>
            <a:r>
              <a:rPr lang="ja-JP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比べ</a:t>
            </a:r>
            <a:r>
              <a:rPr lang="en-US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(</a:t>
            </a:r>
            <a:r>
              <a:rPr lang="zh-CN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非</a:t>
            </a:r>
            <a:r>
              <a:rPr lang="en-US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90deg)</a:t>
            </a:r>
            <a:endParaRPr lang="zh-CN" altLang="en-US" sz="14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6785904246151759"/>
          <c:y val="0.1340581019423556"/>
          <c:w val="0.8080304136698182"/>
          <c:h val="0.73184385622618042"/>
        </c:manualLayout>
      </c:layout>
      <c:scatterChart>
        <c:scatterStyle val="lineMarker"/>
        <c:varyColors val="0"/>
        <c:ser>
          <c:idx val="0"/>
          <c:order val="0"/>
          <c:tx>
            <c:strRef>
              <c:f>OMEGA!$A$1</c:f>
              <c:strCache>
                <c:ptCount val="1"/>
                <c:pt idx="0">
                  <c:v>Si_RoughTEOS_omega</c:v>
                </c:pt>
              </c:strCache>
            </c:strRef>
          </c:tx>
          <c:spPr>
            <a:ln w="25400" cap="rnd">
              <a:solidFill>
                <a:schemeClr val="accent1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OMEGA!$E$20:$E$220</c:f>
              <c:numCache>
                <c:formatCode>0.00E+00</c:formatCode>
                <c:ptCount val="201"/>
                <c:pt idx="0">
                  <c:v>1.3346413733257048</c:v>
                </c:pt>
                <c:pt idx="1">
                  <c:v>1.3307549189272052</c:v>
                </c:pt>
                <c:pt idx="2">
                  <c:v>1.3898562549403528</c:v>
                </c:pt>
                <c:pt idx="3">
                  <c:v>1.4244690722229554</c:v>
                </c:pt>
                <c:pt idx="4">
                  <c:v>1.4901298696992864</c:v>
                </c:pt>
                <c:pt idx="5">
                  <c:v>1.5423480767701299</c:v>
                </c:pt>
                <c:pt idx="6">
                  <c:v>1.6310700095472428</c:v>
                </c:pt>
                <c:pt idx="7">
                  <c:v>1.6757109390246516</c:v>
                </c:pt>
                <c:pt idx="8">
                  <c:v>1.7593970543840793</c:v>
                </c:pt>
                <c:pt idx="9">
                  <c:v>1.83127824467802</c:v>
                </c:pt>
                <c:pt idx="10">
                  <c:v>1.8706393947957793</c:v>
                </c:pt>
                <c:pt idx="11">
                  <c:v>1.977317180948797</c:v>
                </c:pt>
                <c:pt idx="12">
                  <c:v>2.0766724616883527</c:v>
                </c:pt>
                <c:pt idx="13">
                  <c:v>2.1121261691248865</c:v>
                </c:pt>
                <c:pt idx="14">
                  <c:v>2.2274467597679286</c:v>
                </c:pt>
                <c:pt idx="15">
                  <c:v>2.3074317486648845</c:v>
                </c:pt>
                <c:pt idx="16">
                  <c:v>2.4247826422634753</c:v>
                </c:pt>
                <c:pt idx="17">
                  <c:v>2.5452747020105035</c:v>
                </c:pt>
                <c:pt idx="18">
                  <c:v>2.6698690113519383</c:v>
                </c:pt>
                <c:pt idx="19">
                  <c:v>2.7841302327673541</c:v>
                </c:pt>
                <c:pt idx="20">
                  <c:v>2.9262501529584286</c:v>
                </c:pt>
                <c:pt idx="21">
                  <c:v>3.0665747567441213</c:v>
                </c:pt>
                <c:pt idx="22">
                  <c:v>3.1973778880516428</c:v>
                </c:pt>
                <c:pt idx="23">
                  <c:v>3.4243244677940274</c:v>
                </c:pt>
                <c:pt idx="24">
                  <c:v>3.5580751458670501</c:v>
                </c:pt>
                <c:pt idx="25">
                  <c:v>3.7147657052977521</c:v>
                </c:pt>
                <c:pt idx="26">
                  <c:v>3.9455149107882974</c:v>
                </c:pt>
                <c:pt idx="27">
                  <c:v>4.1699441621579751</c:v>
                </c:pt>
                <c:pt idx="28">
                  <c:v>4.3618982418005894</c:v>
                </c:pt>
                <c:pt idx="29">
                  <c:v>4.6328536583061535</c:v>
                </c:pt>
                <c:pt idx="30">
                  <c:v>4.8619096097548766</c:v>
                </c:pt>
                <c:pt idx="31">
                  <c:v>5.1673133380803327</c:v>
                </c:pt>
                <c:pt idx="32">
                  <c:v>5.3855830172328645</c:v>
                </c:pt>
                <c:pt idx="33">
                  <c:v>5.7583235290388064</c:v>
                </c:pt>
                <c:pt idx="34">
                  <c:v>6.1068195794351388</c:v>
                </c:pt>
                <c:pt idx="35">
                  <c:v>6.4462980693910596</c:v>
                </c:pt>
                <c:pt idx="36">
                  <c:v>6.8764162047972697</c:v>
                </c:pt>
                <c:pt idx="37">
                  <c:v>7.1660891642270776</c:v>
                </c:pt>
                <c:pt idx="38">
                  <c:v>7.6014087120189693</c:v>
                </c:pt>
                <c:pt idx="39">
                  <c:v>8.1140942291724105</c:v>
                </c:pt>
                <c:pt idx="40">
                  <c:v>8.5841032296065336</c:v>
                </c:pt>
                <c:pt idx="41">
                  <c:v>9.1274538710609505</c:v>
                </c:pt>
                <c:pt idx="42">
                  <c:v>9.6787155753881038</c:v>
                </c:pt>
                <c:pt idx="43">
                  <c:v>10.431215772060588</c:v>
                </c:pt>
                <c:pt idx="44">
                  <c:v>11.095094751325867</c:v>
                </c:pt>
                <c:pt idx="45">
                  <c:v>11.856577192228984</c:v>
                </c:pt>
                <c:pt idx="46">
                  <c:v>12.836140121833026</c:v>
                </c:pt>
                <c:pt idx="47">
                  <c:v>13.776109363172523</c:v>
                </c:pt>
                <c:pt idx="48">
                  <c:v>14.703474390909943</c:v>
                </c:pt>
                <c:pt idx="49">
                  <c:v>15.829417339407321</c:v>
                </c:pt>
                <c:pt idx="50">
                  <c:v>17.125571025195438</c:v>
                </c:pt>
                <c:pt idx="51">
                  <c:v>18.431886214090859</c:v>
                </c:pt>
                <c:pt idx="52">
                  <c:v>19.902607590308914</c:v>
                </c:pt>
                <c:pt idx="53">
                  <c:v>21.524907204860607</c:v>
                </c:pt>
                <c:pt idx="54">
                  <c:v>23.400776854629768</c:v>
                </c:pt>
                <c:pt idx="55">
                  <c:v>25.142386284406271</c:v>
                </c:pt>
                <c:pt idx="56">
                  <c:v>27.227312263631891</c:v>
                </c:pt>
                <c:pt idx="57">
                  <c:v>29.466082946789175</c:v>
                </c:pt>
                <c:pt idx="58">
                  <c:v>31.931613393689492</c:v>
                </c:pt>
                <c:pt idx="59">
                  <c:v>34.388525506246644</c:v>
                </c:pt>
                <c:pt idx="60">
                  <c:v>37.61580840516482</c:v>
                </c:pt>
                <c:pt idx="61">
                  <c:v>40.821822575453666</c:v>
                </c:pt>
                <c:pt idx="62">
                  <c:v>44.326735583018177</c:v>
                </c:pt>
                <c:pt idx="63">
                  <c:v>48.403836178556915</c:v>
                </c:pt>
                <c:pt idx="64">
                  <c:v>52.669114874671379</c:v>
                </c:pt>
                <c:pt idx="65">
                  <c:v>57.608223970689032</c:v>
                </c:pt>
                <c:pt idx="66">
                  <c:v>62.870267938218859</c:v>
                </c:pt>
                <c:pt idx="67">
                  <c:v>69.205871586798466</c:v>
                </c:pt>
                <c:pt idx="68">
                  <c:v>76.258321951625604</c:v>
                </c:pt>
                <c:pt idx="69">
                  <c:v>84.307937174121221</c:v>
                </c:pt>
                <c:pt idx="70">
                  <c:v>93.214378150479405</c:v>
                </c:pt>
                <c:pt idx="71">
                  <c:v>103.91322393239747</c:v>
                </c:pt>
                <c:pt idx="72">
                  <c:v>115.55097901547224</c:v>
                </c:pt>
                <c:pt idx="73">
                  <c:v>129.62984489085738</c:v>
                </c:pt>
                <c:pt idx="74">
                  <c:v>144.77578228135164</c:v>
                </c:pt>
                <c:pt idx="75">
                  <c:v>164.028245894447</c:v>
                </c:pt>
                <c:pt idx="76">
                  <c:v>184.92875372723657</c:v>
                </c:pt>
                <c:pt idx="77">
                  <c:v>208.41432950468206</c:v>
                </c:pt>
                <c:pt idx="78">
                  <c:v>236.33774248760361</c:v>
                </c:pt>
                <c:pt idx="79">
                  <c:v>268.55196728655449</c:v>
                </c:pt>
                <c:pt idx="80">
                  <c:v>305.20738687406146</c:v>
                </c:pt>
                <c:pt idx="81">
                  <c:v>348.83816431400447</c:v>
                </c:pt>
                <c:pt idx="82">
                  <c:v>399.6349573340317</c:v>
                </c:pt>
                <c:pt idx="83">
                  <c:v>460.55995852311787</c:v>
                </c:pt>
                <c:pt idx="84">
                  <c:v>533.96552365672756</c:v>
                </c:pt>
                <c:pt idx="85">
                  <c:v>624.94473014452433</c:v>
                </c:pt>
                <c:pt idx="86">
                  <c:v>768.15033303490304</c:v>
                </c:pt>
                <c:pt idx="87">
                  <c:v>915.41328120512117</c:v>
                </c:pt>
                <c:pt idx="88">
                  <c:v>1090.2063463359493</c:v>
                </c:pt>
                <c:pt idx="89">
                  <c:v>1327.3068035101505</c:v>
                </c:pt>
                <c:pt idx="90">
                  <c:v>1636.5759097146376</c:v>
                </c:pt>
                <c:pt idx="91">
                  <c:v>2036.418878483674</c:v>
                </c:pt>
                <c:pt idx="92">
                  <c:v>2558.920930944852</c:v>
                </c:pt>
                <c:pt idx="93">
                  <c:v>3263.8071811057057</c:v>
                </c:pt>
                <c:pt idx="94">
                  <c:v>4254.7117465186948</c:v>
                </c:pt>
                <c:pt idx="95">
                  <c:v>5602.5513131895159</c:v>
                </c:pt>
                <c:pt idx="96">
                  <c:v>7390.0752899747486</c:v>
                </c:pt>
                <c:pt idx="97">
                  <c:v>9596.2242336462114</c:v>
                </c:pt>
                <c:pt idx="98">
                  <c:v>11900.75087649251</c:v>
                </c:pt>
                <c:pt idx="99">
                  <c:v>13690.541602090849</c:v>
                </c:pt>
                <c:pt idx="100">
                  <c:v>14719.365772523828</c:v>
                </c:pt>
                <c:pt idx="101">
                  <c:v>14611.36737254523</c:v>
                </c:pt>
                <c:pt idx="102">
                  <c:v>13511.023148890125</c:v>
                </c:pt>
                <c:pt idx="103">
                  <c:v>11439.950249225247</c:v>
                </c:pt>
                <c:pt idx="104">
                  <c:v>9265.650166362122</c:v>
                </c:pt>
                <c:pt idx="105">
                  <c:v>7180.9472133402114</c:v>
                </c:pt>
                <c:pt idx="106">
                  <c:v>5455.1824232108438</c:v>
                </c:pt>
                <c:pt idx="107">
                  <c:v>4077.0170605566786</c:v>
                </c:pt>
                <c:pt idx="108">
                  <c:v>3088.4430487766872</c:v>
                </c:pt>
                <c:pt idx="109">
                  <c:v>2413.405701400407</c:v>
                </c:pt>
                <c:pt idx="110">
                  <c:v>1887.9689770634839</c:v>
                </c:pt>
                <c:pt idx="111">
                  <c:v>1502.6793989119133</c:v>
                </c:pt>
                <c:pt idx="112">
                  <c:v>1206.694783350033</c:v>
                </c:pt>
                <c:pt idx="113">
                  <c:v>980.37763570566653</c:v>
                </c:pt>
                <c:pt idx="114">
                  <c:v>800.30958949828596</c:v>
                </c:pt>
                <c:pt idx="115">
                  <c:v>670.18709083578506</c:v>
                </c:pt>
                <c:pt idx="116">
                  <c:v>555.88606302709616</c:v>
                </c:pt>
                <c:pt idx="117">
                  <c:v>466.74050260938668</c:v>
                </c:pt>
                <c:pt idx="118">
                  <c:v>403.20644423064488</c:v>
                </c:pt>
                <c:pt idx="119">
                  <c:v>343.35612719772644</c:v>
                </c:pt>
                <c:pt idx="120">
                  <c:v>301.70115056113116</c:v>
                </c:pt>
                <c:pt idx="121">
                  <c:v>247.19167147175222</c:v>
                </c:pt>
                <c:pt idx="122">
                  <c:v>216.64831842728429</c:v>
                </c:pt>
                <c:pt idx="123">
                  <c:v>189.68174867719773</c:v>
                </c:pt>
                <c:pt idx="124">
                  <c:v>166.73150384676245</c:v>
                </c:pt>
                <c:pt idx="125">
                  <c:v>147.19693801732151</c:v>
                </c:pt>
                <c:pt idx="126">
                  <c:v>130.4859556534619</c:v>
                </c:pt>
                <c:pt idx="127">
                  <c:v>115.81360160187302</c:v>
                </c:pt>
                <c:pt idx="128">
                  <c:v>103.49489439267755</c:v>
                </c:pt>
                <c:pt idx="129">
                  <c:v>92.465227943033113</c:v>
                </c:pt>
                <c:pt idx="130">
                  <c:v>83.137570719889382</c:v>
                </c:pt>
                <c:pt idx="131">
                  <c:v>75.076185667566889</c:v>
                </c:pt>
                <c:pt idx="132">
                  <c:v>67.420213320008386</c:v>
                </c:pt>
                <c:pt idx="133">
                  <c:v>60.827647879087387</c:v>
                </c:pt>
                <c:pt idx="134">
                  <c:v>55.142357681691188</c:v>
                </c:pt>
                <c:pt idx="135">
                  <c:v>49.842604158219999</c:v>
                </c:pt>
                <c:pt idx="136">
                  <c:v>45.008169048019667</c:v>
                </c:pt>
                <c:pt idx="137">
                  <c:v>40.992354551973676</c:v>
                </c:pt>
                <c:pt idx="138">
                  <c:v>37.504443374170741</c:v>
                </c:pt>
                <c:pt idx="139">
                  <c:v>34.560931328947447</c:v>
                </c:pt>
                <c:pt idx="140">
                  <c:v>31.306314576980412</c:v>
                </c:pt>
                <c:pt idx="141">
                  <c:v>28.843441150678991</c:v>
                </c:pt>
                <c:pt idx="142">
                  <c:v>26.716634025186774</c:v>
                </c:pt>
                <c:pt idx="143">
                  <c:v>24.510977279473014</c:v>
                </c:pt>
                <c:pt idx="144">
                  <c:v>22.711490823772298</c:v>
                </c:pt>
                <c:pt idx="145">
                  <c:v>21.214268536794407</c:v>
                </c:pt>
                <c:pt idx="146">
                  <c:v>19.545142159158484</c:v>
                </c:pt>
                <c:pt idx="147">
                  <c:v>18.21957838432364</c:v>
                </c:pt>
                <c:pt idx="148">
                  <c:v>17.048234764893312</c:v>
                </c:pt>
                <c:pt idx="149">
                  <c:v>15.818523991344934</c:v>
                </c:pt>
                <c:pt idx="150">
                  <c:v>14.752513640421203</c:v>
                </c:pt>
                <c:pt idx="151">
                  <c:v>13.548260008528697</c:v>
                </c:pt>
                <c:pt idx="152">
                  <c:v>12.721548451629832</c:v>
                </c:pt>
                <c:pt idx="153">
                  <c:v>11.890000615107157</c:v>
                </c:pt>
                <c:pt idx="154">
                  <c:v>11.090508516444308</c:v>
                </c:pt>
                <c:pt idx="155">
                  <c:v>10.331698029405183</c:v>
                </c:pt>
                <c:pt idx="156">
                  <c:v>9.7768860071826147</c:v>
                </c:pt>
                <c:pt idx="157">
                  <c:v>9.0968775888119904</c:v>
                </c:pt>
                <c:pt idx="158">
                  <c:v>8.5867691063318361</c:v>
                </c:pt>
                <c:pt idx="159">
                  <c:v>8.0859148512633201</c:v>
                </c:pt>
                <c:pt idx="160">
                  <c:v>7.5469077049344007</c:v>
                </c:pt>
                <c:pt idx="161">
                  <c:v>7.2111259854662508</c:v>
                </c:pt>
                <c:pt idx="162">
                  <c:v>6.6822151248326085</c:v>
                </c:pt>
                <c:pt idx="163">
                  <c:v>6.3748686872667246</c:v>
                </c:pt>
                <c:pt idx="164">
                  <c:v>5.9880985609729045</c:v>
                </c:pt>
                <c:pt idx="165">
                  <c:v>5.7006798057565451</c:v>
                </c:pt>
                <c:pt idx="166">
                  <c:v>5.3857363751463652</c:v>
                </c:pt>
                <c:pt idx="167">
                  <c:v>5.1095060805273382</c:v>
                </c:pt>
                <c:pt idx="168">
                  <c:v>4.7264529415689225</c:v>
                </c:pt>
                <c:pt idx="169">
                  <c:v>4.5707979159098606</c:v>
                </c:pt>
                <c:pt idx="170">
                  <c:v>4.3278520083224228</c:v>
                </c:pt>
                <c:pt idx="171">
                  <c:v>4.1068714544263516</c:v>
                </c:pt>
                <c:pt idx="172">
                  <c:v>3.975185963062132</c:v>
                </c:pt>
                <c:pt idx="173">
                  <c:v>3.7590821722325574</c:v>
                </c:pt>
                <c:pt idx="174">
                  <c:v>3.5749956961327261</c:v>
                </c:pt>
                <c:pt idx="175">
                  <c:v>3.4694636861112702</c:v>
                </c:pt>
                <c:pt idx="176">
                  <c:v>3.3181226868110825</c:v>
                </c:pt>
                <c:pt idx="177">
                  <c:v>3.1683624368380121</c:v>
                </c:pt>
                <c:pt idx="178">
                  <c:v>3.0073991530361734</c:v>
                </c:pt>
                <c:pt idx="179">
                  <c:v>2.880966604335045</c:v>
                </c:pt>
                <c:pt idx="180">
                  <c:v>2.7600447740596681</c:v>
                </c:pt>
                <c:pt idx="181">
                  <c:v>2.6524818597882467</c:v>
                </c:pt>
                <c:pt idx="182">
                  <c:v>2.5470263731308052</c:v>
                </c:pt>
                <c:pt idx="183">
                  <c:v>2.4549980146907693</c:v>
                </c:pt>
                <c:pt idx="184">
                  <c:v>2.322051506742572</c:v>
                </c:pt>
                <c:pt idx="185">
                  <c:v>2.2632890464685533</c:v>
                </c:pt>
                <c:pt idx="186">
                  <c:v>2.157494790421655</c:v>
                </c:pt>
                <c:pt idx="187">
                  <c:v>2.0587196908022887</c:v>
                </c:pt>
                <c:pt idx="188">
                  <c:v>1.9782178960765227</c:v>
                </c:pt>
                <c:pt idx="189">
                  <c:v>1.8722167947414996</c:v>
                </c:pt>
                <c:pt idx="190">
                  <c:v>1.8285854464749198</c:v>
                </c:pt>
                <c:pt idx="191">
                  <c:v>1.7826779593517725</c:v>
                </c:pt>
                <c:pt idx="192">
                  <c:v>1.6519592637444136</c:v>
                </c:pt>
                <c:pt idx="193">
                  <c:v>1.6197722861951207</c:v>
                </c:pt>
                <c:pt idx="194">
                  <c:v>1.5542836866556569</c:v>
                </c:pt>
                <c:pt idx="195">
                  <c:v>1.4762615533501515</c:v>
                </c:pt>
                <c:pt idx="196">
                  <c:v>1.4003983020547039</c:v>
                </c:pt>
                <c:pt idx="197">
                  <c:v>1.3431356217750174</c:v>
                </c:pt>
                <c:pt idx="198">
                  <c:v>1.3377703868736539</c:v>
                </c:pt>
                <c:pt idx="199">
                  <c:v>1.2702656284473872</c:v>
                </c:pt>
                <c:pt idx="200">
                  <c:v>1.1900731119648071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239-4823-87E0-DF994367987C}"/>
            </c:ext>
          </c:extLst>
        </c:ser>
        <c:ser>
          <c:idx val="2"/>
          <c:order val="2"/>
          <c:tx>
            <c:strRef>
              <c:f>OMEGA!$M$1</c:f>
              <c:strCache>
                <c:ptCount val="1"/>
                <c:pt idx="0">
                  <c:v>Si_TEOS_omega</c:v>
                </c:pt>
              </c:strCache>
            </c:strRef>
          </c:tx>
          <c:spPr>
            <a:ln w="25400" cap="rnd">
              <a:solidFill>
                <a:schemeClr val="accent6">
                  <a:lumMod val="75000"/>
                </a:schemeClr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OMEGA!$Q$20:$Q$220</c:f>
              <c:numCache>
                <c:formatCode>0.00E+00</c:formatCode>
                <c:ptCount val="201"/>
                <c:pt idx="0">
                  <c:v>2.4868763794446764E-2</c:v>
                </c:pt>
                <c:pt idx="1">
                  <c:v>2.2090529424759135E-2</c:v>
                </c:pt>
                <c:pt idx="2">
                  <c:v>2.157438369032269E-2</c:v>
                </c:pt>
                <c:pt idx="3">
                  <c:v>2.7487906495467115E-2</c:v>
                </c:pt>
                <c:pt idx="4">
                  <c:v>2.2268677544486512E-2</c:v>
                </c:pt>
                <c:pt idx="5">
                  <c:v>2.7159525231999798E-2</c:v>
                </c:pt>
                <c:pt idx="6">
                  <c:v>2.6115265469508077E-2</c:v>
                </c:pt>
                <c:pt idx="7">
                  <c:v>2.6295811897385103E-2</c:v>
                </c:pt>
                <c:pt idx="8">
                  <c:v>2.3516411851247303E-2</c:v>
                </c:pt>
                <c:pt idx="9">
                  <c:v>2.6480598649681105E-2</c:v>
                </c:pt>
                <c:pt idx="10">
                  <c:v>2.5780335481247533E-2</c:v>
                </c:pt>
                <c:pt idx="11">
                  <c:v>3.2046770450132774E-2</c:v>
                </c:pt>
                <c:pt idx="12">
                  <c:v>2.6839326026181588E-2</c:v>
                </c:pt>
                <c:pt idx="13">
                  <c:v>2.6322569209661025E-2</c:v>
                </c:pt>
                <c:pt idx="14">
                  <c:v>3.0695785735462569E-2</c:v>
                </c:pt>
                <c:pt idx="15">
                  <c:v>3.5586794403488137E-2</c:v>
                </c:pt>
                <c:pt idx="16">
                  <c:v>3.1072212502651832E-2</c:v>
                </c:pt>
                <c:pt idx="17">
                  <c:v>3.2491349702195818E-2</c:v>
                </c:pt>
                <c:pt idx="18">
                  <c:v>3.3705350757614209E-2</c:v>
                </c:pt>
                <c:pt idx="19">
                  <c:v>3.1610514313721153E-2</c:v>
                </c:pt>
                <c:pt idx="20">
                  <c:v>3.249480262228864E-2</c:v>
                </c:pt>
                <c:pt idx="21">
                  <c:v>3.874896623605336E-2</c:v>
                </c:pt>
                <c:pt idx="22">
                  <c:v>3.8761775002248443E-2</c:v>
                </c:pt>
                <c:pt idx="23">
                  <c:v>3.6689744982161973E-2</c:v>
                </c:pt>
                <c:pt idx="24">
                  <c:v>3.8431761237302867E-2</c:v>
                </c:pt>
                <c:pt idx="25">
                  <c:v>3.6870550032593742E-2</c:v>
                </c:pt>
                <c:pt idx="26">
                  <c:v>4.1222727584914805E-2</c:v>
                </c:pt>
                <c:pt idx="27">
                  <c:v>3.5638334633200826E-2</c:v>
                </c:pt>
                <c:pt idx="28">
                  <c:v>3.9145659952137445E-2</c:v>
                </c:pt>
                <c:pt idx="29">
                  <c:v>3.8287845187870852E-2</c:v>
                </c:pt>
                <c:pt idx="30">
                  <c:v>4.005431995460744E-2</c:v>
                </c:pt>
                <c:pt idx="31">
                  <c:v>4.4777739306625451E-2</c:v>
                </c:pt>
                <c:pt idx="32">
                  <c:v>4.3895199110371971E-2</c:v>
                </c:pt>
                <c:pt idx="33">
                  <c:v>4.8802098273327536E-2</c:v>
                </c:pt>
                <c:pt idx="34">
                  <c:v>4.7401783199111369E-2</c:v>
                </c:pt>
                <c:pt idx="35">
                  <c:v>4.7893348155800208E-2</c:v>
                </c:pt>
                <c:pt idx="36">
                  <c:v>4.7035048664839325E-2</c:v>
                </c:pt>
                <c:pt idx="37">
                  <c:v>5.0176689256375341E-2</c:v>
                </c:pt>
                <c:pt idx="38">
                  <c:v>5.2122346749543767E-2</c:v>
                </c:pt>
                <c:pt idx="39">
                  <c:v>5.4917179296964963E-2</c:v>
                </c:pt>
                <c:pt idx="40">
                  <c:v>5.580868907348794E-2</c:v>
                </c:pt>
                <c:pt idx="41">
                  <c:v>5.9522455888126775E-2</c:v>
                </c:pt>
                <c:pt idx="42">
                  <c:v>6.3918896621849547E-2</c:v>
                </c:pt>
                <c:pt idx="43">
                  <c:v>6.0630131054831976E-2</c:v>
                </c:pt>
                <c:pt idx="44">
                  <c:v>6.1538456143900404E-2</c:v>
                </c:pt>
                <c:pt idx="45">
                  <c:v>6.3500768604883198E-2</c:v>
                </c:pt>
                <c:pt idx="46">
                  <c:v>6.6933144908624925E-2</c:v>
                </c:pt>
                <c:pt idx="47">
                  <c:v>7.2210647630417263E-2</c:v>
                </c:pt>
                <c:pt idx="48">
                  <c:v>6.9248256916797993E-2</c:v>
                </c:pt>
                <c:pt idx="49">
                  <c:v>7.9885420078622704E-2</c:v>
                </c:pt>
                <c:pt idx="50">
                  <c:v>7.9162265935083284E-2</c:v>
                </c:pt>
                <c:pt idx="51">
                  <c:v>7.8857733956451112E-2</c:v>
                </c:pt>
                <c:pt idx="52">
                  <c:v>7.3373547186212223E-2</c:v>
                </c:pt>
                <c:pt idx="53">
                  <c:v>8.5817874884066905E-2</c:v>
                </c:pt>
                <c:pt idx="54">
                  <c:v>9.0573946562249194E-2</c:v>
                </c:pt>
                <c:pt idx="55">
                  <c:v>9.5649200432355447E-2</c:v>
                </c:pt>
                <c:pt idx="56">
                  <c:v>9.7378709027820448E-2</c:v>
                </c:pt>
                <c:pt idx="57">
                  <c:v>8.933522569561908E-2</c:v>
                </c:pt>
                <c:pt idx="58">
                  <c:v>0.10251602049800808</c:v>
                </c:pt>
                <c:pt idx="59">
                  <c:v>0.10885026764349599</c:v>
                </c:pt>
                <c:pt idx="60">
                  <c:v>0.10452242535662745</c:v>
                </c:pt>
                <c:pt idx="61">
                  <c:v>0.11323264814999798</c:v>
                </c:pt>
                <c:pt idx="62">
                  <c:v>0.12701798729300107</c:v>
                </c:pt>
                <c:pt idx="63">
                  <c:v>0.12787602938886256</c:v>
                </c:pt>
                <c:pt idx="64">
                  <c:v>0.12842493805692787</c:v>
                </c:pt>
                <c:pt idx="65">
                  <c:v>0.13928942649572254</c:v>
                </c:pt>
                <c:pt idx="66">
                  <c:v>0.14152884125122522</c:v>
                </c:pt>
                <c:pt idx="67">
                  <c:v>0.14933826020751167</c:v>
                </c:pt>
                <c:pt idx="68">
                  <c:v>0.16981887017450989</c:v>
                </c:pt>
                <c:pt idx="69">
                  <c:v>0.16402115528704633</c:v>
                </c:pt>
                <c:pt idx="70">
                  <c:v>0.17324912301416928</c:v>
                </c:pt>
                <c:pt idx="71">
                  <c:v>0.17520249287315096</c:v>
                </c:pt>
                <c:pt idx="72">
                  <c:v>0.18941834283303807</c:v>
                </c:pt>
                <c:pt idx="73">
                  <c:v>0.19862329448724561</c:v>
                </c:pt>
                <c:pt idx="74">
                  <c:v>0.21020177646710375</c:v>
                </c:pt>
                <c:pt idx="75">
                  <c:v>0.21834072275635158</c:v>
                </c:pt>
                <c:pt idx="76">
                  <c:v>0.25336932374196719</c:v>
                </c:pt>
                <c:pt idx="77">
                  <c:v>0.26705874246632921</c:v>
                </c:pt>
                <c:pt idx="78">
                  <c:v>0.3113792152455207</c:v>
                </c:pt>
                <c:pt idx="79">
                  <c:v>0.35826982890582248</c:v>
                </c:pt>
                <c:pt idx="80">
                  <c:v>0.43844623872331495</c:v>
                </c:pt>
                <c:pt idx="81">
                  <c:v>0.54459014356944613</c:v>
                </c:pt>
                <c:pt idx="82">
                  <c:v>0.63862978634805967</c:v>
                </c:pt>
                <c:pt idx="83">
                  <c:v>0.80438641117589027</c:v>
                </c:pt>
                <c:pt idx="84">
                  <c:v>0.9619250248554525</c:v>
                </c:pt>
                <c:pt idx="85">
                  <c:v>1.1598815590202123</c:v>
                </c:pt>
                <c:pt idx="86">
                  <c:v>1.428768092343849</c:v>
                </c:pt>
                <c:pt idx="87">
                  <c:v>1.7382956667363865</c:v>
                </c:pt>
                <c:pt idx="88">
                  <c:v>2.1458456780463107</c:v>
                </c:pt>
                <c:pt idx="89">
                  <c:v>2.793500974328746</c:v>
                </c:pt>
                <c:pt idx="90">
                  <c:v>3.600012206663906</c:v>
                </c:pt>
                <c:pt idx="91">
                  <c:v>5.0344328458582135</c:v>
                </c:pt>
                <c:pt idx="92">
                  <c:v>7.991152081006426</c:v>
                </c:pt>
                <c:pt idx="93">
                  <c:v>26.01100563004815</c:v>
                </c:pt>
                <c:pt idx="94">
                  <c:v>192.55165171180286</c:v>
                </c:pt>
                <c:pt idx="95">
                  <c:v>1248.8622331261781</c:v>
                </c:pt>
                <c:pt idx="96">
                  <c:v>4236.628685814735</c:v>
                </c:pt>
                <c:pt idx="97">
                  <c:v>10279.526745940746</c:v>
                </c:pt>
                <c:pt idx="98">
                  <c:v>18120.07151591259</c:v>
                </c:pt>
                <c:pt idx="99">
                  <c:v>21369.391362351616</c:v>
                </c:pt>
                <c:pt idx="100">
                  <c:v>20939.632311172063</c:v>
                </c:pt>
                <c:pt idx="101">
                  <c:v>15582.28153026262</c:v>
                </c:pt>
                <c:pt idx="102">
                  <c:v>7343.2430301002196</c:v>
                </c:pt>
                <c:pt idx="103">
                  <c:v>1877.031523921584</c:v>
                </c:pt>
                <c:pt idx="104">
                  <c:v>466.07109582146103</c:v>
                </c:pt>
                <c:pt idx="105">
                  <c:v>149.73393002324343</c:v>
                </c:pt>
                <c:pt idx="106">
                  <c:v>39.789949648591524</c:v>
                </c:pt>
                <c:pt idx="107">
                  <c:v>22.775474356906184</c:v>
                </c:pt>
                <c:pt idx="108">
                  <c:v>16.800453432868334</c:v>
                </c:pt>
                <c:pt idx="109">
                  <c:v>13.080702455657109</c:v>
                </c:pt>
                <c:pt idx="110">
                  <c:v>10.53793039003317</c:v>
                </c:pt>
                <c:pt idx="111">
                  <c:v>8.7619385445977223</c:v>
                </c:pt>
                <c:pt idx="112">
                  <c:v>7.3348248210216553</c:v>
                </c:pt>
                <c:pt idx="113">
                  <c:v>6.1901806511934501</c:v>
                </c:pt>
                <c:pt idx="114">
                  <c:v>5.2625401003480148</c:v>
                </c:pt>
                <c:pt idx="115">
                  <c:v>4.5569048529625684</c:v>
                </c:pt>
                <c:pt idx="116">
                  <c:v>3.9527180376599076</c:v>
                </c:pt>
                <c:pt idx="117">
                  <c:v>3.4699823463605841</c:v>
                </c:pt>
                <c:pt idx="118">
                  <c:v>3.0984158559248693</c:v>
                </c:pt>
                <c:pt idx="119">
                  <c:v>2.7374224240248171</c:v>
                </c:pt>
                <c:pt idx="120">
                  <c:v>2.4710114196306461</c:v>
                </c:pt>
                <c:pt idx="121">
                  <c:v>2.2467301453540194</c:v>
                </c:pt>
                <c:pt idx="122">
                  <c:v>2.0544205594873763</c:v>
                </c:pt>
                <c:pt idx="123">
                  <c:v>1.853834970391121</c:v>
                </c:pt>
                <c:pt idx="124">
                  <c:v>1.677673554691671</c:v>
                </c:pt>
                <c:pt idx="125">
                  <c:v>1.4918587944137096</c:v>
                </c:pt>
                <c:pt idx="126">
                  <c:v>1.2893698696110996</c:v>
                </c:pt>
                <c:pt idx="127">
                  <c:v>1.1361529298676492</c:v>
                </c:pt>
                <c:pt idx="128">
                  <c:v>0.99354581236907691</c:v>
                </c:pt>
                <c:pt idx="129">
                  <c:v>0.882379377871363</c:v>
                </c:pt>
                <c:pt idx="130">
                  <c:v>0.76625559161999079</c:v>
                </c:pt>
                <c:pt idx="131">
                  <c:v>0.65373012312206757</c:v>
                </c:pt>
                <c:pt idx="132">
                  <c:v>0.56656366057135632</c:v>
                </c:pt>
                <c:pt idx="133">
                  <c:v>0.50626790847441461</c:v>
                </c:pt>
                <c:pt idx="134">
                  <c:v>0.41169557113394112</c:v>
                </c:pt>
                <c:pt idx="135">
                  <c:v>0.35255461695516643</c:v>
                </c:pt>
                <c:pt idx="136">
                  <c:v>0.28634751063011976</c:v>
                </c:pt>
                <c:pt idx="137">
                  <c:v>0.25635090745648864</c:v>
                </c:pt>
                <c:pt idx="138">
                  <c:v>0.21051970332959383</c:v>
                </c:pt>
                <c:pt idx="139">
                  <c:v>0.18097052930484403</c:v>
                </c:pt>
                <c:pt idx="140">
                  <c:v>0.16289050843231345</c:v>
                </c:pt>
                <c:pt idx="141">
                  <c:v>0.14624665954482205</c:v>
                </c:pt>
                <c:pt idx="142">
                  <c:v>0.12756289784901911</c:v>
                </c:pt>
                <c:pt idx="143">
                  <c:v>0.11924128019218136</c:v>
                </c:pt>
                <c:pt idx="144">
                  <c:v>0.10722142342459669</c:v>
                </c:pt>
                <c:pt idx="145">
                  <c:v>0.1056402072685807</c:v>
                </c:pt>
                <c:pt idx="146">
                  <c:v>9.5830181223956964E-2</c:v>
                </c:pt>
                <c:pt idx="147">
                  <c:v>9.4970110340479252E-2</c:v>
                </c:pt>
                <c:pt idx="148">
                  <c:v>9.1064706089284839E-2</c:v>
                </c:pt>
                <c:pt idx="149">
                  <c:v>8.6664200243947248E-2</c:v>
                </c:pt>
                <c:pt idx="150">
                  <c:v>8.1842895162995755E-2</c:v>
                </c:pt>
                <c:pt idx="151">
                  <c:v>8.3848280710628095E-2</c:v>
                </c:pt>
                <c:pt idx="152">
                  <c:v>7.6724045963698709E-2</c:v>
                </c:pt>
                <c:pt idx="153">
                  <c:v>6.9947719076256146E-2</c:v>
                </c:pt>
                <c:pt idx="154">
                  <c:v>8.0115969382352992E-2</c:v>
                </c:pt>
                <c:pt idx="155">
                  <c:v>7.333949218522208E-2</c:v>
                </c:pt>
                <c:pt idx="156">
                  <c:v>6.5642858079338132E-2</c:v>
                </c:pt>
                <c:pt idx="157">
                  <c:v>6.7609979896645217E-2</c:v>
                </c:pt>
                <c:pt idx="158">
                  <c:v>7.0294617050537425E-2</c:v>
                </c:pt>
                <c:pt idx="159">
                  <c:v>5.7597203037023842E-2</c:v>
                </c:pt>
                <c:pt idx="160">
                  <c:v>5.9207790489737948E-2</c:v>
                </c:pt>
                <c:pt idx="161">
                  <c:v>6.0810652000397605E-2</c:v>
                </c:pt>
                <c:pt idx="162">
                  <c:v>5.4219562546581557E-2</c:v>
                </c:pt>
                <c:pt idx="163">
                  <c:v>5.4932015744942518E-2</c:v>
                </c:pt>
                <c:pt idx="164">
                  <c:v>5.5527476387967303E-2</c:v>
                </c:pt>
                <c:pt idx="165">
                  <c:v>5.5374537383698512E-2</c:v>
                </c:pt>
                <c:pt idx="166">
                  <c:v>5.7897397056328362E-2</c:v>
                </c:pt>
                <c:pt idx="167">
                  <c:v>5.0601419325111169E-2</c:v>
                </c:pt>
                <c:pt idx="168">
                  <c:v>4.3472961508556847E-2</c:v>
                </c:pt>
                <c:pt idx="169">
                  <c:v>4.2608336260120241E-2</c:v>
                </c:pt>
                <c:pt idx="170">
                  <c:v>4.4772244131370646E-2</c:v>
                </c:pt>
                <c:pt idx="171">
                  <c:v>4.084578580412597E-2</c:v>
                </c:pt>
                <c:pt idx="172">
                  <c:v>4.1917839315235912E-2</c:v>
                </c:pt>
                <c:pt idx="173">
                  <c:v>4.3554345768379854E-2</c:v>
                </c:pt>
                <c:pt idx="174">
                  <c:v>4.2507934410867025E-2</c:v>
                </c:pt>
                <c:pt idx="175">
                  <c:v>3.9295820335059496E-2</c:v>
                </c:pt>
                <c:pt idx="176">
                  <c:v>3.3555438033764741E-2</c:v>
                </c:pt>
                <c:pt idx="177">
                  <c:v>3.8041254376628371E-2</c:v>
                </c:pt>
                <c:pt idx="178">
                  <c:v>3.8238585687922121E-2</c:v>
                </c:pt>
                <c:pt idx="179">
                  <c:v>4.0370319633351373E-2</c:v>
                </c:pt>
                <c:pt idx="180">
                  <c:v>3.6960926899665597E-2</c:v>
                </c:pt>
                <c:pt idx="181">
                  <c:v>3.5369842695407522E-2</c:v>
                </c:pt>
                <c:pt idx="182">
                  <c:v>3.6244780886124608E-2</c:v>
                </c:pt>
                <c:pt idx="183">
                  <c:v>3.2297357898488435E-2</c:v>
                </c:pt>
                <c:pt idx="184">
                  <c:v>3.7161626559726879E-2</c:v>
                </c:pt>
                <c:pt idx="185">
                  <c:v>3.2282219484371169E-2</c:v>
                </c:pt>
                <c:pt idx="186">
                  <c:v>2.9759740649955603E-2</c:v>
                </c:pt>
                <c:pt idx="187">
                  <c:v>3.2811860235962817E-2</c:v>
                </c:pt>
                <c:pt idx="188">
                  <c:v>2.3490246025002087E-2</c:v>
                </c:pt>
                <c:pt idx="189">
                  <c:v>2.7249976313137365E-2</c:v>
                </c:pt>
                <c:pt idx="190">
                  <c:v>2.5280363715943808E-2</c:v>
                </c:pt>
                <c:pt idx="191">
                  <c:v>2.4554638012658721E-2</c:v>
                </c:pt>
                <c:pt idx="192">
                  <c:v>2.563675698537984E-2</c:v>
                </c:pt>
                <c:pt idx="193">
                  <c:v>2.9037804389232626E-2</c:v>
                </c:pt>
                <c:pt idx="194">
                  <c:v>2.8504446451627568E-2</c:v>
                </c:pt>
                <c:pt idx="195">
                  <c:v>2.9941012977259745E-2</c:v>
                </c:pt>
                <c:pt idx="196">
                  <c:v>2.2755889846943704E-2</c:v>
                </c:pt>
                <c:pt idx="197">
                  <c:v>2.3097911186060548E-2</c:v>
                </c:pt>
                <c:pt idx="198">
                  <c:v>2.2571110282946422E-2</c:v>
                </c:pt>
                <c:pt idx="199">
                  <c:v>2.2395868037597178E-2</c:v>
                </c:pt>
                <c:pt idx="200">
                  <c:v>2.0629936732648201E-2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239-4823-87E0-DF994367987C}"/>
            </c:ext>
          </c:extLst>
        </c:ser>
        <c:ser>
          <c:idx val="4"/>
          <c:order val="4"/>
          <c:tx>
            <c:strRef>
              <c:f>OMEGA!$Y$1</c:f>
              <c:strCache>
                <c:ptCount val="1"/>
                <c:pt idx="0">
                  <c:v>Si_Thermo_omega</c:v>
                </c:pt>
              </c:strCache>
            </c:strRef>
          </c:tx>
          <c:spPr>
            <a:ln w="25400" cap="rnd">
              <a:solidFill>
                <a:schemeClr val="accent2"/>
              </a:solidFill>
              <a:prstDash val="sysDash"/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OMEGA!$AD$20:$AD$220</c:f>
              <c:numCache>
                <c:formatCode>0.00E+00</c:formatCode>
                <c:ptCount val="201"/>
                <c:pt idx="0">
                  <c:v>2.447369567904022E-2</c:v>
                </c:pt>
                <c:pt idx="1">
                  <c:v>2.3329013267610589E-2</c:v>
                </c:pt>
                <c:pt idx="2">
                  <c:v>2.032875723463964E-2</c:v>
                </c:pt>
                <c:pt idx="3">
                  <c:v>2.1913951960091285E-2</c:v>
                </c:pt>
                <c:pt idx="4">
                  <c:v>2.3487841318435548E-2</c:v>
                </c:pt>
                <c:pt idx="5">
                  <c:v>2.1919097499354747E-2</c:v>
                </c:pt>
                <c:pt idx="6">
                  <c:v>2.4489747517577411E-2</c:v>
                </c:pt>
                <c:pt idx="7">
                  <c:v>2.17675711736924E-2</c:v>
                </c:pt>
                <c:pt idx="8">
                  <c:v>2.6339308381581626E-2</c:v>
                </c:pt>
                <c:pt idx="9">
                  <c:v>2.4781173997088343E-2</c:v>
                </c:pt>
                <c:pt idx="10">
                  <c:v>2.8945357141071087E-2</c:v>
                </c:pt>
                <c:pt idx="11">
                  <c:v>2.7657140816533088E-2</c:v>
                </c:pt>
                <c:pt idx="12">
                  <c:v>2.8511596382620578E-2</c:v>
                </c:pt>
                <c:pt idx="13">
                  <c:v>2.7929174192325879E-2</c:v>
                </c:pt>
                <c:pt idx="14">
                  <c:v>2.9516937126588358E-2</c:v>
                </c:pt>
                <c:pt idx="15">
                  <c:v>2.794597873202101E-2</c:v>
                </c:pt>
                <c:pt idx="16">
                  <c:v>2.9815630319554611E-2</c:v>
                </c:pt>
                <c:pt idx="17">
                  <c:v>2.6958639052187022E-2</c:v>
                </c:pt>
                <c:pt idx="18">
                  <c:v>2.9963247854351893E-2</c:v>
                </c:pt>
                <c:pt idx="19">
                  <c:v>3.313321968304303E-2</c:v>
                </c:pt>
                <c:pt idx="20">
                  <c:v>2.8113004639907981E-2</c:v>
                </c:pt>
                <c:pt idx="21">
                  <c:v>3.3285650204688814E-2</c:v>
                </c:pt>
                <c:pt idx="22">
                  <c:v>3.2575298016620693E-2</c:v>
                </c:pt>
                <c:pt idx="23">
                  <c:v>3.8883293616416334E-2</c:v>
                </c:pt>
                <c:pt idx="24">
                  <c:v>3.4001533282644748E-2</c:v>
                </c:pt>
                <c:pt idx="25">
                  <c:v>3.6024488959613618E-2</c:v>
                </c:pt>
                <c:pt idx="26">
                  <c:v>3.9028596037085146E-2</c:v>
                </c:pt>
                <c:pt idx="27">
                  <c:v>3.8318930438569203E-2</c:v>
                </c:pt>
                <c:pt idx="28">
                  <c:v>4.0190823157579103E-2</c:v>
                </c:pt>
                <c:pt idx="29">
                  <c:v>4.12180558810274E-2</c:v>
                </c:pt>
                <c:pt idx="30">
                  <c:v>4.6516867231413975E-2</c:v>
                </c:pt>
                <c:pt idx="31">
                  <c:v>4.278652990445337E-2</c:v>
                </c:pt>
                <c:pt idx="32">
                  <c:v>4.5370417006394416E-2</c:v>
                </c:pt>
                <c:pt idx="33">
                  <c:v>4.8386749864308909E-2</c:v>
                </c:pt>
                <c:pt idx="34">
                  <c:v>4.8234446974838849E-2</c:v>
                </c:pt>
                <c:pt idx="35">
                  <c:v>4.4230523803281074E-2</c:v>
                </c:pt>
                <c:pt idx="36">
                  <c:v>4.9847942944188164E-2</c:v>
                </c:pt>
                <c:pt idx="37">
                  <c:v>5.3619178852894862E-2</c:v>
                </c:pt>
                <c:pt idx="38">
                  <c:v>4.6420514820755369E-2</c:v>
                </c:pt>
                <c:pt idx="39">
                  <c:v>5.4750482364682815E-2</c:v>
                </c:pt>
                <c:pt idx="40">
                  <c:v>5.4499713481057754E-2</c:v>
                </c:pt>
                <c:pt idx="41">
                  <c:v>5.2064938613136165E-2</c:v>
                </c:pt>
                <c:pt idx="42">
                  <c:v>5.2517848082757536E-2</c:v>
                </c:pt>
                <c:pt idx="43">
                  <c:v>5.7387982936237016E-2</c:v>
                </c:pt>
                <c:pt idx="44">
                  <c:v>6.532798779638653E-2</c:v>
                </c:pt>
                <c:pt idx="45">
                  <c:v>6.491294626966887E-2</c:v>
                </c:pt>
                <c:pt idx="46">
                  <c:v>6.3042147172928886E-2</c:v>
                </c:pt>
                <c:pt idx="47">
                  <c:v>7.3703060417378424E-2</c:v>
                </c:pt>
                <c:pt idx="48">
                  <c:v>7.4257967545325029E-2</c:v>
                </c:pt>
                <c:pt idx="49">
                  <c:v>7.269470445276946E-2</c:v>
                </c:pt>
                <c:pt idx="50">
                  <c:v>7.7903502414749373E-2</c:v>
                </c:pt>
                <c:pt idx="51">
                  <c:v>7.8635158643552153E-2</c:v>
                </c:pt>
                <c:pt idx="52">
                  <c:v>8.5872969988564057E-2</c:v>
                </c:pt>
                <c:pt idx="53">
                  <c:v>8.7005817937877122E-2</c:v>
                </c:pt>
                <c:pt idx="54">
                  <c:v>8.7589796468684825E-2</c:v>
                </c:pt>
                <c:pt idx="55">
                  <c:v>9.2120370906310908E-2</c:v>
                </c:pt>
                <c:pt idx="56">
                  <c:v>9.5739032008889086E-2</c:v>
                </c:pt>
                <c:pt idx="57">
                  <c:v>0.10598098421411077</c:v>
                </c:pt>
                <c:pt idx="58">
                  <c:v>0.10050540954865703</c:v>
                </c:pt>
                <c:pt idx="59">
                  <c:v>0.10329204738658281</c:v>
                </c:pt>
                <c:pt idx="60">
                  <c:v>0.10564207935304791</c:v>
                </c:pt>
                <c:pt idx="61">
                  <c:v>0.11499180311879702</c:v>
                </c:pt>
                <c:pt idx="62">
                  <c:v>0.12092417178522476</c:v>
                </c:pt>
                <c:pt idx="63">
                  <c:v>0.11963394840287381</c:v>
                </c:pt>
                <c:pt idx="64">
                  <c:v>0.13481980005732871</c:v>
                </c:pt>
                <c:pt idx="65">
                  <c:v>0.132530600203947</c:v>
                </c:pt>
                <c:pt idx="66">
                  <c:v>0.14210991867153339</c:v>
                </c:pt>
                <c:pt idx="67">
                  <c:v>0.14602487573478065</c:v>
                </c:pt>
                <c:pt idx="68">
                  <c:v>0.16212275970043183</c:v>
                </c:pt>
                <c:pt idx="69">
                  <c:v>0.15544552696105873</c:v>
                </c:pt>
                <c:pt idx="70">
                  <c:v>0.17180596739778753</c:v>
                </c:pt>
                <c:pt idx="71">
                  <c:v>0.17971438396338141</c:v>
                </c:pt>
                <c:pt idx="72">
                  <c:v>0.18846975838682836</c:v>
                </c:pt>
                <c:pt idx="73">
                  <c:v>0.20242223269410917</c:v>
                </c:pt>
                <c:pt idx="74">
                  <c:v>0.19882154022741341</c:v>
                </c:pt>
                <c:pt idx="75">
                  <c:v>0.21993360895070255</c:v>
                </c:pt>
                <c:pt idx="76">
                  <c:v>0.24022195179396902</c:v>
                </c:pt>
                <c:pt idx="77">
                  <c:v>0.27204805752774747</c:v>
                </c:pt>
                <c:pt idx="78">
                  <c:v>0.3027578625566591</c:v>
                </c:pt>
                <c:pt idx="79">
                  <c:v>0.37458655659140105</c:v>
                </c:pt>
                <c:pt idx="80">
                  <c:v>0.41259837775107627</c:v>
                </c:pt>
                <c:pt idx="81">
                  <c:v>0.51903037145977193</c:v>
                </c:pt>
                <c:pt idx="82">
                  <c:v>0.61936766595944315</c:v>
                </c:pt>
                <c:pt idx="83">
                  <c:v>0.69957575562065577</c:v>
                </c:pt>
                <c:pt idx="84">
                  <c:v>0.89487291929205526</c:v>
                </c:pt>
                <c:pt idx="85">
                  <c:v>1.0207954503673677</c:v>
                </c:pt>
                <c:pt idx="86">
                  <c:v>1.2640996214142499</c:v>
                </c:pt>
                <c:pt idx="87">
                  <c:v>1.5897812983232285</c:v>
                </c:pt>
                <c:pt idx="88">
                  <c:v>1.9553009822022844</c:v>
                </c:pt>
                <c:pt idx="89">
                  <c:v>2.4653218682104234</c:v>
                </c:pt>
                <c:pt idx="90">
                  <c:v>3.2697142066105331</c:v>
                </c:pt>
                <c:pt idx="91">
                  <c:v>4.5815449823152274</c:v>
                </c:pt>
                <c:pt idx="92">
                  <c:v>7.9494170198175729</c:v>
                </c:pt>
                <c:pt idx="93">
                  <c:v>24.803879445128096</c:v>
                </c:pt>
                <c:pt idx="94">
                  <c:v>146.19885753608386</c:v>
                </c:pt>
                <c:pt idx="95">
                  <c:v>866.48527317751928</c:v>
                </c:pt>
                <c:pt idx="96">
                  <c:v>3348.6995710815409</c:v>
                </c:pt>
                <c:pt idx="97">
                  <c:v>8985.7523320378059</c:v>
                </c:pt>
                <c:pt idx="98">
                  <c:v>16401.353282043317</c:v>
                </c:pt>
                <c:pt idx="99">
                  <c:v>20162.346285589239</c:v>
                </c:pt>
                <c:pt idx="100">
                  <c:v>20515.619631616981</c:v>
                </c:pt>
                <c:pt idx="101">
                  <c:v>16364.632110330273</c:v>
                </c:pt>
                <c:pt idx="102">
                  <c:v>9082.8589648711877</c:v>
                </c:pt>
                <c:pt idx="103">
                  <c:v>2884.0251808422531</c:v>
                </c:pt>
                <c:pt idx="104">
                  <c:v>665.90499087893033</c:v>
                </c:pt>
                <c:pt idx="105">
                  <c:v>192.28158879492639</c:v>
                </c:pt>
                <c:pt idx="106">
                  <c:v>50.722211903099435</c:v>
                </c:pt>
                <c:pt idx="107">
                  <c:v>26.199046101421064</c:v>
                </c:pt>
                <c:pt idx="108">
                  <c:v>18.40322937810252</c:v>
                </c:pt>
                <c:pt idx="109">
                  <c:v>14.251318851725063</c:v>
                </c:pt>
                <c:pt idx="110">
                  <c:v>11.314474800020076</c:v>
                </c:pt>
                <c:pt idx="111">
                  <c:v>9.3752196237392464</c:v>
                </c:pt>
                <c:pt idx="112">
                  <c:v>7.8021410768196864</c:v>
                </c:pt>
                <c:pt idx="113">
                  <c:v>6.6202069291363337</c:v>
                </c:pt>
                <c:pt idx="114">
                  <c:v>5.6183659647813187</c:v>
                </c:pt>
                <c:pt idx="115">
                  <c:v>4.9295127555090028</c:v>
                </c:pt>
                <c:pt idx="116">
                  <c:v>4.2879667576625939</c:v>
                </c:pt>
                <c:pt idx="117">
                  <c:v>3.7570057769773362</c:v>
                </c:pt>
                <c:pt idx="118">
                  <c:v>3.3103734230211881</c:v>
                </c:pt>
                <c:pt idx="119">
                  <c:v>2.9414672184030533</c:v>
                </c:pt>
                <c:pt idx="120">
                  <c:v>2.6424514891245701</c:v>
                </c:pt>
                <c:pt idx="121">
                  <c:v>2.3705244249909616</c:v>
                </c:pt>
                <c:pt idx="122">
                  <c:v>2.159842611563255</c:v>
                </c:pt>
                <c:pt idx="123">
                  <c:v>1.9710264640649797</c:v>
                </c:pt>
                <c:pt idx="124">
                  <c:v>1.7435863135765401</c:v>
                </c:pt>
                <c:pt idx="125">
                  <c:v>1.5439383201371755</c:v>
                </c:pt>
                <c:pt idx="126">
                  <c:v>1.3592385017231692</c:v>
                </c:pt>
                <c:pt idx="127">
                  <c:v>1.1776750299686498</c:v>
                </c:pt>
                <c:pt idx="128">
                  <c:v>1.0247481555151745</c:v>
                </c:pt>
                <c:pt idx="129">
                  <c:v>0.86186463161015781</c:v>
                </c:pt>
                <c:pt idx="130">
                  <c:v>0.75007673357807481</c:v>
                </c:pt>
                <c:pt idx="131">
                  <c:v>0.64311990514796946</c:v>
                </c:pt>
                <c:pt idx="132">
                  <c:v>0.5567560917242772</c:v>
                </c:pt>
                <c:pt idx="133">
                  <c:v>0.46764872023533938</c:v>
                </c:pt>
                <c:pt idx="134">
                  <c:v>0.3749537102733847</c:v>
                </c:pt>
                <c:pt idx="135">
                  <c:v>0.31691409289857037</c:v>
                </c:pt>
                <c:pt idx="136">
                  <c:v>0.2594001647504543</c:v>
                </c:pt>
                <c:pt idx="137">
                  <c:v>0.2187788665040673</c:v>
                </c:pt>
                <c:pt idx="138">
                  <c:v>0.20370279776387695</c:v>
                </c:pt>
                <c:pt idx="139">
                  <c:v>0.16949707082951471</c:v>
                </c:pt>
                <c:pt idx="140">
                  <c:v>0.14631161617226202</c:v>
                </c:pt>
                <c:pt idx="141">
                  <c:v>0.13134572613339066</c:v>
                </c:pt>
                <c:pt idx="142">
                  <c:v>0.12700412509398307</c:v>
                </c:pt>
                <c:pt idx="143">
                  <c:v>0.1176727523967757</c:v>
                </c:pt>
                <c:pt idx="144">
                  <c:v>0.10930886079662518</c:v>
                </c:pt>
                <c:pt idx="145">
                  <c:v>0.10086334792776835</c:v>
                </c:pt>
                <c:pt idx="146">
                  <c:v>0.10308499365027102</c:v>
                </c:pt>
                <c:pt idx="147">
                  <c:v>9.8966580168221296E-2</c:v>
                </c:pt>
                <c:pt idx="148">
                  <c:v>8.598135217748723E-2</c:v>
                </c:pt>
                <c:pt idx="149">
                  <c:v>9.0391129426356132E-2</c:v>
                </c:pt>
                <c:pt idx="150">
                  <c:v>8.8353107854157564E-2</c:v>
                </c:pt>
                <c:pt idx="151">
                  <c:v>8.5579938146442519E-2</c:v>
                </c:pt>
                <c:pt idx="152">
                  <c:v>7.4792418900184496E-2</c:v>
                </c:pt>
                <c:pt idx="153">
                  <c:v>8.0379241537677101E-2</c:v>
                </c:pt>
                <c:pt idx="154">
                  <c:v>6.750529280946771E-2</c:v>
                </c:pt>
                <c:pt idx="155">
                  <c:v>6.4323264871158747E-2</c:v>
                </c:pt>
                <c:pt idx="156">
                  <c:v>6.9423205409409397E-2</c:v>
                </c:pt>
                <c:pt idx="157">
                  <c:v>6.3160729582453473E-2</c:v>
                </c:pt>
                <c:pt idx="158">
                  <c:v>6.023061072845181E-2</c:v>
                </c:pt>
                <c:pt idx="159">
                  <c:v>5.4825423060377049E-2</c:v>
                </c:pt>
                <c:pt idx="160">
                  <c:v>5.8061891431487857E-2</c:v>
                </c:pt>
                <c:pt idx="161">
                  <c:v>5.7977380886166406E-2</c:v>
                </c:pt>
                <c:pt idx="162">
                  <c:v>5.8395862154093973E-2</c:v>
                </c:pt>
                <c:pt idx="163">
                  <c:v>5.3709492962629536E-2</c:v>
                </c:pt>
                <c:pt idx="164">
                  <c:v>5.5338154848191122E-2</c:v>
                </c:pt>
                <c:pt idx="165">
                  <c:v>4.8138237567235696E-2</c:v>
                </c:pt>
                <c:pt idx="166">
                  <c:v>5.3833093244564124E-2</c:v>
                </c:pt>
                <c:pt idx="167">
                  <c:v>4.6540772900273884E-2</c:v>
                </c:pt>
                <c:pt idx="168">
                  <c:v>4.5227177429524937E-2</c:v>
                </c:pt>
                <c:pt idx="169">
                  <c:v>4.9187470563458145E-2</c:v>
                </c:pt>
                <c:pt idx="170">
                  <c:v>4.4230947940247504E-2</c:v>
                </c:pt>
                <c:pt idx="171">
                  <c:v>3.9402611874634778E-2</c:v>
                </c:pt>
                <c:pt idx="172">
                  <c:v>4.4693234503745592E-2</c:v>
                </c:pt>
                <c:pt idx="173">
                  <c:v>4.102872794898195E-2</c:v>
                </c:pt>
                <c:pt idx="174">
                  <c:v>3.9881423729878192E-2</c:v>
                </c:pt>
                <c:pt idx="175">
                  <c:v>3.7095138635163109E-2</c:v>
                </c:pt>
                <c:pt idx="176">
                  <c:v>4.2382447917800929E-2</c:v>
                </c:pt>
                <c:pt idx="177">
                  <c:v>3.696181073446668E-2</c:v>
                </c:pt>
                <c:pt idx="178">
                  <c:v>4.019833211545102E-2</c:v>
                </c:pt>
                <c:pt idx="179">
                  <c:v>3.6965473748778122E-2</c:v>
                </c:pt>
                <c:pt idx="180">
                  <c:v>3.522501393993234E-2</c:v>
                </c:pt>
                <c:pt idx="181">
                  <c:v>3.4191719132490049E-2</c:v>
                </c:pt>
                <c:pt idx="182">
                  <c:v>3.43326295095377E-2</c:v>
                </c:pt>
                <c:pt idx="183">
                  <c:v>3.1548492299754052E-2</c:v>
                </c:pt>
                <c:pt idx="184">
                  <c:v>3.112284546780536E-2</c:v>
                </c:pt>
                <c:pt idx="185">
                  <c:v>3.1712071771230643E-2</c:v>
                </c:pt>
                <c:pt idx="186">
                  <c:v>3.2011276897383638E-2</c:v>
                </c:pt>
                <c:pt idx="187">
                  <c:v>2.9060677020428159E-2</c:v>
                </c:pt>
                <c:pt idx="188">
                  <c:v>3.1843974036389971E-2</c:v>
                </c:pt>
                <c:pt idx="189">
                  <c:v>3.0964936846424287E-2</c:v>
                </c:pt>
                <c:pt idx="190">
                  <c:v>2.6119913293627152E-2</c:v>
                </c:pt>
                <c:pt idx="191">
                  <c:v>2.465331278890601E-2</c:v>
                </c:pt>
                <c:pt idx="192">
                  <c:v>2.4219827965828025E-2</c:v>
                </c:pt>
                <c:pt idx="193">
                  <c:v>2.6568227810839971E-2</c:v>
                </c:pt>
                <c:pt idx="194">
                  <c:v>2.5825277558637907E-2</c:v>
                </c:pt>
                <c:pt idx="195">
                  <c:v>2.5825438990643237E-2</c:v>
                </c:pt>
                <c:pt idx="196">
                  <c:v>2.1867805271919848E-2</c:v>
                </c:pt>
                <c:pt idx="197">
                  <c:v>2.3632094380420059E-2</c:v>
                </c:pt>
                <c:pt idx="198">
                  <c:v>2.2917361961310143E-2</c:v>
                </c:pt>
                <c:pt idx="199">
                  <c:v>2.1598764021748634E-2</c:v>
                </c:pt>
                <c:pt idx="200">
                  <c:v>2.1312082629501804E-2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239-4823-87E0-DF99436798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2567663"/>
        <c:axId val="442568143"/>
        <c:extLst>
          <c:ext xmlns:c15="http://schemas.microsoft.com/office/drawing/2012/chart" uri="{02D57815-91ED-43cb-92C2-25804820EDAC}">
            <c15:filteredScatte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OMEGA!$G$1</c15:sqref>
                        </c15:formulaRef>
                      </c:ext>
                    </c:extLst>
                    <c:strCache>
                      <c:ptCount val="1"/>
                      <c:pt idx="0">
                        <c:v>Si_RoughTEOS_omega_2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OMEGA!$A$20:$A$220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34.763399999999997</c:v>
                      </c:pt>
                      <c:pt idx="1">
                        <c:v>34.764400000000002</c:v>
                      </c:pt>
                      <c:pt idx="2">
                        <c:v>34.7654</c:v>
                      </c:pt>
                      <c:pt idx="3">
                        <c:v>34.766399999999997</c:v>
                      </c:pt>
                      <c:pt idx="4">
                        <c:v>34.767400000000002</c:v>
                      </c:pt>
                      <c:pt idx="5">
                        <c:v>34.7684</c:v>
                      </c:pt>
                      <c:pt idx="6">
                        <c:v>34.769399999999997</c:v>
                      </c:pt>
                      <c:pt idx="7">
                        <c:v>34.770400000000002</c:v>
                      </c:pt>
                      <c:pt idx="8">
                        <c:v>34.7714</c:v>
                      </c:pt>
                      <c:pt idx="9">
                        <c:v>34.772399999999998</c:v>
                      </c:pt>
                      <c:pt idx="10">
                        <c:v>34.773400000000002</c:v>
                      </c:pt>
                      <c:pt idx="11">
                        <c:v>34.7744</c:v>
                      </c:pt>
                      <c:pt idx="12">
                        <c:v>34.775399999999998</c:v>
                      </c:pt>
                      <c:pt idx="13">
                        <c:v>34.776400000000002</c:v>
                      </c:pt>
                      <c:pt idx="14">
                        <c:v>34.7774</c:v>
                      </c:pt>
                      <c:pt idx="15">
                        <c:v>34.778399999999998</c:v>
                      </c:pt>
                      <c:pt idx="16">
                        <c:v>34.779400000000003</c:v>
                      </c:pt>
                      <c:pt idx="17">
                        <c:v>34.7804</c:v>
                      </c:pt>
                      <c:pt idx="18">
                        <c:v>34.781399999999998</c:v>
                      </c:pt>
                      <c:pt idx="19">
                        <c:v>34.782400000000003</c:v>
                      </c:pt>
                      <c:pt idx="20">
                        <c:v>34.7834</c:v>
                      </c:pt>
                      <c:pt idx="21">
                        <c:v>34.784399999999998</c:v>
                      </c:pt>
                      <c:pt idx="22">
                        <c:v>34.785400000000003</c:v>
                      </c:pt>
                      <c:pt idx="23">
                        <c:v>34.7864</c:v>
                      </c:pt>
                      <c:pt idx="24">
                        <c:v>34.787399999999998</c:v>
                      </c:pt>
                      <c:pt idx="25">
                        <c:v>34.788400000000003</c:v>
                      </c:pt>
                      <c:pt idx="26">
                        <c:v>34.789400000000001</c:v>
                      </c:pt>
                      <c:pt idx="27">
                        <c:v>34.790399999999998</c:v>
                      </c:pt>
                      <c:pt idx="28">
                        <c:v>34.791400000000003</c:v>
                      </c:pt>
                      <c:pt idx="29">
                        <c:v>34.792400000000001</c:v>
                      </c:pt>
                      <c:pt idx="30">
                        <c:v>34.793399999999998</c:v>
                      </c:pt>
                      <c:pt idx="31">
                        <c:v>34.794400000000003</c:v>
                      </c:pt>
                      <c:pt idx="32">
                        <c:v>34.795400000000001</c:v>
                      </c:pt>
                      <c:pt idx="33">
                        <c:v>34.796399999999998</c:v>
                      </c:pt>
                      <c:pt idx="34">
                        <c:v>34.797400000000003</c:v>
                      </c:pt>
                      <c:pt idx="35">
                        <c:v>34.798400000000001</c:v>
                      </c:pt>
                      <c:pt idx="36">
                        <c:v>34.799399999999999</c:v>
                      </c:pt>
                      <c:pt idx="37">
                        <c:v>34.800400000000003</c:v>
                      </c:pt>
                      <c:pt idx="38">
                        <c:v>34.801400000000001</c:v>
                      </c:pt>
                      <c:pt idx="39">
                        <c:v>34.802399999999999</c:v>
                      </c:pt>
                      <c:pt idx="40">
                        <c:v>34.803400000000003</c:v>
                      </c:pt>
                      <c:pt idx="41">
                        <c:v>34.804400000000001</c:v>
                      </c:pt>
                      <c:pt idx="42">
                        <c:v>34.805399999999999</c:v>
                      </c:pt>
                      <c:pt idx="43">
                        <c:v>34.806399999999996</c:v>
                      </c:pt>
                      <c:pt idx="44">
                        <c:v>34.807400000000001</c:v>
                      </c:pt>
                      <c:pt idx="45">
                        <c:v>34.808399999999999</c:v>
                      </c:pt>
                      <c:pt idx="46">
                        <c:v>34.809399999999997</c:v>
                      </c:pt>
                      <c:pt idx="47">
                        <c:v>34.810400000000001</c:v>
                      </c:pt>
                      <c:pt idx="48">
                        <c:v>34.811399999999999</c:v>
                      </c:pt>
                      <c:pt idx="49">
                        <c:v>34.812399999999997</c:v>
                      </c:pt>
                      <c:pt idx="50">
                        <c:v>34.813400000000001</c:v>
                      </c:pt>
                      <c:pt idx="51">
                        <c:v>34.814399999999999</c:v>
                      </c:pt>
                      <c:pt idx="52">
                        <c:v>34.815399999999997</c:v>
                      </c:pt>
                      <c:pt idx="53">
                        <c:v>34.816400000000002</c:v>
                      </c:pt>
                      <c:pt idx="54">
                        <c:v>34.817399999999999</c:v>
                      </c:pt>
                      <c:pt idx="55">
                        <c:v>34.818399999999997</c:v>
                      </c:pt>
                      <c:pt idx="56">
                        <c:v>34.819400000000002</c:v>
                      </c:pt>
                      <c:pt idx="57">
                        <c:v>34.820399999999999</c:v>
                      </c:pt>
                      <c:pt idx="58">
                        <c:v>34.821399999999997</c:v>
                      </c:pt>
                      <c:pt idx="59">
                        <c:v>34.822400000000002</c:v>
                      </c:pt>
                      <c:pt idx="60">
                        <c:v>34.823399999999999</c:v>
                      </c:pt>
                      <c:pt idx="61">
                        <c:v>34.824399999999997</c:v>
                      </c:pt>
                      <c:pt idx="62">
                        <c:v>34.825400000000002</c:v>
                      </c:pt>
                      <c:pt idx="63">
                        <c:v>34.8264</c:v>
                      </c:pt>
                      <c:pt idx="64">
                        <c:v>34.827399999999997</c:v>
                      </c:pt>
                      <c:pt idx="65">
                        <c:v>34.828400000000002</c:v>
                      </c:pt>
                      <c:pt idx="66">
                        <c:v>34.8294</c:v>
                      </c:pt>
                      <c:pt idx="67">
                        <c:v>34.830399999999997</c:v>
                      </c:pt>
                      <c:pt idx="68">
                        <c:v>34.831400000000002</c:v>
                      </c:pt>
                      <c:pt idx="69">
                        <c:v>34.8324</c:v>
                      </c:pt>
                      <c:pt idx="70">
                        <c:v>34.833399999999997</c:v>
                      </c:pt>
                      <c:pt idx="71">
                        <c:v>34.834400000000002</c:v>
                      </c:pt>
                      <c:pt idx="72">
                        <c:v>34.8354</c:v>
                      </c:pt>
                      <c:pt idx="73">
                        <c:v>34.836399999999998</c:v>
                      </c:pt>
                      <c:pt idx="74">
                        <c:v>34.837400000000002</c:v>
                      </c:pt>
                      <c:pt idx="75">
                        <c:v>34.8384</c:v>
                      </c:pt>
                      <c:pt idx="76">
                        <c:v>34.839399999999998</c:v>
                      </c:pt>
                      <c:pt idx="77">
                        <c:v>34.840400000000002</c:v>
                      </c:pt>
                      <c:pt idx="78">
                        <c:v>34.8414</c:v>
                      </c:pt>
                      <c:pt idx="79">
                        <c:v>34.842399999999998</c:v>
                      </c:pt>
                      <c:pt idx="80">
                        <c:v>34.843400000000003</c:v>
                      </c:pt>
                      <c:pt idx="81">
                        <c:v>34.8444</c:v>
                      </c:pt>
                      <c:pt idx="82">
                        <c:v>34.845399999999998</c:v>
                      </c:pt>
                      <c:pt idx="83">
                        <c:v>34.846400000000003</c:v>
                      </c:pt>
                      <c:pt idx="84">
                        <c:v>34.8474</c:v>
                      </c:pt>
                      <c:pt idx="85">
                        <c:v>34.848399999999998</c:v>
                      </c:pt>
                      <c:pt idx="86">
                        <c:v>34.849400000000003</c:v>
                      </c:pt>
                      <c:pt idx="87">
                        <c:v>34.8504</c:v>
                      </c:pt>
                      <c:pt idx="88">
                        <c:v>34.851399999999998</c:v>
                      </c:pt>
                      <c:pt idx="89">
                        <c:v>34.852400000000003</c:v>
                      </c:pt>
                      <c:pt idx="90">
                        <c:v>34.853400000000001</c:v>
                      </c:pt>
                      <c:pt idx="91">
                        <c:v>34.854399999999998</c:v>
                      </c:pt>
                      <c:pt idx="92">
                        <c:v>34.855400000000003</c:v>
                      </c:pt>
                      <c:pt idx="93">
                        <c:v>34.856400000000001</c:v>
                      </c:pt>
                      <c:pt idx="94">
                        <c:v>34.857399999999998</c:v>
                      </c:pt>
                      <c:pt idx="95">
                        <c:v>34.858400000000003</c:v>
                      </c:pt>
                      <c:pt idx="96">
                        <c:v>34.859400000000001</c:v>
                      </c:pt>
                      <c:pt idx="97">
                        <c:v>34.860399999999998</c:v>
                      </c:pt>
                      <c:pt idx="98">
                        <c:v>34.861400000000003</c:v>
                      </c:pt>
                      <c:pt idx="99">
                        <c:v>34.862400000000001</c:v>
                      </c:pt>
                      <c:pt idx="100">
                        <c:v>34.863399999999999</c:v>
                      </c:pt>
                      <c:pt idx="101">
                        <c:v>34.864400000000003</c:v>
                      </c:pt>
                      <c:pt idx="102">
                        <c:v>34.865400000000001</c:v>
                      </c:pt>
                      <c:pt idx="103">
                        <c:v>34.866399999999999</c:v>
                      </c:pt>
                      <c:pt idx="104">
                        <c:v>34.867400000000004</c:v>
                      </c:pt>
                      <c:pt idx="105">
                        <c:v>34.868400000000001</c:v>
                      </c:pt>
                      <c:pt idx="106">
                        <c:v>34.869399999999999</c:v>
                      </c:pt>
                      <c:pt idx="107">
                        <c:v>34.870399999999997</c:v>
                      </c:pt>
                      <c:pt idx="108">
                        <c:v>34.871400000000001</c:v>
                      </c:pt>
                      <c:pt idx="109">
                        <c:v>34.872399999999999</c:v>
                      </c:pt>
                      <c:pt idx="110">
                        <c:v>34.873399999999997</c:v>
                      </c:pt>
                      <c:pt idx="111">
                        <c:v>34.874400000000001</c:v>
                      </c:pt>
                      <c:pt idx="112">
                        <c:v>34.875399999999999</c:v>
                      </c:pt>
                      <c:pt idx="113">
                        <c:v>34.876399999999997</c:v>
                      </c:pt>
                      <c:pt idx="114">
                        <c:v>34.877400000000002</c:v>
                      </c:pt>
                      <c:pt idx="115">
                        <c:v>34.878399999999999</c:v>
                      </c:pt>
                      <c:pt idx="116">
                        <c:v>34.879399999999997</c:v>
                      </c:pt>
                      <c:pt idx="117">
                        <c:v>34.880400000000002</c:v>
                      </c:pt>
                      <c:pt idx="118">
                        <c:v>34.881399999999999</c:v>
                      </c:pt>
                      <c:pt idx="119">
                        <c:v>34.882399999999997</c:v>
                      </c:pt>
                      <c:pt idx="120">
                        <c:v>34.883400000000002</c:v>
                      </c:pt>
                      <c:pt idx="121">
                        <c:v>34.884399999999999</c:v>
                      </c:pt>
                      <c:pt idx="122">
                        <c:v>34.885399999999997</c:v>
                      </c:pt>
                      <c:pt idx="123">
                        <c:v>34.886400000000002</c:v>
                      </c:pt>
                      <c:pt idx="124">
                        <c:v>34.8874</c:v>
                      </c:pt>
                      <c:pt idx="125">
                        <c:v>34.888399999999997</c:v>
                      </c:pt>
                      <c:pt idx="126">
                        <c:v>34.889400000000002</c:v>
                      </c:pt>
                      <c:pt idx="127">
                        <c:v>34.8904</c:v>
                      </c:pt>
                      <c:pt idx="128">
                        <c:v>34.891399999999997</c:v>
                      </c:pt>
                      <c:pt idx="129">
                        <c:v>34.892400000000002</c:v>
                      </c:pt>
                      <c:pt idx="130">
                        <c:v>34.8934</c:v>
                      </c:pt>
                      <c:pt idx="131">
                        <c:v>34.894399999999997</c:v>
                      </c:pt>
                      <c:pt idx="132">
                        <c:v>34.895400000000002</c:v>
                      </c:pt>
                      <c:pt idx="133">
                        <c:v>34.8964</c:v>
                      </c:pt>
                      <c:pt idx="134">
                        <c:v>34.897399999999998</c:v>
                      </c:pt>
                      <c:pt idx="135">
                        <c:v>34.898400000000002</c:v>
                      </c:pt>
                      <c:pt idx="136">
                        <c:v>34.8994</c:v>
                      </c:pt>
                      <c:pt idx="137">
                        <c:v>34.900399999999998</c:v>
                      </c:pt>
                      <c:pt idx="138">
                        <c:v>34.901400000000002</c:v>
                      </c:pt>
                      <c:pt idx="139">
                        <c:v>34.9024</c:v>
                      </c:pt>
                      <c:pt idx="140">
                        <c:v>34.903399999999998</c:v>
                      </c:pt>
                      <c:pt idx="141">
                        <c:v>34.904400000000003</c:v>
                      </c:pt>
                      <c:pt idx="142">
                        <c:v>34.9054</c:v>
                      </c:pt>
                      <c:pt idx="143">
                        <c:v>34.906399999999998</c:v>
                      </c:pt>
                      <c:pt idx="144">
                        <c:v>34.907400000000003</c:v>
                      </c:pt>
                      <c:pt idx="145">
                        <c:v>34.9084</c:v>
                      </c:pt>
                      <c:pt idx="146">
                        <c:v>34.909399999999998</c:v>
                      </c:pt>
                      <c:pt idx="147">
                        <c:v>34.910400000000003</c:v>
                      </c:pt>
                      <c:pt idx="148">
                        <c:v>34.9114</c:v>
                      </c:pt>
                      <c:pt idx="149">
                        <c:v>34.912399999999998</c:v>
                      </c:pt>
                      <c:pt idx="150">
                        <c:v>34.913400000000003</c:v>
                      </c:pt>
                      <c:pt idx="151">
                        <c:v>34.914400000000001</c:v>
                      </c:pt>
                      <c:pt idx="152">
                        <c:v>34.915399999999998</c:v>
                      </c:pt>
                      <c:pt idx="153">
                        <c:v>34.916400000000003</c:v>
                      </c:pt>
                      <c:pt idx="154">
                        <c:v>34.917400000000001</c:v>
                      </c:pt>
                      <c:pt idx="155">
                        <c:v>34.918399999999998</c:v>
                      </c:pt>
                      <c:pt idx="156">
                        <c:v>34.919400000000003</c:v>
                      </c:pt>
                      <c:pt idx="157">
                        <c:v>34.920400000000001</c:v>
                      </c:pt>
                      <c:pt idx="158">
                        <c:v>34.921399999999998</c:v>
                      </c:pt>
                      <c:pt idx="159">
                        <c:v>34.922400000000003</c:v>
                      </c:pt>
                      <c:pt idx="160">
                        <c:v>34.923400000000001</c:v>
                      </c:pt>
                      <c:pt idx="161">
                        <c:v>34.924399999999999</c:v>
                      </c:pt>
                      <c:pt idx="162">
                        <c:v>34.925400000000003</c:v>
                      </c:pt>
                      <c:pt idx="163">
                        <c:v>34.926400000000001</c:v>
                      </c:pt>
                      <c:pt idx="164">
                        <c:v>34.927399999999999</c:v>
                      </c:pt>
                      <c:pt idx="165">
                        <c:v>34.928400000000003</c:v>
                      </c:pt>
                      <c:pt idx="166">
                        <c:v>34.929400000000001</c:v>
                      </c:pt>
                      <c:pt idx="167">
                        <c:v>34.930399999999999</c:v>
                      </c:pt>
                      <c:pt idx="168">
                        <c:v>34.931399999999996</c:v>
                      </c:pt>
                      <c:pt idx="169">
                        <c:v>34.932400000000001</c:v>
                      </c:pt>
                      <c:pt idx="170">
                        <c:v>34.933399999999999</c:v>
                      </c:pt>
                      <c:pt idx="171">
                        <c:v>34.934399999999997</c:v>
                      </c:pt>
                      <c:pt idx="172">
                        <c:v>34.935400000000001</c:v>
                      </c:pt>
                      <c:pt idx="173">
                        <c:v>34.936399999999999</c:v>
                      </c:pt>
                      <c:pt idx="174">
                        <c:v>34.937399999999997</c:v>
                      </c:pt>
                      <c:pt idx="175">
                        <c:v>34.938400000000001</c:v>
                      </c:pt>
                      <c:pt idx="176">
                        <c:v>34.939399999999999</c:v>
                      </c:pt>
                      <c:pt idx="177">
                        <c:v>34.940399999999997</c:v>
                      </c:pt>
                      <c:pt idx="178">
                        <c:v>34.941400000000002</c:v>
                      </c:pt>
                      <c:pt idx="179">
                        <c:v>34.942399999999999</c:v>
                      </c:pt>
                      <c:pt idx="180">
                        <c:v>34.943399999999997</c:v>
                      </c:pt>
                      <c:pt idx="181">
                        <c:v>34.944400000000002</c:v>
                      </c:pt>
                      <c:pt idx="182">
                        <c:v>34.945399999999999</c:v>
                      </c:pt>
                      <c:pt idx="183">
                        <c:v>34.946399999999997</c:v>
                      </c:pt>
                      <c:pt idx="184">
                        <c:v>34.947400000000002</c:v>
                      </c:pt>
                      <c:pt idx="185">
                        <c:v>34.948399999999999</c:v>
                      </c:pt>
                      <c:pt idx="186">
                        <c:v>34.949399999999997</c:v>
                      </c:pt>
                      <c:pt idx="187">
                        <c:v>34.950400000000002</c:v>
                      </c:pt>
                      <c:pt idx="188">
                        <c:v>34.9514</c:v>
                      </c:pt>
                      <c:pt idx="189">
                        <c:v>34.952399999999997</c:v>
                      </c:pt>
                      <c:pt idx="190">
                        <c:v>34.953400000000002</c:v>
                      </c:pt>
                      <c:pt idx="191">
                        <c:v>34.9544</c:v>
                      </c:pt>
                      <c:pt idx="192">
                        <c:v>34.955399999999997</c:v>
                      </c:pt>
                      <c:pt idx="193">
                        <c:v>34.956400000000002</c:v>
                      </c:pt>
                      <c:pt idx="194">
                        <c:v>34.9574</c:v>
                      </c:pt>
                      <c:pt idx="195">
                        <c:v>34.958399999999997</c:v>
                      </c:pt>
                      <c:pt idx="196">
                        <c:v>34.959400000000002</c:v>
                      </c:pt>
                      <c:pt idx="197">
                        <c:v>34.9604</c:v>
                      </c:pt>
                      <c:pt idx="198">
                        <c:v>34.961399999999998</c:v>
                      </c:pt>
                      <c:pt idx="199">
                        <c:v>34.962400000000002</c:v>
                      </c:pt>
                      <c:pt idx="200">
                        <c:v>34.9634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OMEGA!$K$20:$K$220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2.7545381848502912</c:v>
                      </c:pt>
                      <c:pt idx="1">
                        <c:v>2.8128607858624473</c:v>
                      </c:pt>
                      <c:pt idx="2">
                        <c:v>2.9780773624242016</c:v>
                      </c:pt>
                      <c:pt idx="3">
                        <c:v>3.0649709279906037</c:v>
                      </c:pt>
                      <c:pt idx="4">
                        <c:v>3.2303323076173669</c:v>
                      </c:pt>
                      <c:pt idx="5">
                        <c:v>3.3336427708438081</c:v>
                      </c:pt>
                      <c:pt idx="6">
                        <c:v>3.523030607896676</c:v>
                      </c:pt>
                      <c:pt idx="7">
                        <c:v>3.6536649776582921</c:v>
                      </c:pt>
                      <c:pt idx="8">
                        <c:v>3.8505526471415332</c:v>
                      </c:pt>
                      <c:pt idx="9">
                        <c:v>3.9438076226920034</c:v>
                      </c:pt>
                      <c:pt idx="10">
                        <c:v>4.2030903456724218</c:v>
                      </c:pt>
                      <c:pt idx="11">
                        <c:v>4.3318472872198095</c:v>
                      </c:pt>
                      <c:pt idx="12">
                        <c:v>4.5971135298538508</c:v>
                      </c:pt>
                      <c:pt idx="13">
                        <c:v>4.8303272574485936</c:v>
                      </c:pt>
                      <c:pt idx="14">
                        <c:v>5.0029436343413467</c:v>
                      </c:pt>
                      <c:pt idx="15">
                        <c:v>5.2979531129175603</c:v>
                      </c:pt>
                      <c:pt idx="16">
                        <c:v>5.4871163470822495</c:v>
                      </c:pt>
                      <c:pt idx="17">
                        <c:v>5.7868151329474911</c:v>
                      </c:pt>
                      <c:pt idx="18">
                        <c:v>6.0980413901163324</c:v>
                      </c:pt>
                      <c:pt idx="19">
                        <c:v>6.4043656392840349</c:v>
                      </c:pt>
                      <c:pt idx="20">
                        <c:v>6.7304419338972812</c:v>
                      </c:pt>
                      <c:pt idx="21">
                        <c:v>7.0624617051536767</c:v>
                      </c:pt>
                      <c:pt idx="22">
                        <c:v>7.4717550260849066</c:v>
                      </c:pt>
                      <c:pt idx="23">
                        <c:v>7.8798254941418451</c:v>
                      </c:pt>
                      <c:pt idx="24">
                        <c:v>8.2540018316964545</c:v>
                      </c:pt>
                      <c:pt idx="25">
                        <c:v>8.6155619177186527</c:v>
                      </c:pt>
                      <c:pt idx="26">
                        <c:v>9.1449186956635593</c:v>
                      </c:pt>
                      <c:pt idx="27">
                        <c:v>9.7025424088417989</c:v>
                      </c:pt>
                      <c:pt idx="28">
                        <c:v>10.101795049717156</c:v>
                      </c:pt>
                      <c:pt idx="29">
                        <c:v>10.812411525256339</c:v>
                      </c:pt>
                      <c:pt idx="30">
                        <c:v>11.414574446612294</c:v>
                      </c:pt>
                      <c:pt idx="31">
                        <c:v>12.095135730052549</c:v>
                      </c:pt>
                      <c:pt idx="32">
                        <c:v>12.723703625860679</c:v>
                      </c:pt>
                      <c:pt idx="33">
                        <c:v>13.550596729532858</c:v>
                      </c:pt>
                      <c:pt idx="34">
                        <c:v>14.417127895394071</c:v>
                      </c:pt>
                      <c:pt idx="35">
                        <c:v>15.223356675269002</c:v>
                      </c:pt>
                      <c:pt idx="36">
                        <c:v>16.078473660714042</c:v>
                      </c:pt>
                      <c:pt idx="37">
                        <c:v>17.090905553644575</c:v>
                      </c:pt>
                      <c:pt idx="38">
                        <c:v>18.191865768703604</c:v>
                      </c:pt>
                      <c:pt idx="39">
                        <c:v>19.399527468362407</c:v>
                      </c:pt>
                      <c:pt idx="40">
                        <c:v>20.598633613405383</c:v>
                      </c:pt>
                      <c:pt idx="41">
                        <c:v>22.196093695551525</c:v>
                      </c:pt>
                      <c:pt idx="42">
                        <c:v>23.554071822713116</c:v>
                      </c:pt>
                      <c:pt idx="43">
                        <c:v>25.128022422926147</c:v>
                      </c:pt>
                      <c:pt idx="44">
                        <c:v>26.786619096446753</c:v>
                      </c:pt>
                      <c:pt idx="45">
                        <c:v>28.921889560477386</c:v>
                      </c:pt>
                      <c:pt idx="46">
                        <c:v>30.904986885981007</c:v>
                      </c:pt>
                      <c:pt idx="47">
                        <c:v>32.908564776934384</c:v>
                      </c:pt>
                      <c:pt idx="48">
                        <c:v>35.369472949632168</c:v>
                      </c:pt>
                      <c:pt idx="49">
                        <c:v>37.885257790558647</c:v>
                      </c:pt>
                      <c:pt idx="50">
                        <c:v>40.597227304082338</c:v>
                      </c:pt>
                      <c:pt idx="51">
                        <c:v>43.452404997986022</c:v>
                      </c:pt>
                      <c:pt idx="52">
                        <c:v>46.911539527811577</c:v>
                      </c:pt>
                      <c:pt idx="53">
                        <c:v>50.132750478442226</c:v>
                      </c:pt>
                      <c:pt idx="54">
                        <c:v>53.914696245077714</c:v>
                      </c:pt>
                      <c:pt idx="55">
                        <c:v>57.918365829170646</c:v>
                      </c:pt>
                      <c:pt idx="56">
                        <c:v>62.309429242555844</c:v>
                      </c:pt>
                      <c:pt idx="57">
                        <c:v>67.464201435727148</c:v>
                      </c:pt>
                      <c:pt idx="58">
                        <c:v>72.962554826903215</c:v>
                      </c:pt>
                      <c:pt idx="59">
                        <c:v>79.091720471835032</c:v>
                      </c:pt>
                      <c:pt idx="60">
                        <c:v>85.939438190189335</c:v>
                      </c:pt>
                      <c:pt idx="61">
                        <c:v>93.577549893318306</c:v>
                      </c:pt>
                      <c:pt idx="62">
                        <c:v>101.33638921975016</c:v>
                      </c:pt>
                      <c:pt idx="63">
                        <c:v>111.00647727473913</c:v>
                      </c:pt>
                      <c:pt idx="64">
                        <c:v>121.06808150465305</c:v>
                      </c:pt>
                      <c:pt idx="65">
                        <c:v>132.46686684166676</c:v>
                      </c:pt>
                      <c:pt idx="66">
                        <c:v>144.83607208755188</c:v>
                      </c:pt>
                      <c:pt idx="67">
                        <c:v>159.28486183057962</c:v>
                      </c:pt>
                      <c:pt idx="68">
                        <c:v>174.32392247106793</c:v>
                      </c:pt>
                      <c:pt idx="69">
                        <c:v>191.54606787130399</c:v>
                      </c:pt>
                      <c:pt idx="70">
                        <c:v>211.0077715576256</c:v>
                      </c:pt>
                      <c:pt idx="71">
                        <c:v>233.0030618411962</c:v>
                      </c:pt>
                      <c:pt idx="72">
                        <c:v>257.77257136141009</c:v>
                      </c:pt>
                      <c:pt idx="73">
                        <c:v>287.14640102974499</c:v>
                      </c:pt>
                      <c:pt idx="74">
                        <c:v>319.82066305926122</c:v>
                      </c:pt>
                      <c:pt idx="75">
                        <c:v>358.38871084049453</c:v>
                      </c:pt>
                      <c:pt idx="76">
                        <c:v>403.27447315282853</c:v>
                      </c:pt>
                      <c:pt idx="77">
                        <c:v>456.71746068501602</c:v>
                      </c:pt>
                      <c:pt idx="78">
                        <c:v>519.11122689805939</c:v>
                      </c:pt>
                      <c:pt idx="79">
                        <c:v>619.01345118724294</c:v>
                      </c:pt>
                      <c:pt idx="80">
                        <c:v>700.41593410981011</c:v>
                      </c:pt>
                      <c:pt idx="81">
                        <c:v>813.05027332382269</c:v>
                      </c:pt>
                      <c:pt idx="82">
                        <c:v>942.86436137603766</c:v>
                      </c:pt>
                      <c:pt idx="83">
                        <c:v>1124.8541388437579</c:v>
                      </c:pt>
                      <c:pt idx="84">
                        <c:v>1343.5417305243168</c:v>
                      </c:pt>
                      <c:pt idx="85">
                        <c:v>1671.8998694156762</c:v>
                      </c:pt>
                      <c:pt idx="86">
                        <c:v>2093.0803219921504</c:v>
                      </c:pt>
                      <c:pt idx="87">
                        <c:v>2636.9716986741796</c:v>
                      </c:pt>
                      <c:pt idx="88">
                        <c:v>3285.4172883884844</c:v>
                      </c:pt>
                      <c:pt idx="89">
                        <c:v>4057.1525923601994</c:v>
                      </c:pt>
                      <c:pt idx="90">
                        <c:v>4867.1887702399008</c:v>
                      </c:pt>
                      <c:pt idx="91">
                        <c:v>5677.2272951780515</c:v>
                      </c:pt>
                      <c:pt idx="92">
                        <c:v>6477.205636580592</c:v>
                      </c:pt>
                      <c:pt idx="93">
                        <c:v>7227.7253989949404</c:v>
                      </c:pt>
                      <c:pt idx="94">
                        <c:v>7982.9768591373486</c:v>
                      </c:pt>
                      <c:pt idx="95">
                        <c:v>8698.8604460729875</c:v>
                      </c:pt>
                      <c:pt idx="96">
                        <c:v>9398.7035911550156</c:v>
                      </c:pt>
                      <c:pt idx="97">
                        <c:v>10013.12436964128</c:v>
                      </c:pt>
                      <c:pt idx="98">
                        <c:v>10453.972991970066</c:v>
                      </c:pt>
                      <c:pt idx="99">
                        <c:v>10597.792496793154</c:v>
                      </c:pt>
                      <c:pt idx="100">
                        <c:v>10522.185612214087</c:v>
                      </c:pt>
                      <c:pt idx="101">
                        <c:v>10199.05304709568</c:v>
                      </c:pt>
                      <c:pt idx="102">
                        <c:v>9697.4725646781844</c:v>
                      </c:pt>
                      <c:pt idx="103">
                        <c:v>9019.5235239378344</c:v>
                      </c:pt>
                      <c:pt idx="104">
                        <c:v>8228.284367881146</c:v>
                      </c:pt>
                      <c:pt idx="105">
                        <c:v>7246.8538253972856</c:v>
                      </c:pt>
                      <c:pt idx="106">
                        <c:v>6185.3569138648145</c:v>
                      </c:pt>
                      <c:pt idx="107">
                        <c:v>5127.772108675842</c:v>
                      </c:pt>
                      <c:pt idx="108">
                        <c:v>4169.8557586003481</c:v>
                      </c:pt>
                      <c:pt idx="109">
                        <c:v>3364.2116256915879</c:v>
                      </c:pt>
                      <c:pt idx="110">
                        <c:v>2713.1460398976328</c:v>
                      </c:pt>
                      <c:pt idx="111">
                        <c:v>2213.0932344374769</c:v>
                      </c:pt>
                      <c:pt idx="112">
                        <c:v>1805.0644331621463</c:v>
                      </c:pt>
                      <c:pt idx="113">
                        <c:v>1512.5093418347783</c:v>
                      </c:pt>
                      <c:pt idx="114">
                        <c:v>1255.3696514359265</c:v>
                      </c:pt>
                      <c:pt idx="115">
                        <c:v>1060.7015148790283</c:v>
                      </c:pt>
                      <c:pt idx="116">
                        <c:v>899.4902405734955</c:v>
                      </c:pt>
                      <c:pt idx="117">
                        <c:v>770.59026101780978</c:v>
                      </c:pt>
                      <c:pt idx="118">
                        <c:v>664.62164293857938</c:v>
                      </c:pt>
                      <c:pt idx="119">
                        <c:v>579.66282146885317</c:v>
                      </c:pt>
                      <c:pt idx="120">
                        <c:v>512.95270822002749</c:v>
                      </c:pt>
                      <c:pt idx="121">
                        <c:v>455.69823345196318</c:v>
                      </c:pt>
                      <c:pt idx="122">
                        <c:v>398.75387444792136</c:v>
                      </c:pt>
                      <c:pt idx="123">
                        <c:v>355.91012298061759</c:v>
                      </c:pt>
                      <c:pt idx="124">
                        <c:v>317.93263663704221</c:v>
                      </c:pt>
                      <c:pt idx="125">
                        <c:v>285.92148210680489</c:v>
                      </c:pt>
                      <c:pt idx="126">
                        <c:v>255.28714566694788</c:v>
                      </c:pt>
                      <c:pt idx="127">
                        <c:v>223.8232538612331</c:v>
                      </c:pt>
                      <c:pt idx="128">
                        <c:v>202.50358481922299</c:v>
                      </c:pt>
                      <c:pt idx="129">
                        <c:v>183.84515005502467</c:v>
                      </c:pt>
                      <c:pt idx="130">
                        <c:v>167.29746644471609</c:v>
                      </c:pt>
                      <c:pt idx="131">
                        <c:v>153.0218285755976</c:v>
                      </c:pt>
                      <c:pt idx="132">
                        <c:v>140.06450383416671</c:v>
                      </c:pt>
                      <c:pt idx="133">
                        <c:v>128.91876340445691</c:v>
                      </c:pt>
                      <c:pt idx="134">
                        <c:v>118.54725757124874</c:v>
                      </c:pt>
                      <c:pt idx="135">
                        <c:v>109.14827628708053</c:v>
                      </c:pt>
                      <c:pt idx="136">
                        <c:v>100.88640395748698</c:v>
                      </c:pt>
                      <c:pt idx="137">
                        <c:v>92.119669175340121</c:v>
                      </c:pt>
                      <c:pt idx="138">
                        <c:v>84.596370570769366</c:v>
                      </c:pt>
                      <c:pt idx="139">
                        <c:v>77.634709902268952</c:v>
                      </c:pt>
                      <c:pt idx="140">
                        <c:v>70.932751240874225</c:v>
                      </c:pt>
                      <c:pt idx="141">
                        <c:v>65.52799510669</c:v>
                      </c:pt>
                      <c:pt idx="142">
                        <c:v>60.244021481714825</c:v>
                      </c:pt>
                      <c:pt idx="143">
                        <c:v>56.005327419770403</c:v>
                      </c:pt>
                      <c:pt idx="144">
                        <c:v>51.58972514273637</c:v>
                      </c:pt>
                      <c:pt idx="145">
                        <c:v>48.220331813695537</c:v>
                      </c:pt>
                      <c:pt idx="146">
                        <c:v>44.806630924870213</c:v>
                      </c:pt>
                      <c:pt idx="147">
                        <c:v>41.754012410855331</c:v>
                      </c:pt>
                      <c:pt idx="148">
                        <c:v>38.692409641936244</c:v>
                      </c:pt>
                      <c:pt idx="149">
                        <c:v>36.14261083718538</c:v>
                      </c:pt>
                      <c:pt idx="150">
                        <c:v>33.624264266371597</c:v>
                      </c:pt>
                      <c:pt idx="151">
                        <c:v>31.201702358109927</c:v>
                      </c:pt>
                      <c:pt idx="152">
                        <c:v>28.998805103683519</c:v>
                      </c:pt>
                      <c:pt idx="153">
                        <c:v>27.07800695674301</c:v>
                      </c:pt>
                      <c:pt idx="154">
                        <c:v>25.349080042975256</c:v>
                      </c:pt>
                      <c:pt idx="155">
                        <c:v>23.673525083578546</c:v>
                      </c:pt>
                      <c:pt idx="156">
                        <c:v>22.132481270276937</c:v>
                      </c:pt>
                      <c:pt idx="157">
                        <c:v>20.598402395542767</c:v>
                      </c:pt>
                      <c:pt idx="158">
                        <c:v>19.343097187534561</c:v>
                      </c:pt>
                      <c:pt idx="159">
                        <c:v>17.972493976042134</c:v>
                      </c:pt>
                      <c:pt idx="160">
                        <c:v>17.072137021366686</c:v>
                      </c:pt>
                      <c:pt idx="161">
                        <c:v>15.962872102698229</c:v>
                      </c:pt>
                      <c:pt idx="162">
                        <c:v>14.852143187439058</c:v>
                      </c:pt>
                      <c:pt idx="163">
                        <c:v>14.088056422048998</c:v>
                      </c:pt>
                      <c:pt idx="164">
                        <c:v>13.18122372929073</c:v>
                      </c:pt>
                      <c:pt idx="165">
                        <c:v>12.440855468430559</c:v>
                      </c:pt>
                      <c:pt idx="166">
                        <c:v>11.652309170659821</c:v>
                      </c:pt>
                      <c:pt idx="167">
                        <c:v>11.084407243193967</c:v>
                      </c:pt>
                      <c:pt idx="168">
                        <c:v>10.643654437055888</c:v>
                      </c:pt>
                      <c:pt idx="169">
                        <c:v>9.949876229854695</c:v>
                      </c:pt>
                      <c:pt idx="170">
                        <c:v>9.4116557376917722</c:v>
                      </c:pt>
                      <c:pt idx="171">
                        <c:v>8.8648205537597313</c:v>
                      </c:pt>
                      <c:pt idx="172">
                        <c:v>8.3918252481759978</c:v>
                      </c:pt>
                      <c:pt idx="173">
                        <c:v>7.9269777595429831</c:v>
                      </c:pt>
                      <c:pt idx="174">
                        <c:v>7.4968764058678481</c:v>
                      </c:pt>
                      <c:pt idx="175">
                        <c:v>7.068097647138937</c:v>
                      </c:pt>
                      <c:pt idx="176">
                        <c:v>6.7014349570628831</c:v>
                      </c:pt>
                      <c:pt idx="177">
                        <c:v>6.3983266523703</c:v>
                      </c:pt>
                      <c:pt idx="178">
                        <c:v>6.1129702245050055</c:v>
                      </c:pt>
                      <c:pt idx="179">
                        <c:v>5.7432833961010878</c:v>
                      </c:pt>
                      <c:pt idx="180">
                        <c:v>5.4503743788520662</c:v>
                      </c:pt>
                      <c:pt idx="181">
                        <c:v>5.2382132745727192</c:v>
                      </c:pt>
                      <c:pt idx="182">
                        <c:v>5.0338320749923149</c:v>
                      </c:pt>
                      <c:pt idx="183">
                        <c:v>4.6815228127206847</c:v>
                      </c:pt>
                      <c:pt idx="184">
                        <c:v>4.4477555792490451</c:v>
                      </c:pt>
                      <c:pt idx="185">
                        <c:v>4.2544837599922225</c:v>
                      </c:pt>
                      <c:pt idx="186">
                        <c:v>4.0745578080931706</c:v>
                      </c:pt>
                      <c:pt idx="187">
                        <c:v>3.8562366277334905</c:v>
                      </c:pt>
                      <c:pt idx="188">
                        <c:v>3.7388261536435698</c:v>
                      </c:pt>
                      <c:pt idx="189">
                        <c:v>3.5318400173393107</c:v>
                      </c:pt>
                      <c:pt idx="190">
                        <c:v>3.4138955791759198</c:v>
                      </c:pt>
                      <c:pt idx="191">
                        <c:v>3.19624055825392</c:v>
                      </c:pt>
                      <c:pt idx="192">
                        <c:v>3.045240907301034</c:v>
                      </c:pt>
                      <c:pt idx="193">
                        <c:v>2.9259521835408004</c:v>
                      </c:pt>
                      <c:pt idx="194">
                        <c:v>2.8309285257220855</c:v>
                      </c:pt>
                      <c:pt idx="195">
                        <c:v>2.6892624006266286</c:v>
                      </c:pt>
                      <c:pt idx="196">
                        <c:v>2.5739805215625702</c:v>
                      </c:pt>
                      <c:pt idx="197">
                        <c:v>2.4721866441881319</c:v>
                      </c:pt>
                      <c:pt idx="198">
                        <c:v>2.33393486768778</c:v>
                      </c:pt>
                      <c:pt idx="199">
                        <c:v>2.2371219009483361</c:v>
                      </c:pt>
                      <c:pt idx="200">
                        <c:v>2.204376938853716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C239-4823-87E0-DF994367987C}"/>
                  </c:ext>
                </c:extLst>
              </c15:ser>
            </c15:filteredScatterSeries>
            <c15:filteredScatte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OMEGA!$S$1</c15:sqref>
                        </c15:formulaRef>
                      </c:ext>
                    </c:extLst>
                    <c:strCache>
                      <c:ptCount val="1"/>
                      <c:pt idx="0">
                        <c:v>Si_TEOS_omega_2</c:v>
                      </c:pt>
                    </c:strCache>
                  </c:strRef>
                </c:tx>
                <c:spPr>
                  <a:ln w="19050" cap="rnd">
                    <a:solidFill>
                      <a:schemeClr val="accent6">
                        <a:lumMod val="7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OMEGA!$A$20:$A$220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34.763399999999997</c:v>
                      </c:pt>
                      <c:pt idx="1">
                        <c:v>34.764400000000002</c:v>
                      </c:pt>
                      <c:pt idx="2">
                        <c:v>34.7654</c:v>
                      </c:pt>
                      <c:pt idx="3">
                        <c:v>34.766399999999997</c:v>
                      </c:pt>
                      <c:pt idx="4">
                        <c:v>34.767400000000002</c:v>
                      </c:pt>
                      <c:pt idx="5">
                        <c:v>34.7684</c:v>
                      </c:pt>
                      <c:pt idx="6">
                        <c:v>34.769399999999997</c:v>
                      </c:pt>
                      <c:pt idx="7">
                        <c:v>34.770400000000002</c:v>
                      </c:pt>
                      <c:pt idx="8">
                        <c:v>34.7714</c:v>
                      </c:pt>
                      <c:pt idx="9">
                        <c:v>34.772399999999998</c:v>
                      </c:pt>
                      <c:pt idx="10">
                        <c:v>34.773400000000002</c:v>
                      </c:pt>
                      <c:pt idx="11">
                        <c:v>34.7744</c:v>
                      </c:pt>
                      <c:pt idx="12">
                        <c:v>34.775399999999998</c:v>
                      </c:pt>
                      <c:pt idx="13">
                        <c:v>34.776400000000002</c:v>
                      </c:pt>
                      <c:pt idx="14">
                        <c:v>34.7774</c:v>
                      </c:pt>
                      <c:pt idx="15">
                        <c:v>34.778399999999998</c:v>
                      </c:pt>
                      <c:pt idx="16">
                        <c:v>34.779400000000003</c:v>
                      </c:pt>
                      <c:pt idx="17">
                        <c:v>34.7804</c:v>
                      </c:pt>
                      <c:pt idx="18">
                        <c:v>34.781399999999998</c:v>
                      </c:pt>
                      <c:pt idx="19">
                        <c:v>34.782400000000003</c:v>
                      </c:pt>
                      <c:pt idx="20">
                        <c:v>34.7834</c:v>
                      </c:pt>
                      <c:pt idx="21">
                        <c:v>34.784399999999998</c:v>
                      </c:pt>
                      <c:pt idx="22">
                        <c:v>34.785400000000003</c:v>
                      </c:pt>
                      <c:pt idx="23">
                        <c:v>34.7864</c:v>
                      </c:pt>
                      <c:pt idx="24">
                        <c:v>34.787399999999998</c:v>
                      </c:pt>
                      <c:pt idx="25">
                        <c:v>34.788400000000003</c:v>
                      </c:pt>
                      <c:pt idx="26">
                        <c:v>34.789400000000001</c:v>
                      </c:pt>
                      <c:pt idx="27">
                        <c:v>34.790399999999998</c:v>
                      </c:pt>
                      <c:pt idx="28">
                        <c:v>34.791400000000003</c:v>
                      </c:pt>
                      <c:pt idx="29">
                        <c:v>34.792400000000001</c:v>
                      </c:pt>
                      <c:pt idx="30">
                        <c:v>34.793399999999998</c:v>
                      </c:pt>
                      <c:pt idx="31">
                        <c:v>34.794400000000003</c:v>
                      </c:pt>
                      <c:pt idx="32">
                        <c:v>34.795400000000001</c:v>
                      </c:pt>
                      <c:pt idx="33">
                        <c:v>34.796399999999998</c:v>
                      </c:pt>
                      <c:pt idx="34">
                        <c:v>34.797400000000003</c:v>
                      </c:pt>
                      <c:pt idx="35">
                        <c:v>34.798400000000001</c:v>
                      </c:pt>
                      <c:pt idx="36">
                        <c:v>34.799399999999999</c:v>
                      </c:pt>
                      <c:pt idx="37">
                        <c:v>34.800400000000003</c:v>
                      </c:pt>
                      <c:pt idx="38">
                        <c:v>34.801400000000001</c:v>
                      </c:pt>
                      <c:pt idx="39">
                        <c:v>34.802399999999999</c:v>
                      </c:pt>
                      <c:pt idx="40">
                        <c:v>34.803400000000003</c:v>
                      </c:pt>
                      <c:pt idx="41">
                        <c:v>34.804400000000001</c:v>
                      </c:pt>
                      <c:pt idx="42">
                        <c:v>34.805399999999999</c:v>
                      </c:pt>
                      <c:pt idx="43">
                        <c:v>34.806399999999996</c:v>
                      </c:pt>
                      <c:pt idx="44">
                        <c:v>34.807400000000001</c:v>
                      </c:pt>
                      <c:pt idx="45">
                        <c:v>34.808399999999999</c:v>
                      </c:pt>
                      <c:pt idx="46">
                        <c:v>34.809399999999997</c:v>
                      </c:pt>
                      <c:pt idx="47">
                        <c:v>34.810400000000001</c:v>
                      </c:pt>
                      <c:pt idx="48">
                        <c:v>34.811399999999999</c:v>
                      </c:pt>
                      <c:pt idx="49">
                        <c:v>34.812399999999997</c:v>
                      </c:pt>
                      <c:pt idx="50">
                        <c:v>34.813400000000001</c:v>
                      </c:pt>
                      <c:pt idx="51">
                        <c:v>34.814399999999999</c:v>
                      </c:pt>
                      <c:pt idx="52">
                        <c:v>34.815399999999997</c:v>
                      </c:pt>
                      <c:pt idx="53">
                        <c:v>34.816400000000002</c:v>
                      </c:pt>
                      <c:pt idx="54">
                        <c:v>34.817399999999999</c:v>
                      </c:pt>
                      <c:pt idx="55">
                        <c:v>34.818399999999997</c:v>
                      </c:pt>
                      <c:pt idx="56">
                        <c:v>34.819400000000002</c:v>
                      </c:pt>
                      <c:pt idx="57">
                        <c:v>34.820399999999999</c:v>
                      </c:pt>
                      <c:pt idx="58">
                        <c:v>34.821399999999997</c:v>
                      </c:pt>
                      <c:pt idx="59">
                        <c:v>34.822400000000002</c:v>
                      </c:pt>
                      <c:pt idx="60">
                        <c:v>34.823399999999999</c:v>
                      </c:pt>
                      <c:pt idx="61">
                        <c:v>34.824399999999997</c:v>
                      </c:pt>
                      <c:pt idx="62">
                        <c:v>34.825400000000002</c:v>
                      </c:pt>
                      <c:pt idx="63">
                        <c:v>34.8264</c:v>
                      </c:pt>
                      <c:pt idx="64">
                        <c:v>34.827399999999997</c:v>
                      </c:pt>
                      <c:pt idx="65">
                        <c:v>34.828400000000002</c:v>
                      </c:pt>
                      <c:pt idx="66">
                        <c:v>34.8294</c:v>
                      </c:pt>
                      <c:pt idx="67">
                        <c:v>34.830399999999997</c:v>
                      </c:pt>
                      <c:pt idx="68">
                        <c:v>34.831400000000002</c:v>
                      </c:pt>
                      <c:pt idx="69">
                        <c:v>34.8324</c:v>
                      </c:pt>
                      <c:pt idx="70">
                        <c:v>34.833399999999997</c:v>
                      </c:pt>
                      <c:pt idx="71">
                        <c:v>34.834400000000002</c:v>
                      </c:pt>
                      <c:pt idx="72">
                        <c:v>34.8354</c:v>
                      </c:pt>
                      <c:pt idx="73">
                        <c:v>34.836399999999998</c:v>
                      </c:pt>
                      <c:pt idx="74">
                        <c:v>34.837400000000002</c:v>
                      </c:pt>
                      <c:pt idx="75">
                        <c:v>34.8384</c:v>
                      </c:pt>
                      <c:pt idx="76">
                        <c:v>34.839399999999998</c:v>
                      </c:pt>
                      <c:pt idx="77">
                        <c:v>34.840400000000002</c:v>
                      </c:pt>
                      <c:pt idx="78">
                        <c:v>34.8414</c:v>
                      </c:pt>
                      <c:pt idx="79">
                        <c:v>34.842399999999998</c:v>
                      </c:pt>
                      <c:pt idx="80">
                        <c:v>34.843400000000003</c:v>
                      </c:pt>
                      <c:pt idx="81">
                        <c:v>34.8444</c:v>
                      </c:pt>
                      <c:pt idx="82">
                        <c:v>34.845399999999998</c:v>
                      </c:pt>
                      <c:pt idx="83">
                        <c:v>34.846400000000003</c:v>
                      </c:pt>
                      <c:pt idx="84">
                        <c:v>34.8474</c:v>
                      </c:pt>
                      <c:pt idx="85">
                        <c:v>34.848399999999998</c:v>
                      </c:pt>
                      <c:pt idx="86">
                        <c:v>34.849400000000003</c:v>
                      </c:pt>
                      <c:pt idx="87">
                        <c:v>34.8504</c:v>
                      </c:pt>
                      <c:pt idx="88">
                        <c:v>34.851399999999998</c:v>
                      </c:pt>
                      <c:pt idx="89">
                        <c:v>34.852400000000003</c:v>
                      </c:pt>
                      <c:pt idx="90">
                        <c:v>34.853400000000001</c:v>
                      </c:pt>
                      <c:pt idx="91">
                        <c:v>34.854399999999998</c:v>
                      </c:pt>
                      <c:pt idx="92">
                        <c:v>34.855400000000003</c:v>
                      </c:pt>
                      <c:pt idx="93">
                        <c:v>34.856400000000001</c:v>
                      </c:pt>
                      <c:pt idx="94">
                        <c:v>34.857399999999998</c:v>
                      </c:pt>
                      <c:pt idx="95">
                        <c:v>34.858400000000003</c:v>
                      </c:pt>
                      <c:pt idx="96">
                        <c:v>34.859400000000001</c:v>
                      </c:pt>
                      <c:pt idx="97">
                        <c:v>34.860399999999998</c:v>
                      </c:pt>
                      <c:pt idx="98">
                        <c:v>34.861400000000003</c:v>
                      </c:pt>
                      <c:pt idx="99">
                        <c:v>34.862400000000001</c:v>
                      </c:pt>
                      <c:pt idx="100">
                        <c:v>34.863399999999999</c:v>
                      </c:pt>
                      <c:pt idx="101">
                        <c:v>34.864400000000003</c:v>
                      </c:pt>
                      <c:pt idx="102">
                        <c:v>34.865400000000001</c:v>
                      </c:pt>
                      <c:pt idx="103">
                        <c:v>34.866399999999999</c:v>
                      </c:pt>
                      <c:pt idx="104">
                        <c:v>34.867400000000004</c:v>
                      </c:pt>
                      <c:pt idx="105">
                        <c:v>34.868400000000001</c:v>
                      </c:pt>
                      <c:pt idx="106">
                        <c:v>34.869399999999999</c:v>
                      </c:pt>
                      <c:pt idx="107">
                        <c:v>34.870399999999997</c:v>
                      </c:pt>
                      <c:pt idx="108">
                        <c:v>34.871400000000001</c:v>
                      </c:pt>
                      <c:pt idx="109">
                        <c:v>34.872399999999999</c:v>
                      </c:pt>
                      <c:pt idx="110">
                        <c:v>34.873399999999997</c:v>
                      </c:pt>
                      <c:pt idx="111">
                        <c:v>34.874400000000001</c:v>
                      </c:pt>
                      <c:pt idx="112">
                        <c:v>34.875399999999999</c:v>
                      </c:pt>
                      <c:pt idx="113">
                        <c:v>34.876399999999997</c:v>
                      </c:pt>
                      <c:pt idx="114">
                        <c:v>34.877400000000002</c:v>
                      </c:pt>
                      <c:pt idx="115">
                        <c:v>34.878399999999999</c:v>
                      </c:pt>
                      <c:pt idx="116">
                        <c:v>34.879399999999997</c:v>
                      </c:pt>
                      <c:pt idx="117">
                        <c:v>34.880400000000002</c:v>
                      </c:pt>
                      <c:pt idx="118">
                        <c:v>34.881399999999999</c:v>
                      </c:pt>
                      <c:pt idx="119">
                        <c:v>34.882399999999997</c:v>
                      </c:pt>
                      <c:pt idx="120">
                        <c:v>34.883400000000002</c:v>
                      </c:pt>
                      <c:pt idx="121">
                        <c:v>34.884399999999999</c:v>
                      </c:pt>
                      <c:pt idx="122">
                        <c:v>34.885399999999997</c:v>
                      </c:pt>
                      <c:pt idx="123">
                        <c:v>34.886400000000002</c:v>
                      </c:pt>
                      <c:pt idx="124">
                        <c:v>34.8874</c:v>
                      </c:pt>
                      <c:pt idx="125">
                        <c:v>34.888399999999997</c:v>
                      </c:pt>
                      <c:pt idx="126">
                        <c:v>34.889400000000002</c:v>
                      </c:pt>
                      <c:pt idx="127">
                        <c:v>34.8904</c:v>
                      </c:pt>
                      <c:pt idx="128">
                        <c:v>34.891399999999997</c:v>
                      </c:pt>
                      <c:pt idx="129">
                        <c:v>34.892400000000002</c:v>
                      </c:pt>
                      <c:pt idx="130">
                        <c:v>34.8934</c:v>
                      </c:pt>
                      <c:pt idx="131">
                        <c:v>34.894399999999997</c:v>
                      </c:pt>
                      <c:pt idx="132">
                        <c:v>34.895400000000002</c:v>
                      </c:pt>
                      <c:pt idx="133">
                        <c:v>34.8964</c:v>
                      </c:pt>
                      <c:pt idx="134">
                        <c:v>34.897399999999998</c:v>
                      </c:pt>
                      <c:pt idx="135">
                        <c:v>34.898400000000002</c:v>
                      </c:pt>
                      <c:pt idx="136">
                        <c:v>34.8994</c:v>
                      </c:pt>
                      <c:pt idx="137">
                        <c:v>34.900399999999998</c:v>
                      </c:pt>
                      <c:pt idx="138">
                        <c:v>34.901400000000002</c:v>
                      </c:pt>
                      <c:pt idx="139">
                        <c:v>34.9024</c:v>
                      </c:pt>
                      <c:pt idx="140">
                        <c:v>34.903399999999998</c:v>
                      </c:pt>
                      <c:pt idx="141">
                        <c:v>34.904400000000003</c:v>
                      </c:pt>
                      <c:pt idx="142">
                        <c:v>34.9054</c:v>
                      </c:pt>
                      <c:pt idx="143">
                        <c:v>34.906399999999998</c:v>
                      </c:pt>
                      <c:pt idx="144">
                        <c:v>34.907400000000003</c:v>
                      </c:pt>
                      <c:pt idx="145">
                        <c:v>34.9084</c:v>
                      </c:pt>
                      <c:pt idx="146">
                        <c:v>34.909399999999998</c:v>
                      </c:pt>
                      <c:pt idx="147">
                        <c:v>34.910400000000003</c:v>
                      </c:pt>
                      <c:pt idx="148">
                        <c:v>34.9114</c:v>
                      </c:pt>
                      <c:pt idx="149">
                        <c:v>34.912399999999998</c:v>
                      </c:pt>
                      <c:pt idx="150">
                        <c:v>34.913400000000003</c:v>
                      </c:pt>
                      <c:pt idx="151">
                        <c:v>34.914400000000001</c:v>
                      </c:pt>
                      <c:pt idx="152">
                        <c:v>34.915399999999998</c:v>
                      </c:pt>
                      <c:pt idx="153">
                        <c:v>34.916400000000003</c:v>
                      </c:pt>
                      <c:pt idx="154">
                        <c:v>34.917400000000001</c:v>
                      </c:pt>
                      <c:pt idx="155">
                        <c:v>34.918399999999998</c:v>
                      </c:pt>
                      <c:pt idx="156">
                        <c:v>34.919400000000003</c:v>
                      </c:pt>
                      <c:pt idx="157">
                        <c:v>34.920400000000001</c:v>
                      </c:pt>
                      <c:pt idx="158">
                        <c:v>34.921399999999998</c:v>
                      </c:pt>
                      <c:pt idx="159">
                        <c:v>34.922400000000003</c:v>
                      </c:pt>
                      <c:pt idx="160">
                        <c:v>34.923400000000001</c:v>
                      </c:pt>
                      <c:pt idx="161">
                        <c:v>34.924399999999999</c:v>
                      </c:pt>
                      <c:pt idx="162">
                        <c:v>34.925400000000003</c:v>
                      </c:pt>
                      <c:pt idx="163">
                        <c:v>34.926400000000001</c:v>
                      </c:pt>
                      <c:pt idx="164">
                        <c:v>34.927399999999999</c:v>
                      </c:pt>
                      <c:pt idx="165">
                        <c:v>34.928400000000003</c:v>
                      </c:pt>
                      <c:pt idx="166">
                        <c:v>34.929400000000001</c:v>
                      </c:pt>
                      <c:pt idx="167">
                        <c:v>34.930399999999999</c:v>
                      </c:pt>
                      <c:pt idx="168">
                        <c:v>34.931399999999996</c:v>
                      </c:pt>
                      <c:pt idx="169">
                        <c:v>34.932400000000001</c:v>
                      </c:pt>
                      <c:pt idx="170">
                        <c:v>34.933399999999999</c:v>
                      </c:pt>
                      <c:pt idx="171">
                        <c:v>34.934399999999997</c:v>
                      </c:pt>
                      <c:pt idx="172">
                        <c:v>34.935400000000001</c:v>
                      </c:pt>
                      <c:pt idx="173">
                        <c:v>34.936399999999999</c:v>
                      </c:pt>
                      <c:pt idx="174">
                        <c:v>34.937399999999997</c:v>
                      </c:pt>
                      <c:pt idx="175">
                        <c:v>34.938400000000001</c:v>
                      </c:pt>
                      <c:pt idx="176">
                        <c:v>34.939399999999999</c:v>
                      </c:pt>
                      <c:pt idx="177">
                        <c:v>34.940399999999997</c:v>
                      </c:pt>
                      <c:pt idx="178">
                        <c:v>34.941400000000002</c:v>
                      </c:pt>
                      <c:pt idx="179">
                        <c:v>34.942399999999999</c:v>
                      </c:pt>
                      <c:pt idx="180">
                        <c:v>34.943399999999997</c:v>
                      </c:pt>
                      <c:pt idx="181">
                        <c:v>34.944400000000002</c:v>
                      </c:pt>
                      <c:pt idx="182">
                        <c:v>34.945399999999999</c:v>
                      </c:pt>
                      <c:pt idx="183">
                        <c:v>34.946399999999997</c:v>
                      </c:pt>
                      <c:pt idx="184">
                        <c:v>34.947400000000002</c:v>
                      </c:pt>
                      <c:pt idx="185">
                        <c:v>34.948399999999999</c:v>
                      </c:pt>
                      <c:pt idx="186">
                        <c:v>34.949399999999997</c:v>
                      </c:pt>
                      <c:pt idx="187">
                        <c:v>34.950400000000002</c:v>
                      </c:pt>
                      <c:pt idx="188">
                        <c:v>34.9514</c:v>
                      </c:pt>
                      <c:pt idx="189">
                        <c:v>34.952399999999997</c:v>
                      </c:pt>
                      <c:pt idx="190">
                        <c:v>34.953400000000002</c:v>
                      </c:pt>
                      <c:pt idx="191">
                        <c:v>34.9544</c:v>
                      </c:pt>
                      <c:pt idx="192">
                        <c:v>34.955399999999997</c:v>
                      </c:pt>
                      <c:pt idx="193">
                        <c:v>34.956400000000002</c:v>
                      </c:pt>
                      <c:pt idx="194">
                        <c:v>34.9574</c:v>
                      </c:pt>
                      <c:pt idx="195">
                        <c:v>34.958399999999997</c:v>
                      </c:pt>
                      <c:pt idx="196">
                        <c:v>34.959400000000002</c:v>
                      </c:pt>
                      <c:pt idx="197">
                        <c:v>34.9604</c:v>
                      </c:pt>
                      <c:pt idx="198">
                        <c:v>34.961399999999998</c:v>
                      </c:pt>
                      <c:pt idx="199">
                        <c:v>34.962400000000002</c:v>
                      </c:pt>
                      <c:pt idx="200">
                        <c:v>34.9634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OMEGA!$W$20:$W$220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2.1127832235875686E-2</c:v>
                      </c:pt>
                      <c:pt idx="1">
                        <c:v>2.5135675521279634E-2</c:v>
                      </c:pt>
                      <c:pt idx="2">
                        <c:v>2.4284234335090381E-2</c:v>
                      </c:pt>
                      <c:pt idx="3">
                        <c:v>2.2576118598809484E-2</c:v>
                      </c:pt>
                      <c:pt idx="4">
                        <c:v>2.0275843425824783E-2</c:v>
                      </c:pt>
                      <c:pt idx="5">
                        <c:v>2.1705080279666535E-2</c:v>
                      </c:pt>
                      <c:pt idx="6">
                        <c:v>1.684992819931443E-2</c:v>
                      </c:pt>
                      <c:pt idx="7">
                        <c:v>2.2843605736383478E-2</c:v>
                      </c:pt>
                      <c:pt idx="8">
                        <c:v>2.027047957242421E-2</c:v>
                      </c:pt>
                      <c:pt idx="9">
                        <c:v>2.3128508876764538E-2</c:v>
                      </c:pt>
                      <c:pt idx="10">
                        <c:v>2.7975459926552426E-2</c:v>
                      </c:pt>
                      <c:pt idx="11">
                        <c:v>2.5695786216540447E-2</c:v>
                      </c:pt>
                      <c:pt idx="12">
                        <c:v>2.5981927713423336E-2</c:v>
                      </c:pt>
                      <c:pt idx="13">
                        <c:v>2.4851965837630795E-2</c:v>
                      </c:pt>
                      <c:pt idx="14">
                        <c:v>2.5428940511479422E-2</c:v>
                      </c:pt>
                      <c:pt idx="15">
                        <c:v>2.6287186368150903E-2</c:v>
                      </c:pt>
                      <c:pt idx="16">
                        <c:v>2.5142029610911092E-2</c:v>
                      </c:pt>
                      <c:pt idx="17">
                        <c:v>2.5437799535448617E-2</c:v>
                      </c:pt>
                      <c:pt idx="18">
                        <c:v>2.8017232198786952E-2</c:v>
                      </c:pt>
                      <c:pt idx="19">
                        <c:v>2.9162061610230119E-2</c:v>
                      </c:pt>
                      <c:pt idx="20">
                        <c:v>3.2881984726861366E-2</c:v>
                      </c:pt>
                      <c:pt idx="21">
                        <c:v>3.4597357808362032E-2</c:v>
                      </c:pt>
                      <c:pt idx="22">
                        <c:v>3.0024934421253945E-2</c:v>
                      </c:pt>
                      <c:pt idx="23">
                        <c:v>3.2325852835382078E-2</c:v>
                      </c:pt>
                      <c:pt idx="24">
                        <c:v>3.0305525440630903E-2</c:v>
                      </c:pt>
                      <c:pt idx="25">
                        <c:v>2.8606910949089195E-2</c:v>
                      </c:pt>
                      <c:pt idx="26">
                        <c:v>3.8027932059353765E-2</c:v>
                      </c:pt>
                      <c:pt idx="27">
                        <c:v>3.4886662954573218E-2</c:v>
                      </c:pt>
                      <c:pt idx="28">
                        <c:v>3.8334174158160796E-2</c:v>
                      </c:pt>
                      <c:pt idx="29">
                        <c:v>3.4035294600500719E-2</c:v>
                      </c:pt>
                      <c:pt idx="30">
                        <c:v>3.8043630609504733E-2</c:v>
                      </c:pt>
                      <c:pt idx="31">
                        <c:v>3.9181819544211904E-2</c:v>
                      </c:pt>
                      <c:pt idx="32">
                        <c:v>4.2913829573791001E-2</c:v>
                      </c:pt>
                      <c:pt idx="33">
                        <c:v>4.6054191308996274E-2</c:v>
                      </c:pt>
                      <c:pt idx="34">
                        <c:v>4.6917623695597085E-2</c:v>
                      </c:pt>
                      <c:pt idx="35">
                        <c:v>3.7199880307954347E-2</c:v>
                      </c:pt>
                      <c:pt idx="36">
                        <c:v>3.9484716439078284E-2</c:v>
                      </c:pt>
                      <c:pt idx="37">
                        <c:v>5.0370950569097295E-2</c:v>
                      </c:pt>
                      <c:pt idx="38">
                        <c:v>5.2666585052541931E-2</c:v>
                      </c:pt>
                      <c:pt idx="39">
                        <c:v>4.6955639690136303E-2</c:v>
                      </c:pt>
                      <c:pt idx="40">
                        <c:v>4.9523988589902042E-2</c:v>
                      </c:pt>
                      <c:pt idx="41">
                        <c:v>5.1544084667687985E-2</c:v>
                      </c:pt>
                      <c:pt idx="42">
                        <c:v>4.3236589126759484E-2</c:v>
                      </c:pt>
                      <c:pt idx="43">
                        <c:v>5.2687573057476476E-2</c:v>
                      </c:pt>
                      <c:pt idx="44">
                        <c:v>5.698016629217717E-2</c:v>
                      </c:pt>
                      <c:pt idx="45">
                        <c:v>6.3275616618020794E-2</c:v>
                      </c:pt>
                      <c:pt idx="46">
                        <c:v>5.5002355361280106E-2</c:v>
                      </c:pt>
                      <c:pt idx="47">
                        <c:v>5.8183790958880911E-2</c:v>
                      </c:pt>
                      <c:pt idx="48">
                        <c:v>6.5595294050383654E-2</c:v>
                      </c:pt>
                      <c:pt idx="49">
                        <c:v>6.5029390849642793E-2</c:v>
                      </c:pt>
                      <c:pt idx="50">
                        <c:v>6.7060064696913876E-2</c:v>
                      </c:pt>
                      <c:pt idx="51">
                        <c:v>6.304324110116713E-2</c:v>
                      </c:pt>
                      <c:pt idx="52">
                        <c:v>6.1913775436672695E-2</c:v>
                      </c:pt>
                      <c:pt idx="53">
                        <c:v>7.7392154963630416E-2</c:v>
                      </c:pt>
                      <c:pt idx="54">
                        <c:v>7.4789954133126405E-2</c:v>
                      </c:pt>
                      <c:pt idx="55">
                        <c:v>8.658591755741929E-2</c:v>
                      </c:pt>
                      <c:pt idx="56">
                        <c:v>8.0250882602072957E-2</c:v>
                      </c:pt>
                      <c:pt idx="57">
                        <c:v>8.3670726463918932E-2</c:v>
                      </c:pt>
                      <c:pt idx="58">
                        <c:v>8.0841441295109701E-2</c:v>
                      </c:pt>
                      <c:pt idx="59">
                        <c:v>8.9478855357803144E-2</c:v>
                      </c:pt>
                      <c:pt idx="60">
                        <c:v>9.0593364173684451E-2</c:v>
                      </c:pt>
                      <c:pt idx="61">
                        <c:v>0.10461331536621138</c:v>
                      </c:pt>
                      <c:pt idx="62">
                        <c:v>8.9737450296418844E-2</c:v>
                      </c:pt>
                      <c:pt idx="63">
                        <c:v>0.10698017230060201</c:v>
                      </c:pt>
                      <c:pt idx="64">
                        <c:v>0.1164646874477917</c:v>
                      </c:pt>
                      <c:pt idx="65">
                        <c:v>0.11135175782094711</c:v>
                      </c:pt>
                      <c:pt idx="66">
                        <c:v>0.1293917340486315</c:v>
                      </c:pt>
                      <c:pt idx="67">
                        <c:v>0.11911119285296105</c:v>
                      </c:pt>
                      <c:pt idx="68">
                        <c:v>0.11883772229650856</c:v>
                      </c:pt>
                      <c:pt idx="69">
                        <c:v>0.12426443632762028</c:v>
                      </c:pt>
                      <c:pt idx="70">
                        <c:v>0.1277081921189237</c:v>
                      </c:pt>
                      <c:pt idx="71">
                        <c:v>0.13866633930309627</c:v>
                      </c:pt>
                      <c:pt idx="72">
                        <c:v>0.16157464043830982</c:v>
                      </c:pt>
                      <c:pt idx="73">
                        <c:v>0.16332397411375288</c:v>
                      </c:pt>
                      <c:pt idx="74">
                        <c:v>0.18137921906144058</c:v>
                      </c:pt>
                      <c:pt idx="75">
                        <c:v>0.18309568775791238</c:v>
                      </c:pt>
                      <c:pt idx="76">
                        <c:v>0.18543043772318749</c:v>
                      </c:pt>
                      <c:pt idx="77">
                        <c:v>0.19635536876916188</c:v>
                      </c:pt>
                      <c:pt idx="78">
                        <c:v>0.21763237395833981</c:v>
                      </c:pt>
                      <c:pt idx="79">
                        <c:v>0.23772334761673586</c:v>
                      </c:pt>
                      <c:pt idx="80">
                        <c:v>0.24415267274505331</c:v>
                      </c:pt>
                      <c:pt idx="81">
                        <c:v>0.2608781451098951</c:v>
                      </c:pt>
                      <c:pt idx="82">
                        <c:v>0.29920816368512815</c:v>
                      </c:pt>
                      <c:pt idx="83">
                        <c:v>0.33414653806962513</c:v>
                      </c:pt>
                      <c:pt idx="84">
                        <c:v>0.35412165293648273</c:v>
                      </c:pt>
                      <c:pt idx="85">
                        <c:v>0.4212840029963717</c:v>
                      </c:pt>
                      <c:pt idx="86">
                        <c:v>0.49604913228863889</c:v>
                      </c:pt>
                      <c:pt idx="87">
                        <c:v>0.57837531101313888</c:v>
                      </c:pt>
                      <c:pt idx="88">
                        <c:v>0.72760215506968506</c:v>
                      </c:pt>
                      <c:pt idx="89">
                        <c:v>0.98782414110644179</c:v>
                      </c:pt>
                      <c:pt idx="90">
                        <c:v>1.6725604648419574</c:v>
                      </c:pt>
                      <c:pt idx="91">
                        <c:v>4.8493048568455395</c:v>
                      </c:pt>
                      <c:pt idx="92">
                        <c:v>21.653946157238348</c:v>
                      </c:pt>
                      <c:pt idx="93">
                        <c:v>101.52027881647878</c:v>
                      </c:pt>
                      <c:pt idx="94">
                        <c:v>364.82792803699107</c:v>
                      </c:pt>
                      <c:pt idx="95">
                        <c:v>1000.2904761592704</c:v>
                      </c:pt>
                      <c:pt idx="96">
                        <c:v>2057.9164434623472</c:v>
                      </c:pt>
                      <c:pt idx="97">
                        <c:v>3503.748661309548</c:v>
                      </c:pt>
                      <c:pt idx="98">
                        <c:v>5163.9457273206199</c:v>
                      </c:pt>
                      <c:pt idx="99">
                        <c:v>6720.1313656690145</c:v>
                      </c:pt>
                      <c:pt idx="100">
                        <c:v>7885.8609392296958</c:v>
                      </c:pt>
                      <c:pt idx="101">
                        <c:v>8565.9493783493726</c:v>
                      </c:pt>
                      <c:pt idx="102">
                        <c:v>8817.2211807466119</c:v>
                      </c:pt>
                      <c:pt idx="103">
                        <c:v>8891.8067816101375</c:v>
                      </c:pt>
                      <c:pt idx="104">
                        <c:v>8850.0762465228581</c:v>
                      </c:pt>
                      <c:pt idx="105">
                        <c:v>8804.1611698254383</c:v>
                      </c:pt>
                      <c:pt idx="106">
                        <c:v>8727.6170888412435</c:v>
                      </c:pt>
                      <c:pt idx="107">
                        <c:v>8625.7542474102047</c:v>
                      </c:pt>
                      <c:pt idx="108">
                        <c:v>8499.2691601378283</c:v>
                      </c:pt>
                      <c:pt idx="109">
                        <c:v>8355.7603495793355</c:v>
                      </c:pt>
                      <c:pt idx="110">
                        <c:v>8119.4800610910679</c:v>
                      </c:pt>
                      <c:pt idx="111">
                        <c:v>7842.6858327575728</c:v>
                      </c:pt>
                      <c:pt idx="112">
                        <c:v>7435.6609132433177</c:v>
                      </c:pt>
                      <c:pt idx="113">
                        <c:v>6860.8435712142655</c:v>
                      </c:pt>
                      <c:pt idx="114">
                        <c:v>5948.55873472851</c:v>
                      </c:pt>
                      <c:pt idx="115">
                        <c:v>4759.6869602631041</c:v>
                      </c:pt>
                      <c:pt idx="116">
                        <c:v>3465.0981456628688</c:v>
                      </c:pt>
                      <c:pt idx="117">
                        <c:v>2184.6675529462018</c:v>
                      </c:pt>
                      <c:pt idx="118">
                        <c:v>1134.3795245553224</c:v>
                      </c:pt>
                      <c:pt idx="119">
                        <c:v>462.97809260970456</c:v>
                      </c:pt>
                      <c:pt idx="120">
                        <c:v>152.03359901846341</c:v>
                      </c:pt>
                      <c:pt idx="121">
                        <c:v>54.777687041822254</c:v>
                      </c:pt>
                      <c:pt idx="122">
                        <c:v>19.795014252381481</c:v>
                      </c:pt>
                      <c:pt idx="123">
                        <c:v>11.68208694082074</c:v>
                      </c:pt>
                      <c:pt idx="124">
                        <c:v>8.3938074963722418</c:v>
                      </c:pt>
                      <c:pt idx="125">
                        <c:v>6.6274451190429851</c:v>
                      </c:pt>
                      <c:pt idx="126">
                        <c:v>5.2289393279741603</c:v>
                      </c:pt>
                      <c:pt idx="127">
                        <c:v>3.9016917680207932</c:v>
                      </c:pt>
                      <c:pt idx="128">
                        <c:v>2.7500523414719016</c:v>
                      </c:pt>
                      <c:pt idx="129">
                        <c:v>1.8311484021407114</c:v>
                      </c:pt>
                      <c:pt idx="130">
                        <c:v>1.1299358181470172</c:v>
                      </c:pt>
                      <c:pt idx="131">
                        <c:v>0.64940295839637685</c:v>
                      </c:pt>
                      <c:pt idx="132">
                        <c:v>0.41555128944671765</c:v>
                      </c:pt>
                      <c:pt idx="133">
                        <c:v>0.2984670175075394</c:v>
                      </c:pt>
                      <c:pt idx="134">
                        <c:v>0.2496915689219803</c:v>
                      </c:pt>
                      <c:pt idx="135">
                        <c:v>0.23257888336486021</c:v>
                      </c:pt>
                      <c:pt idx="136">
                        <c:v>0.20304949772793668</c:v>
                      </c:pt>
                      <c:pt idx="137">
                        <c:v>0.20665993191636101</c:v>
                      </c:pt>
                      <c:pt idx="138">
                        <c:v>0.18167407469140279</c:v>
                      </c:pt>
                      <c:pt idx="139">
                        <c:v>0.17534270342053529</c:v>
                      </c:pt>
                      <c:pt idx="140">
                        <c:v>0.16807247423467708</c:v>
                      </c:pt>
                      <c:pt idx="141">
                        <c:v>0.16702538180011819</c:v>
                      </c:pt>
                      <c:pt idx="142">
                        <c:v>0.14910634252812832</c:v>
                      </c:pt>
                      <c:pt idx="143">
                        <c:v>0.13989832017019943</c:v>
                      </c:pt>
                      <c:pt idx="144">
                        <c:v>0.13733851688135618</c:v>
                      </c:pt>
                      <c:pt idx="145">
                        <c:v>0.14435579106208415</c:v>
                      </c:pt>
                      <c:pt idx="146">
                        <c:v>0.13877852966311727</c:v>
                      </c:pt>
                      <c:pt idx="147">
                        <c:v>0.12903161742258218</c:v>
                      </c:pt>
                      <c:pt idx="148">
                        <c:v>0.1186891862311303</c:v>
                      </c:pt>
                      <c:pt idx="149">
                        <c:v>0.11510482212468154</c:v>
                      </c:pt>
                      <c:pt idx="150">
                        <c:v>9.9866487742095778E-2</c:v>
                      </c:pt>
                      <c:pt idx="151">
                        <c:v>0.10908445846881955</c:v>
                      </c:pt>
                      <c:pt idx="152">
                        <c:v>0.10537089602733246</c:v>
                      </c:pt>
                      <c:pt idx="153">
                        <c:v>0.10013912412204033</c:v>
                      </c:pt>
                      <c:pt idx="154">
                        <c:v>9.6372440355918992E-2</c:v>
                      </c:pt>
                      <c:pt idx="155">
                        <c:v>8.9774240589306983E-2</c:v>
                      </c:pt>
                      <c:pt idx="156">
                        <c:v>8.3996358541371774E-2</c:v>
                      </c:pt>
                      <c:pt idx="157">
                        <c:v>8.6276534182171308E-2</c:v>
                      </c:pt>
                      <c:pt idx="158">
                        <c:v>8.0562696070183459E-2</c:v>
                      </c:pt>
                      <c:pt idx="159">
                        <c:v>7.8544623568538668E-2</c:v>
                      </c:pt>
                      <c:pt idx="160">
                        <c:v>8.435094174648855E-2</c:v>
                      </c:pt>
                      <c:pt idx="161">
                        <c:v>7.7978956425532431E-2</c:v>
                      </c:pt>
                      <c:pt idx="162">
                        <c:v>6.7875189714765638E-2</c:v>
                      </c:pt>
                      <c:pt idx="163">
                        <c:v>7.4535843203626814E-2</c:v>
                      </c:pt>
                      <c:pt idx="164">
                        <c:v>6.5294843198189956E-2</c:v>
                      </c:pt>
                      <c:pt idx="165">
                        <c:v>6.67553038389328E-2</c:v>
                      </c:pt>
                      <c:pt idx="166">
                        <c:v>6.0976901400668325E-2</c:v>
                      </c:pt>
                      <c:pt idx="167">
                        <c:v>6.2753214280364358E-2</c:v>
                      </c:pt>
                      <c:pt idx="168">
                        <c:v>6.4171506966380756E-2</c:v>
                      </c:pt>
                      <c:pt idx="169">
                        <c:v>5.5503458429167138E-2</c:v>
                      </c:pt>
                      <c:pt idx="170">
                        <c:v>5.95560242942322E-2</c:v>
                      </c:pt>
                      <c:pt idx="171">
                        <c:v>4.65604575394944E-2</c:v>
                      </c:pt>
                      <c:pt idx="172">
                        <c:v>4.7432972365521381E-2</c:v>
                      </c:pt>
                      <c:pt idx="173">
                        <c:v>5.1771168312435473E-2</c:v>
                      </c:pt>
                      <c:pt idx="174">
                        <c:v>4.8285785231535254E-2</c:v>
                      </c:pt>
                      <c:pt idx="175">
                        <c:v>4.0790555684532784E-2</c:v>
                      </c:pt>
                      <c:pt idx="176">
                        <c:v>4.8572355824309736E-2</c:v>
                      </c:pt>
                      <c:pt idx="177">
                        <c:v>3.4130913979886421E-2</c:v>
                      </c:pt>
                      <c:pt idx="178">
                        <c:v>4.3103344781948133E-2</c:v>
                      </c:pt>
                      <c:pt idx="179">
                        <c:v>4.3405539605948888E-2</c:v>
                      </c:pt>
                      <c:pt idx="180">
                        <c:v>3.876770653517355E-2</c:v>
                      </c:pt>
                      <c:pt idx="181">
                        <c:v>3.5318058658953051E-2</c:v>
                      </c:pt>
                      <c:pt idx="182">
                        <c:v>4.1078932967194684E-2</c:v>
                      </c:pt>
                      <c:pt idx="183">
                        <c:v>3.9639100170436557E-2</c:v>
                      </c:pt>
                      <c:pt idx="184">
                        <c:v>3.8480983710507732E-2</c:v>
                      </c:pt>
                      <c:pt idx="185">
                        <c:v>3.7336674840311189E-2</c:v>
                      </c:pt>
                      <c:pt idx="186">
                        <c:v>3.5022196257557051E-2</c:v>
                      </c:pt>
                      <c:pt idx="187">
                        <c:v>3.1832404589167806E-2</c:v>
                      </c:pt>
                      <c:pt idx="188">
                        <c:v>3.4450371677533058E-2</c:v>
                      </c:pt>
                      <c:pt idx="189">
                        <c:v>3.1856308817606184E-2</c:v>
                      </c:pt>
                      <c:pt idx="190">
                        <c:v>3.4462850856800051E-2</c:v>
                      </c:pt>
                      <c:pt idx="191">
                        <c:v>3.2419305742883181E-2</c:v>
                      </c:pt>
                      <c:pt idx="192">
                        <c:v>3.7928306120690536E-2</c:v>
                      </c:pt>
                      <c:pt idx="193">
                        <c:v>2.5770927151090604E-2</c:v>
                      </c:pt>
                      <c:pt idx="194">
                        <c:v>3.1552696012873964E-2</c:v>
                      </c:pt>
                      <c:pt idx="195">
                        <c:v>2.9829535787261541E-2</c:v>
                      </c:pt>
                      <c:pt idx="196">
                        <c:v>2.3733114757134983E-2</c:v>
                      </c:pt>
                      <c:pt idx="197">
                        <c:v>2.9249482038008919E-2</c:v>
                      </c:pt>
                      <c:pt idx="198">
                        <c:v>5.0947171604084435E-2</c:v>
                      </c:pt>
                      <c:pt idx="199">
                        <c:v>2.4318346611826091E-2</c:v>
                      </c:pt>
                      <c:pt idx="200">
                        <c:v>2.1716270440765299E-2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239-4823-87E0-DF994367987C}"/>
                  </c:ext>
                </c:extLst>
              </c15:ser>
            </c15:filteredScatterSeries>
            <c15:filteredScatte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OMEGA!$AF$1</c15:sqref>
                        </c15:formulaRef>
                      </c:ext>
                    </c:extLst>
                    <c:strCache>
                      <c:ptCount val="1"/>
                      <c:pt idx="0">
                        <c:v>Si_Thermo_omega_2</c:v>
                      </c:pt>
                    </c:strCache>
                  </c:strRef>
                </c:tx>
                <c:spPr>
                  <a:ln w="19050" cap="rnd">
                    <a:solidFill>
                      <a:schemeClr val="accent2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OMEGA!$A$20:$A$220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34.763399999999997</c:v>
                      </c:pt>
                      <c:pt idx="1">
                        <c:v>34.764400000000002</c:v>
                      </c:pt>
                      <c:pt idx="2">
                        <c:v>34.7654</c:v>
                      </c:pt>
                      <c:pt idx="3">
                        <c:v>34.766399999999997</c:v>
                      </c:pt>
                      <c:pt idx="4">
                        <c:v>34.767400000000002</c:v>
                      </c:pt>
                      <c:pt idx="5">
                        <c:v>34.7684</c:v>
                      </c:pt>
                      <c:pt idx="6">
                        <c:v>34.769399999999997</c:v>
                      </c:pt>
                      <c:pt idx="7">
                        <c:v>34.770400000000002</c:v>
                      </c:pt>
                      <c:pt idx="8">
                        <c:v>34.7714</c:v>
                      </c:pt>
                      <c:pt idx="9">
                        <c:v>34.772399999999998</c:v>
                      </c:pt>
                      <c:pt idx="10">
                        <c:v>34.773400000000002</c:v>
                      </c:pt>
                      <c:pt idx="11">
                        <c:v>34.7744</c:v>
                      </c:pt>
                      <c:pt idx="12">
                        <c:v>34.775399999999998</c:v>
                      </c:pt>
                      <c:pt idx="13">
                        <c:v>34.776400000000002</c:v>
                      </c:pt>
                      <c:pt idx="14">
                        <c:v>34.7774</c:v>
                      </c:pt>
                      <c:pt idx="15">
                        <c:v>34.778399999999998</c:v>
                      </c:pt>
                      <c:pt idx="16">
                        <c:v>34.779400000000003</c:v>
                      </c:pt>
                      <c:pt idx="17">
                        <c:v>34.7804</c:v>
                      </c:pt>
                      <c:pt idx="18">
                        <c:v>34.781399999999998</c:v>
                      </c:pt>
                      <c:pt idx="19">
                        <c:v>34.782400000000003</c:v>
                      </c:pt>
                      <c:pt idx="20">
                        <c:v>34.7834</c:v>
                      </c:pt>
                      <c:pt idx="21">
                        <c:v>34.784399999999998</c:v>
                      </c:pt>
                      <c:pt idx="22">
                        <c:v>34.785400000000003</c:v>
                      </c:pt>
                      <c:pt idx="23">
                        <c:v>34.7864</c:v>
                      </c:pt>
                      <c:pt idx="24">
                        <c:v>34.787399999999998</c:v>
                      </c:pt>
                      <c:pt idx="25">
                        <c:v>34.788400000000003</c:v>
                      </c:pt>
                      <c:pt idx="26">
                        <c:v>34.789400000000001</c:v>
                      </c:pt>
                      <c:pt idx="27">
                        <c:v>34.790399999999998</c:v>
                      </c:pt>
                      <c:pt idx="28">
                        <c:v>34.791400000000003</c:v>
                      </c:pt>
                      <c:pt idx="29">
                        <c:v>34.792400000000001</c:v>
                      </c:pt>
                      <c:pt idx="30">
                        <c:v>34.793399999999998</c:v>
                      </c:pt>
                      <c:pt idx="31">
                        <c:v>34.794400000000003</c:v>
                      </c:pt>
                      <c:pt idx="32">
                        <c:v>34.795400000000001</c:v>
                      </c:pt>
                      <c:pt idx="33">
                        <c:v>34.796399999999998</c:v>
                      </c:pt>
                      <c:pt idx="34">
                        <c:v>34.797400000000003</c:v>
                      </c:pt>
                      <c:pt idx="35">
                        <c:v>34.798400000000001</c:v>
                      </c:pt>
                      <c:pt idx="36">
                        <c:v>34.799399999999999</c:v>
                      </c:pt>
                      <c:pt idx="37">
                        <c:v>34.800400000000003</c:v>
                      </c:pt>
                      <c:pt idx="38">
                        <c:v>34.801400000000001</c:v>
                      </c:pt>
                      <c:pt idx="39">
                        <c:v>34.802399999999999</c:v>
                      </c:pt>
                      <c:pt idx="40">
                        <c:v>34.803400000000003</c:v>
                      </c:pt>
                      <c:pt idx="41">
                        <c:v>34.804400000000001</c:v>
                      </c:pt>
                      <c:pt idx="42">
                        <c:v>34.805399999999999</c:v>
                      </c:pt>
                      <c:pt idx="43">
                        <c:v>34.806399999999996</c:v>
                      </c:pt>
                      <c:pt idx="44">
                        <c:v>34.807400000000001</c:v>
                      </c:pt>
                      <c:pt idx="45">
                        <c:v>34.808399999999999</c:v>
                      </c:pt>
                      <c:pt idx="46">
                        <c:v>34.809399999999997</c:v>
                      </c:pt>
                      <c:pt idx="47">
                        <c:v>34.810400000000001</c:v>
                      </c:pt>
                      <c:pt idx="48">
                        <c:v>34.811399999999999</c:v>
                      </c:pt>
                      <c:pt idx="49">
                        <c:v>34.812399999999997</c:v>
                      </c:pt>
                      <c:pt idx="50">
                        <c:v>34.813400000000001</c:v>
                      </c:pt>
                      <c:pt idx="51">
                        <c:v>34.814399999999999</c:v>
                      </c:pt>
                      <c:pt idx="52">
                        <c:v>34.815399999999997</c:v>
                      </c:pt>
                      <c:pt idx="53">
                        <c:v>34.816400000000002</c:v>
                      </c:pt>
                      <c:pt idx="54">
                        <c:v>34.817399999999999</c:v>
                      </c:pt>
                      <c:pt idx="55">
                        <c:v>34.818399999999997</c:v>
                      </c:pt>
                      <c:pt idx="56">
                        <c:v>34.819400000000002</c:v>
                      </c:pt>
                      <c:pt idx="57">
                        <c:v>34.820399999999999</c:v>
                      </c:pt>
                      <c:pt idx="58">
                        <c:v>34.821399999999997</c:v>
                      </c:pt>
                      <c:pt idx="59">
                        <c:v>34.822400000000002</c:v>
                      </c:pt>
                      <c:pt idx="60">
                        <c:v>34.823399999999999</c:v>
                      </c:pt>
                      <c:pt idx="61">
                        <c:v>34.824399999999997</c:v>
                      </c:pt>
                      <c:pt idx="62">
                        <c:v>34.825400000000002</c:v>
                      </c:pt>
                      <c:pt idx="63">
                        <c:v>34.8264</c:v>
                      </c:pt>
                      <c:pt idx="64">
                        <c:v>34.827399999999997</c:v>
                      </c:pt>
                      <c:pt idx="65">
                        <c:v>34.828400000000002</c:v>
                      </c:pt>
                      <c:pt idx="66">
                        <c:v>34.8294</c:v>
                      </c:pt>
                      <c:pt idx="67">
                        <c:v>34.830399999999997</c:v>
                      </c:pt>
                      <c:pt idx="68">
                        <c:v>34.831400000000002</c:v>
                      </c:pt>
                      <c:pt idx="69">
                        <c:v>34.8324</c:v>
                      </c:pt>
                      <c:pt idx="70">
                        <c:v>34.833399999999997</c:v>
                      </c:pt>
                      <c:pt idx="71">
                        <c:v>34.834400000000002</c:v>
                      </c:pt>
                      <c:pt idx="72">
                        <c:v>34.8354</c:v>
                      </c:pt>
                      <c:pt idx="73">
                        <c:v>34.836399999999998</c:v>
                      </c:pt>
                      <c:pt idx="74">
                        <c:v>34.837400000000002</c:v>
                      </c:pt>
                      <c:pt idx="75">
                        <c:v>34.8384</c:v>
                      </c:pt>
                      <c:pt idx="76">
                        <c:v>34.839399999999998</c:v>
                      </c:pt>
                      <c:pt idx="77">
                        <c:v>34.840400000000002</c:v>
                      </c:pt>
                      <c:pt idx="78">
                        <c:v>34.8414</c:v>
                      </c:pt>
                      <c:pt idx="79">
                        <c:v>34.842399999999998</c:v>
                      </c:pt>
                      <c:pt idx="80">
                        <c:v>34.843400000000003</c:v>
                      </c:pt>
                      <c:pt idx="81">
                        <c:v>34.8444</c:v>
                      </c:pt>
                      <c:pt idx="82">
                        <c:v>34.845399999999998</c:v>
                      </c:pt>
                      <c:pt idx="83">
                        <c:v>34.846400000000003</c:v>
                      </c:pt>
                      <c:pt idx="84">
                        <c:v>34.8474</c:v>
                      </c:pt>
                      <c:pt idx="85">
                        <c:v>34.848399999999998</c:v>
                      </c:pt>
                      <c:pt idx="86">
                        <c:v>34.849400000000003</c:v>
                      </c:pt>
                      <c:pt idx="87">
                        <c:v>34.8504</c:v>
                      </c:pt>
                      <c:pt idx="88">
                        <c:v>34.851399999999998</c:v>
                      </c:pt>
                      <c:pt idx="89">
                        <c:v>34.852400000000003</c:v>
                      </c:pt>
                      <c:pt idx="90">
                        <c:v>34.853400000000001</c:v>
                      </c:pt>
                      <c:pt idx="91">
                        <c:v>34.854399999999998</c:v>
                      </c:pt>
                      <c:pt idx="92">
                        <c:v>34.855400000000003</c:v>
                      </c:pt>
                      <c:pt idx="93">
                        <c:v>34.856400000000001</c:v>
                      </c:pt>
                      <c:pt idx="94">
                        <c:v>34.857399999999998</c:v>
                      </c:pt>
                      <c:pt idx="95">
                        <c:v>34.858400000000003</c:v>
                      </c:pt>
                      <c:pt idx="96">
                        <c:v>34.859400000000001</c:v>
                      </c:pt>
                      <c:pt idx="97">
                        <c:v>34.860399999999998</c:v>
                      </c:pt>
                      <c:pt idx="98">
                        <c:v>34.861400000000003</c:v>
                      </c:pt>
                      <c:pt idx="99">
                        <c:v>34.862400000000001</c:v>
                      </c:pt>
                      <c:pt idx="100">
                        <c:v>34.863399999999999</c:v>
                      </c:pt>
                      <c:pt idx="101">
                        <c:v>34.864400000000003</c:v>
                      </c:pt>
                      <c:pt idx="102">
                        <c:v>34.865400000000001</c:v>
                      </c:pt>
                      <c:pt idx="103">
                        <c:v>34.866399999999999</c:v>
                      </c:pt>
                      <c:pt idx="104">
                        <c:v>34.867400000000004</c:v>
                      </c:pt>
                      <c:pt idx="105">
                        <c:v>34.868400000000001</c:v>
                      </c:pt>
                      <c:pt idx="106">
                        <c:v>34.869399999999999</c:v>
                      </c:pt>
                      <c:pt idx="107">
                        <c:v>34.870399999999997</c:v>
                      </c:pt>
                      <c:pt idx="108">
                        <c:v>34.871400000000001</c:v>
                      </c:pt>
                      <c:pt idx="109">
                        <c:v>34.872399999999999</c:v>
                      </c:pt>
                      <c:pt idx="110">
                        <c:v>34.873399999999997</c:v>
                      </c:pt>
                      <c:pt idx="111">
                        <c:v>34.874400000000001</c:v>
                      </c:pt>
                      <c:pt idx="112">
                        <c:v>34.875399999999999</c:v>
                      </c:pt>
                      <c:pt idx="113">
                        <c:v>34.876399999999997</c:v>
                      </c:pt>
                      <c:pt idx="114">
                        <c:v>34.877400000000002</c:v>
                      </c:pt>
                      <c:pt idx="115">
                        <c:v>34.878399999999999</c:v>
                      </c:pt>
                      <c:pt idx="116">
                        <c:v>34.879399999999997</c:v>
                      </c:pt>
                      <c:pt idx="117">
                        <c:v>34.880400000000002</c:v>
                      </c:pt>
                      <c:pt idx="118">
                        <c:v>34.881399999999999</c:v>
                      </c:pt>
                      <c:pt idx="119">
                        <c:v>34.882399999999997</c:v>
                      </c:pt>
                      <c:pt idx="120">
                        <c:v>34.883400000000002</c:v>
                      </c:pt>
                      <c:pt idx="121">
                        <c:v>34.884399999999999</c:v>
                      </c:pt>
                      <c:pt idx="122">
                        <c:v>34.885399999999997</c:v>
                      </c:pt>
                      <c:pt idx="123">
                        <c:v>34.886400000000002</c:v>
                      </c:pt>
                      <c:pt idx="124">
                        <c:v>34.8874</c:v>
                      </c:pt>
                      <c:pt idx="125">
                        <c:v>34.888399999999997</c:v>
                      </c:pt>
                      <c:pt idx="126">
                        <c:v>34.889400000000002</c:v>
                      </c:pt>
                      <c:pt idx="127">
                        <c:v>34.8904</c:v>
                      </c:pt>
                      <c:pt idx="128">
                        <c:v>34.891399999999997</c:v>
                      </c:pt>
                      <c:pt idx="129">
                        <c:v>34.892400000000002</c:v>
                      </c:pt>
                      <c:pt idx="130">
                        <c:v>34.8934</c:v>
                      </c:pt>
                      <c:pt idx="131">
                        <c:v>34.894399999999997</c:v>
                      </c:pt>
                      <c:pt idx="132">
                        <c:v>34.895400000000002</c:v>
                      </c:pt>
                      <c:pt idx="133">
                        <c:v>34.8964</c:v>
                      </c:pt>
                      <c:pt idx="134">
                        <c:v>34.897399999999998</c:v>
                      </c:pt>
                      <c:pt idx="135">
                        <c:v>34.898400000000002</c:v>
                      </c:pt>
                      <c:pt idx="136">
                        <c:v>34.8994</c:v>
                      </c:pt>
                      <c:pt idx="137">
                        <c:v>34.900399999999998</c:v>
                      </c:pt>
                      <c:pt idx="138">
                        <c:v>34.901400000000002</c:v>
                      </c:pt>
                      <c:pt idx="139">
                        <c:v>34.9024</c:v>
                      </c:pt>
                      <c:pt idx="140">
                        <c:v>34.903399999999998</c:v>
                      </c:pt>
                      <c:pt idx="141">
                        <c:v>34.904400000000003</c:v>
                      </c:pt>
                      <c:pt idx="142">
                        <c:v>34.9054</c:v>
                      </c:pt>
                      <c:pt idx="143">
                        <c:v>34.906399999999998</c:v>
                      </c:pt>
                      <c:pt idx="144">
                        <c:v>34.907400000000003</c:v>
                      </c:pt>
                      <c:pt idx="145">
                        <c:v>34.9084</c:v>
                      </c:pt>
                      <c:pt idx="146">
                        <c:v>34.909399999999998</c:v>
                      </c:pt>
                      <c:pt idx="147">
                        <c:v>34.910400000000003</c:v>
                      </c:pt>
                      <c:pt idx="148">
                        <c:v>34.9114</c:v>
                      </c:pt>
                      <c:pt idx="149">
                        <c:v>34.912399999999998</c:v>
                      </c:pt>
                      <c:pt idx="150">
                        <c:v>34.913400000000003</c:v>
                      </c:pt>
                      <c:pt idx="151">
                        <c:v>34.914400000000001</c:v>
                      </c:pt>
                      <c:pt idx="152">
                        <c:v>34.915399999999998</c:v>
                      </c:pt>
                      <c:pt idx="153">
                        <c:v>34.916400000000003</c:v>
                      </c:pt>
                      <c:pt idx="154">
                        <c:v>34.917400000000001</c:v>
                      </c:pt>
                      <c:pt idx="155">
                        <c:v>34.918399999999998</c:v>
                      </c:pt>
                      <c:pt idx="156">
                        <c:v>34.919400000000003</c:v>
                      </c:pt>
                      <c:pt idx="157">
                        <c:v>34.920400000000001</c:v>
                      </c:pt>
                      <c:pt idx="158">
                        <c:v>34.921399999999998</c:v>
                      </c:pt>
                      <c:pt idx="159">
                        <c:v>34.922400000000003</c:v>
                      </c:pt>
                      <c:pt idx="160">
                        <c:v>34.923400000000001</c:v>
                      </c:pt>
                      <c:pt idx="161">
                        <c:v>34.924399999999999</c:v>
                      </c:pt>
                      <c:pt idx="162">
                        <c:v>34.925400000000003</c:v>
                      </c:pt>
                      <c:pt idx="163">
                        <c:v>34.926400000000001</c:v>
                      </c:pt>
                      <c:pt idx="164">
                        <c:v>34.927399999999999</c:v>
                      </c:pt>
                      <c:pt idx="165">
                        <c:v>34.928400000000003</c:v>
                      </c:pt>
                      <c:pt idx="166">
                        <c:v>34.929400000000001</c:v>
                      </c:pt>
                      <c:pt idx="167">
                        <c:v>34.930399999999999</c:v>
                      </c:pt>
                      <c:pt idx="168">
                        <c:v>34.931399999999996</c:v>
                      </c:pt>
                      <c:pt idx="169">
                        <c:v>34.932400000000001</c:v>
                      </c:pt>
                      <c:pt idx="170">
                        <c:v>34.933399999999999</c:v>
                      </c:pt>
                      <c:pt idx="171">
                        <c:v>34.934399999999997</c:v>
                      </c:pt>
                      <c:pt idx="172">
                        <c:v>34.935400000000001</c:v>
                      </c:pt>
                      <c:pt idx="173">
                        <c:v>34.936399999999999</c:v>
                      </c:pt>
                      <c:pt idx="174">
                        <c:v>34.937399999999997</c:v>
                      </c:pt>
                      <c:pt idx="175">
                        <c:v>34.938400000000001</c:v>
                      </c:pt>
                      <c:pt idx="176">
                        <c:v>34.939399999999999</c:v>
                      </c:pt>
                      <c:pt idx="177">
                        <c:v>34.940399999999997</c:v>
                      </c:pt>
                      <c:pt idx="178">
                        <c:v>34.941400000000002</c:v>
                      </c:pt>
                      <c:pt idx="179">
                        <c:v>34.942399999999999</c:v>
                      </c:pt>
                      <c:pt idx="180">
                        <c:v>34.943399999999997</c:v>
                      </c:pt>
                      <c:pt idx="181">
                        <c:v>34.944400000000002</c:v>
                      </c:pt>
                      <c:pt idx="182">
                        <c:v>34.945399999999999</c:v>
                      </c:pt>
                      <c:pt idx="183">
                        <c:v>34.946399999999997</c:v>
                      </c:pt>
                      <c:pt idx="184">
                        <c:v>34.947400000000002</c:v>
                      </c:pt>
                      <c:pt idx="185">
                        <c:v>34.948399999999999</c:v>
                      </c:pt>
                      <c:pt idx="186">
                        <c:v>34.949399999999997</c:v>
                      </c:pt>
                      <c:pt idx="187">
                        <c:v>34.950400000000002</c:v>
                      </c:pt>
                      <c:pt idx="188">
                        <c:v>34.9514</c:v>
                      </c:pt>
                      <c:pt idx="189">
                        <c:v>34.952399999999997</c:v>
                      </c:pt>
                      <c:pt idx="190">
                        <c:v>34.953400000000002</c:v>
                      </c:pt>
                      <c:pt idx="191">
                        <c:v>34.9544</c:v>
                      </c:pt>
                      <c:pt idx="192">
                        <c:v>34.955399999999997</c:v>
                      </c:pt>
                      <c:pt idx="193">
                        <c:v>34.956400000000002</c:v>
                      </c:pt>
                      <c:pt idx="194">
                        <c:v>34.9574</c:v>
                      </c:pt>
                      <c:pt idx="195">
                        <c:v>34.958399999999997</c:v>
                      </c:pt>
                      <c:pt idx="196">
                        <c:v>34.959400000000002</c:v>
                      </c:pt>
                      <c:pt idx="197">
                        <c:v>34.9604</c:v>
                      </c:pt>
                      <c:pt idx="198">
                        <c:v>34.961399999999998</c:v>
                      </c:pt>
                      <c:pt idx="199">
                        <c:v>34.962400000000002</c:v>
                      </c:pt>
                      <c:pt idx="200">
                        <c:v>34.9634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OMEGA!$AJ$20:$AJ$220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2.1948558877729639E-2</c:v>
                      </c:pt>
                      <c:pt idx="1">
                        <c:v>2.1114863803347015E-2</c:v>
                      </c:pt>
                      <c:pt idx="2">
                        <c:v>2.0787346567798692E-2</c:v>
                      </c:pt>
                      <c:pt idx="3">
                        <c:v>2.2129123435244653E-2</c:v>
                      </c:pt>
                      <c:pt idx="4">
                        <c:v>2.5150366496170654E-2</c:v>
                      </c:pt>
                      <c:pt idx="5">
                        <c:v>2.0457297052462336E-2</c:v>
                      </c:pt>
                      <c:pt idx="6">
                        <c:v>2.4980218684546376E-2</c:v>
                      </c:pt>
                      <c:pt idx="7">
                        <c:v>1.9962799742067206E-2</c:v>
                      </c:pt>
                      <c:pt idx="8">
                        <c:v>2.5329541104032835E-2</c:v>
                      </c:pt>
                      <c:pt idx="9">
                        <c:v>2.5331435835439481E-2</c:v>
                      </c:pt>
                      <c:pt idx="10">
                        <c:v>2.3323584242915366E-2</c:v>
                      </c:pt>
                      <c:pt idx="11">
                        <c:v>2.7516550911751689E-2</c:v>
                      </c:pt>
                      <c:pt idx="12">
                        <c:v>2.4497051209407674E-2</c:v>
                      </c:pt>
                      <c:pt idx="13">
                        <c:v>2.902783141494604E-2</c:v>
                      </c:pt>
                      <c:pt idx="14">
                        <c:v>2.7344934217566733E-2</c:v>
                      </c:pt>
                      <c:pt idx="15">
                        <c:v>2.4822457789955614E-2</c:v>
                      </c:pt>
                      <c:pt idx="16">
                        <c:v>2.7007058940675118E-2</c:v>
                      </c:pt>
                      <c:pt idx="17">
                        <c:v>2.9688334381622269E-2</c:v>
                      </c:pt>
                      <c:pt idx="18">
                        <c:v>2.7502933841927424E-2</c:v>
                      </c:pt>
                      <c:pt idx="19">
                        <c:v>2.9850692204012107E-2</c:v>
                      </c:pt>
                      <c:pt idx="20">
                        <c:v>2.8674446731580917E-2</c:v>
                      </c:pt>
                      <c:pt idx="21">
                        <c:v>2.8179476494769005E-2</c:v>
                      </c:pt>
                      <c:pt idx="22">
                        <c:v>3.3712180531175487E-2</c:v>
                      </c:pt>
                      <c:pt idx="23">
                        <c:v>3.2386901917962403E-2</c:v>
                      </c:pt>
                      <c:pt idx="24">
                        <c:v>3.3560328684489486E-2</c:v>
                      </c:pt>
                      <c:pt idx="25">
                        <c:v>3.5752032763229961E-2</c:v>
                      </c:pt>
                      <c:pt idx="26">
                        <c:v>3.9117054545559547E-2</c:v>
                      </c:pt>
                      <c:pt idx="27">
                        <c:v>3.7106429231189036E-2</c:v>
                      </c:pt>
                      <c:pt idx="28">
                        <c:v>3.7090075160771625E-2</c:v>
                      </c:pt>
                      <c:pt idx="29">
                        <c:v>3.4581124960590529E-2</c:v>
                      </c:pt>
                      <c:pt idx="30">
                        <c:v>4.0295520632397899E-2</c:v>
                      </c:pt>
                      <c:pt idx="31">
                        <c:v>3.8612692949095626E-2</c:v>
                      </c:pt>
                      <c:pt idx="32">
                        <c:v>4.3999465423288794E-2</c:v>
                      </c:pt>
                      <c:pt idx="33">
                        <c:v>4.1316352424455319E-2</c:v>
                      </c:pt>
                      <c:pt idx="34">
                        <c:v>4.3015899130001756E-2</c:v>
                      </c:pt>
                      <c:pt idx="35">
                        <c:v>4.4374085372781986E-2</c:v>
                      </c:pt>
                      <c:pt idx="36">
                        <c:v>4.3563720207818797E-2</c:v>
                      </c:pt>
                      <c:pt idx="37">
                        <c:v>4.5941047841593655E-2</c:v>
                      </c:pt>
                      <c:pt idx="38">
                        <c:v>4.8631024052416504E-2</c:v>
                      </c:pt>
                      <c:pt idx="39">
                        <c:v>5.6538797781215656E-2</c:v>
                      </c:pt>
                      <c:pt idx="40">
                        <c:v>4.9642487426525536E-2</c:v>
                      </c:pt>
                      <c:pt idx="41">
                        <c:v>5.3179631184784797E-2</c:v>
                      </c:pt>
                      <c:pt idx="42">
                        <c:v>5.2352197709909502E-2</c:v>
                      </c:pt>
                      <c:pt idx="43">
                        <c:v>5.6076212995845913E-2</c:v>
                      </c:pt>
                      <c:pt idx="44">
                        <c:v>5.6921729455937396E-2</c:v>
                      </c:pt>
                      <c:pt idx="45">
                        <c:v>5.6415521772593888E-2</c:v>
                      </c:pt>
                      <c:pt idx="46">
                        <c:v>6.3321077336726261E-2</c:v>
                      </c:pt>
                      <c:pt idx="47">
                        <c:v>6.2970507762689337E-2</c:v>
                      </c:pt>
                      <c:pt idx="48">
                        <c:v>6.4484097169351856E-2</c:v>
                      </c:pt>
                      <c:pt idx="49">
                        <c:v>5.9098424739065299E-2</c:v>
                      </c:pt>
                      <c:pt idx="50">
                        <c:v>6.8689704160851892E-2</c:v>
                      </c:pt>
                      <c:pt idx="51">
                        <c:v>6.8019245068878326E-2</c:v>
                      </c:pt>
                      <c:pt idx="52">
                        <c:v>7.5582369733869934E-2</c:v>
                      </c:pt>
                      <c:pt idx="53">
                        <c:v>8.2623878603814635E-2</c:v>
                      </c:pt>
                      <c:pt idx="54">
                        <c:v>7.7256301854610743E-2</c:v>
                      </c:pt>
                      <c:pt idx="55">
                        <c:v>8.382239267081236E-2</c:v>
                      </c:pt>
                      <c:pt idx="56">
                        <c:v>8.6045322782526579E-2</c:v>
                      </c:pt>
                      <c:pt idx="57">
                        <c:v>8.3696792690066954E-2</c:v>
                      </c:pt>
                      <c:pt idx="58">
                        <c:v>9.4017197126969251E-2</c:v>
                      </c:pt>
                      <c:pt idx="59">
                        <c:v>9.7074666715788252E-2</c:v>
                      </c:pt>
                      <c:pt idx="60">
                        <c:v>9.6752818646432454E-2</c:v>
                      </c:pt>
                      <c:pt idx="61">
                        <c:v>0.1005207192513824</c:v>
                      </c:pt>
                      <c:pt idx="62">
                        <c:v>0.11079754076679151</c:v>
                      </c:pt>
                      <c:pt idx="63">
                        <c:v>0.11372415127235642</c:v>
                      </c:pt>
                      <c:pt idx="64">
                        <c:v>0.11753944744604429</c:v>
                      </c:pt>
                      <c:pt idx="65">
                        <c:v>0.11132223294695846</c:v>
                      </c:pt>
                      <c:pt idx="66">
                        <c:v>0.11975376329156984</c:v>
                      </c:pt>
                      <c:pt idx="67">
                        <c:v>0.13782648345000362</c:v>
                      </c:pt>
                      <c:pt idx="68">
                        <c:v>0.12872828014355128</c:v>
                      </c:pt>
                      <c:pt idx="69">
                        <c:v>0.14572457356523477</c:v>
                      </c:pt>
                      <c:pt idx="70">
                        <c:v>0.14256050456148853</c:v>
                      </c:pt>
                      <c:pt idx="71">
                        <c:v>0.15433972923475459</c:v>
                      </c:pt>
                      <c:pt idx="72">
                        <c:v>0.15959409530219665</c:v>
                      </c:pt>
                      <c:pt idx="73">
                        <c:v>0.16816472281641739</c:v>
                      </c:pt>
                      <c:pt idx="74">
                        <c:v>0.18506431364821452</c:v>
                      </c:pt>
                      <c:pt idx="75">
                        <c:v>0.18657565061799766</c:v>
                      </c:pt>
                      <c:pt idx="76">
                        <c:v>0.19520864105572075</c:v>
                      </c:pt>
                      <c:pt idx="77">
                        <c:v>0.21015354486965701</c:v>
                      </c:pt>
                      <c:pt idx="78">
                        <c:v>0.22645420057585949</c:v>
                      </c:pt>
                      <c:pt idx="79">
                        <c:v>0.23743751084100803</c:v>
                      </c:pt>
                      <c:pt idx="80">
                        <c:v>0.24708135571072445</c:v>
                      </c:pt>
                      <c:pt idx="81">
                        <c:v>0.27873279585626937</c:v>
                      </c:pt>
                      <c:pt idx="82">
                        <c:v>0.33959197339803149</c:v>
                      </c:pt>
                      <c:pt idx="83">
                        <c:v>0.38363710998492306</c:v>
                      </c:pt>
                      <c:pt idx="84">
                        <c:v>0.45532878051894837</c:v>
                      </c:pt>
                      <c:pt idx="85">
                        <c:v>0.56721616394921526</c:v>
                      </c:pt>
                      <c:pt idx="86">
                        <c:v>0.67208344718029855</c:v>
                      </c:pt>
                      <c:pt idx="87">
                        <c:v>0.8266397768397572</c:v>
                      </c:pt>
                      <c:pt idx="88">
                        <c:v>1.0144080982056705</c:v>
                      </c:pt>
                      <c:pt idx="89">
                        <c:v>1.2188024104706887</c:v>
                      </c:pt>
                      <c:pt idx="90">
                        <c:v>1.4348847037144987</c:v>
                      </c:pt>
                      <c:pt idx="91">
                        <c:v>1.865909824128607</c:v>
                      </c:pt>
                      <c:pt idx="92">
                        <c:v>2.3400029139658929</c:v>
                      </c:pt>
                      <c:pt idx="93">
                        <c:v>3.0172539077870768</c:v>
                      </c:pt>
                      <c:pt idx="94">
                        <c:v>4.2013602489418842</c:v>
                      </c:pt>
                      <c:pt idx="95">
                        <c:v>7.0098732161690673</c:v>
                      </c:pt>
                      <c:pt idx="96">
                        <c:v>19.575459742538566</c:v>
                      </c:pt>
                      <c:pt idx="97">
                        <c:v>109.06392154371206</c:v>
                      </c:pt>
                      <c:pt idx="98">
                        <c:v>691.82807795620249</c:v>
                      </c:pt>
                      <c:pt idx="99">
                        <c:v>3084.9727682149287</c:v>
                      </c:pt>
                      <c:pt idx="100">
                        <c:v>9071.7800270856442</c:v>
                      </c:pt>
                      <c:pt idx="101">
                        <c:v>16629.301759878668</c:v>
                      </c:pt>
                      <c:pt idx="102">
                        <c:v>20865.261919724631</c:v>
                      </c:pt>
                      <c:pt idx="103">
                        <c:v>21112.86719558575</c:v>
                      </c:pt>
                      <c:pt idx="104">
                        <c:v>17441.866422104384</c:v>
                      </c:pt>
                      <c:pt idx="105">
                        <c:v>10415.902067426265</c:v>
                      </c:pt>
                      <c:pt idx="106">
                        <c:v>3711.6760343033434</c:v>
                      </c:pt>
                      <c:pt idx="107">
                        <c:v>789.80587087788547</c:v>
                      </c:pt>
                      <c:pt idx="108">
                        <c:v>197.93448123385096</c:v>
                      </c:pt>
                      <c:pt idx="109">
                        <c:v>51.647463293702572</c:v>
                      </c:pt>
                      <c:pt idx="110">
                        <c:v>27.766691159322303</c:v>
                      </c:pt>
                      <c:pt idx="111">
                        <c:v>19.651859536390983</c:v>
                      </c:pt>
                      <c:pt idx="112">
                        <c:v>15.113635076581344</c:v>
                      </c:pt>
                      <c:pt idx="113">
                        <c:v>11.958909299389072</c:v>
                      </c:pt>
                      <c:pt idx="114">
                        <c:v>9.8192785960152396</c:v>
                      </c:pt>
                      <c:pt idx="115">
                        <c:v>8.3494823583553437</c:v>
                      </c:pt>
                      <c:pt idx="116">
                        <c:v>7.0244053719064228</c:v>
                      </c:pt>
                      <c:pt idx="117">
                        <c:v>5.9527866966922858</c:v>
                      </c:pt>
                      <c:pt idx="118">
                        <c:v>5.1772628935571259</c:v>
                      </c:pt>
                      <c:pt idx="119">
                        <c:v>4.4579100518243484</c:v>
                      </c:pt>
                      <c:pt idx="120">
                        <c:v>3.9370826990307459</c:v>
                      </c:pt>
                      <c:pt idx="121">
                        <c:v>3.4716060224271654</c:v>
                      </c:pt>
                      <c:pt idx="122">
                        <c:v>3.0786917548264787</c:v>
                      </c:pt>
                      <c:pt idx="123">
                        <c:v>2.7892131558430098</c:v>
                      </c:pt>
                      <c:pt idx="124">
                        <c:v>2.496939095027364</c:v>
                      </c:pt>
                      <c:pt idx="125">
                        <c:v>2.2597762008618751</c:v>
                      </c:pt>
                      <c:pt idx="126">
                        <c:v>2.0681477949396672</c:v>
                      </c:pt>
                      <c:pt idx="127">
                        <c:v>1.8717217080243793</c:v>
                      </c:pt>
                      <c:pt idx="128">
                        <c:v>1.6895997693306877</c:v>
                      </c:pt>
                      <c:pt idx="129">
                        <c:v>1.4829163136085268</c:v>
                      </c:pt>
                      <c:pt idx="130">
                        <c:v>1.311653014826226</c:v>
                      </c:pt>
                      <c:pt idx="131">
                        <c:v>1.1663193639979406</c:v>
                      </c:pt>
                      <c:pt idx="132">
                        <c:v>1.0251041650821644</c:v>
                      </c:pt>
                      <c:pt idx="133">
                        <c:v>0.89255672823917176</c:v>
                      </c:pt>
                      <c:pt idx="134">
                        <c:v>0.76242151857408724</c:v>
                      </c:pt>
                      <c:pt idx="135">
                        <c:v>0.65270130011656735</c:v>
                      </c:pt>
                      <c:pt idx="136">
                        <c:v>0.56208920435365983</c:v>
                      </c:pt>
                      <c:pt idx="137">
                        <c:v>0.48654807314502657</c:v>
                      </c:pt>
                      <c:pt idx="138">
                        <c:v>0.42353279795261062</c:v>
                      </c:pt>
                      <c:pt idx="139">
                        <c:v>0.34777578394994918</c:v>
                      </c:pt>
                      <c:pt idx="140">
                        <c:v>0.26896575290950647</c:v>
                      </c:pt>
                      <c:pt idx="141">
                        <c:v>0.22627447657149996</c:v>
                      </c:pt>
                      <c:pt idx="142">
                        <c:v>0.20389770652229577</c:v>
                      </c:pt>
                      <c:pt idx="143">
                        <c:v>0.17068444155664617</c:v>
                      </c:pt>
                      <c:pt idx="144">
                        <c:v>0.15191140187575786</c:v>
                      </c:pt>
                      <c:pt idx="145">
                        <c:v>0.12933217160681898</c:v>
                      </c:pt>
                      <c:pt idx="146">
                        <c:v>0.11850801063217198</c:v>
                      </c:pt>
                      <c:pt idx="147">
                        <c:v>0.11038012674083894</c:v>
                      </c:pt>
                      <c:pt idx="148">
                        <c:v>0.10654021673984354</c:v>
                      </c:pt>
                      <c:pt idx="149">
                        <c:v>9.8893369600579206E-2</c:v>
                      </c:pt>
                      <c:pt idx="150">
                        <c:v>9.2411068827950915E-2</c:v>
                      </c:pt>
                      <c:pt idx="151">
                        <c:v>8.4606985601250198E-2</c:v>
                      </c:pt>
                      <c:pt idx="152">
                        <c:v>8.6858707586285416E-2</c:v>
                      </c:pt>
                      <c:pt idx="153">
                        <c:v>8.248832407536541E-2</c:v>
                      </c:pt>
                      <c:pt idx="154">
                        <c:v>8.6362938412616552E-2</c:v>
                      </c:pt>
                      <c:pt idx="155">
                        <c:v>7.6861654310730609E-2</c:v>
                      </c:pt>
                      <c:pt idx="156">
                        <c:v>7.9572909749731968E-2</c:v>
                      </c:pt>
                      <c:pt idx="157">
                        <c:v>6.5626472345208575E-2</c:v>
                      </c:pt>
                      <c:pt idx="158">
                        <c:v>7.1242603457735115E-2</c:v>
                      </c:pt>
                      <c:pt idx="159">
                        <c:v>6.3068638789569004E-2</c:v>
                      </c:pt>
                      <c:pt idx="160">
                        <c:v>6.6123893193967956E-2</c:v>
                      </c:pt>
                      <c:pt idx="161">
                        <c:v>6.4955914913668922E-2</c:v>
                      </c:pt>
                      <c:pt idx="162">
                        <c:v>6.1695095698781087E-2</c:v>
                      </c:pt>
                      <c:pt idx="163">
                        <c:v>5.6941359034883739E-2</c:v>
                      </c:pt>
                      <c:pt idx="164">
                        <c:v>5.338322295870291E-2</c:v>
                      </c:pt>
                      <c:pt idx="165">
                        <c:v>5.1874428913561692E-2</c:v>
                      </c:pt>
                      <c:pt idx="166">
                        <c:v>5.5642439438054248E-2</c:v>
                      </c:pt>
                      <c:pt idx="167">
                        <c:v>5.3286294303744514E-2</c:v>
                      </c:pt>
                      <c:pt idx="168">
                        <c:v>5.5847941855209381E-2</c:v>
                      </c:pt>
                      <c:pt idx="169">
                        <c:v>5.3644350219609754E-2</c:v>
                      </c:pt>
                      <c:pt idx="170">
                        <c:v>5.2961363595377023E-2</c:v>
                      </c:pt>
                      <c:pt idx="171">
                        <c:v>4.5285294375268507E-2</c:v>
                      </c:pt>
                      <c:pt idx="172">
                        <c:v>5.0399602442487326E-2</c:v>
                      </c:pt>
                      <c:pt idx="173">
                        <c:v>5.0559425574108238E-2</c:v>
                      </c:pt>
                      <c:pt idx="174">
                        <c:v>3.9850229214601546E-2</c:v>
                      </c:pt>
                      <c:pt idx="175">
                        <c:v>3.9004124217745892E-2</c:v>
                      </c:pt>
                      <c:pt idx="176">
                        <c:v>3.8154224006446975E-2</c:v>
                      </c:pt>
                      <c:pt idx="177">
                        <c:v>4.2752174467570209E-2</c:v>
                      </c:pt>
                      <c:pt idx="178">
                        <c:v>4.1224102363057534E-2</c:v>
                      </c:pt>
                      <c:pt idx="179">
                        <c:v>3.680309004196302E-2</c:v>
                      </c:pt>
                      <c:pt idx="180">
                        <c:v>3.1679768095922115E-2</c:v>
                      </c:pt>
                      <c:pt idx="181">
                        <c:v>3.47654707708282E-2</c:v>
                      </c:pt>
                      <c:pt idx="182">
                        <c:v>3.2538986817042446E-2</c:v>
                      </c:pt>
                      <c:pt idx="183">
                        <c:v>3.4253047541355441E-2</c:v>
                      </c:pt>
                      <c:pt idx="184">
                        <c:v>3.5620555323775768E-2</c:v>
                      </c:pt>
                      <c:pt idx="185">
                        <c:v>3.9392500118177499E-2</c:v>
                      </c:pt>
                      <c:pt idx="186">
                        <c:v>2.6260748703494898E-2</c:v>
                      </c:pt>
                      <c:pt idx="187">
                        <c:v>3.2741026562828957E-2</c:v>
                      </c:pt>
                      <c:pt idx="188">
                        <c:v>3.3260041278951949E-2</c:v>
                      </c:pt>
                      <c:pt idx="189">
                        <c:v>2.7463184535013403E-2</c:v>
                      </c:pt>
                      <c:pt idx="190">
                        <c:v>3.0018277890625847E-2</c:v>
                      </c:pt>
                      <c:pt idx="191">
                        <c:v>2.9321165913203624E-2</c:v>
                      </c:pt>
                      <c:pt idx="192">
                        <c:v>2.9137045069130195E-2</c:v>
                      </c:pt>
                      <c:pt idx="193">
                        <c:v>2.7432799438803303E-2</c:v>
                      </c:pt>
                      <c:pt idx="194">
                        <c:v>2.6407312106352162E-2</c:v>
                      </c:pt>
                      <c:pt idx="195">
                        <c:v>2.8282427434404404E-2</c:v>
                      </c:pt>
                      <c:pt idx="196">
                        <c:v>2.5896168867963119E-2</c:v>
                      </c:pt>
                      <c:pt idx="197">
                        <c:v>2.2838531547869204E-2</c:v>
                      </c:pt>
                      <c:pt idx="198">
                        <c:v>2.284516010791781E-2</c:v>
                      </c:pt>
                      <c:pt idx="199">
                        <c:v>2.9829890023672829E-2</c:v>
                      </c:pt>
                      <c:pt idx="200">
                        <c:v>2.5915648009781383E-2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C239-4823-87E0-DF994367987C}"/>
                  </c:ext>
                </c:extLst>
              </c15:ser>
            </c15:filteredScatterSeries>
          </c:ext>
        </c:extLst>
      </c:scatterChart>
      <c:valAx>
        <c:axId val="4425676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2568143"/>
        <c:crosses val="autoZero"/>
        <c:crossBetween val="midCat"/>
      </c:valAx>
      <c:valAx>
        <c:axId val="442568143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2567663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8431861879204053"/>
          <c:y val="0.15128978718729733"/>
          <c:w val="0.31152710836660968"/>
          <c:h val="0.172335727539437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ja-JP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三サンプル</a:t>
            </a:r>
            <a:r>
              <a:rPr lang="en-US" altLang="zh-CN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ω</a:t>
            </a:r>
            <a:r>
              <a:rPr lang="el-GR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-</a:t>
            </a:r>
            <a:r>
              <a:rPr lang="en-US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scan</a:t>
            </a:r>
            <a:r>
              <a:rPr lang="ja-JP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比べ</a:t>
            </a:r>
            <a:r>
              <a:rPr lang="en-US" altLang="ja-JP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(90deg</a:t>
            </a:r>
            <a:r>
              <a:rPr lang="zh-CN" altLang="en-US" sz="1400" b="0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</a:rPr>
              <a:t>）</a:t>
            </a:r>
            <a:endParaRPr lang="zh-CN" altLang="en-US" dirty="0"/>
          </a:p>
        </c:rich>
      </c:tx>
      <c:layout>
        <c:manualLayout>
          <c:xMode val="edge"/>
          <c:yMode val="edge"/>
          <c:x val="0.27006006529977344"/>
          <c:y val="1.89430582573793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5982302713451246"/>
          <c:y val="0.15195473655259123"/>
          <c:w val="0.70313522141038043"/>
          <c:h val="0.7121456917213469"/>
        </c:manualLayout>
      </c:layout>
      <c:scatterChart>
        <c:scatterStyle val="lineMarker"/>
        <c:varyColors val="0"/>
        <c:ser>
          <c:idx val="1"/>
          <c:order val="1"/>
          <c:tx>
            <c:strRef>
              <c:f>OMEGA!$G$1</c:f>
              <c:strCache>
                <c:ptCount val="1"/>
                <c:pt idx="0">
                  <c:v>Si_RoughTEOS_omega_2</c:v>
                </c:pt>
              </c:strCache>
            </c:strRef>
          </c:tx>
          <c:spPr>
            <a:ln w="254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OMEGA!$K$20:$K$220</c:f>
              <c:numCache>
                <c:formatCode>0.00E+00</c:formatCode>
                <c:ptCount val="201"/>
                <c:pt idx="0">
                  <c:v>2.7545381848502912</c:v>
                </c:pt>
                <c:pt idx="1">
                  <c:v>2.8128607858624473</c:v>
                </c:pt>
                <c:pt idx="2">
                  <c:v>2.9780773624242016</c:v>
                </c:pt>
                <c:pt idx="3">
                  <c:v>3.0649709279906037</c:v>
                </c:pt>
                <c:pt idx="4">
                  <c:v>3.2303323076173669</c:v>
                </c:pt>
                <c:pt idx="5">
                  <c:v>3.3336427708438081</c:v>
                </c:pt>
                <c:pt idx="6">
                  <c:v>3.523030607896676</c:v>
                </c:pt>
                <c:pt idx="7">
                  <c:v>3.6536649776582921</c:v>
                </c:pt>
                <c:pt idx="8">
                  <c:v>3.8505526471415332</c:v>
                </c:pt>
                <c:pt idx="9">
                  <c:v>3.9438076226920034</c:v>
                </c:pt>
                <c:pt idx="10">
                  <c:v>4.2030903456724218</c:v>
                </c:pt>
                <c:pt idx="11">
                  <c:v>4.3318472872198095</c:v>
                </c:pt>
                <c:pt idx="12">
                  <c:v>4.5971135298538508</c:v>
                </c:pt>
                <c:pt idx="13">
                  <c:v>4.8303272574485936</c:v>
                </c:pt>
                <c:pt idx="14">
                  <c:v>5.0029436343413467</c:v>
                </c:pt>
                <c:pt idx="15">
                  <c:v>5.2979531129175603</c:v>
                </c:pt>
                <c:pt idx="16">
                  <c:v>5.4871163470822495</c:v>
                </c:pt>
                <c:pt idx="17">
                  <c:v>5.7868151329474911</c:v>
                </c:pt>
                <c:pt idx="18">
                  <c:v>6.0980413901163324</c:v>
                </c:pt>
                <c:pt idx="19">
                  <c:v>6.4043656392840349</c:v>
                </c:pt>
                <c:pt idx="20">
                  <c:v>6.7304419338972812</c:v>
                </c:pt>
                <c:pt idx="21">
                  <c:v>7.0624617051536767</c:v>
                </c:pt>
                <c:pt idx="22">
                  <c:v>7.4717550260849066</c:v>
                </c:pt>
                <c:pt idx="23">
                  <c:v>7.8798254941418451</c:v>
                </c:pt>
                <c:pt idx="24">
                  <c:v>8.2540018316964545</c:v>
                </c:pt>
                <c:pt idx="25">
                  <c:v>8.6155619177186527</c:v>
                </c:pt>
                <c:pt idx="26">
                  <c:v>9.1449186956635593</c:v>
                </c:pt>
                <c:pt idx="27">
                  <c:v>9.7025424088417989</c:v>
                </c:pt>
                <c:pt idx="28">
                  <c:v>10.101795049717156</c:v>
                </c:pt>
                <c:pt idx="29">
                  <c:v>10.812411525256339</c:v>
                </c:pt>
                <c:pt idx="30">
                  <c:v>11.414574446612294</c:v>
                </c:pt>
                <c:pt idx="31">
                  <c:v>12.095135730052549</c:v>
                </c:pt>
                <c:pt idx="32">
                  <c:v>12.723703625860679</c:v>
                </c:pt>
                <c:pt idx="33">
                  <c:v>13.550596729532858</c:v>
                </c:pt>
                <c:pt idx="34">
                  <c:v>14.417127895394071</c:v>
                </c:pt>
                <c:pt idx="35">
                  <c:v>15.223356675269002</c:v>
                </c:pt>
                <c:pt idx="36">
                  <c:v>16.078473660714042</c:v>
                </c:pt>
                <c:pt idx="37">
                  <c:v>17.090905553644575</c:v>
                </c:pt>
                <c:pt idx="38">
                  <c:v>18.191865768703604</c:v>
                </c:pt>
                <c:pt idx="39">
                  <c:v>19.399527468362407</c:v>
                </c:pt>
                <c:pt idx="40">
                  <c:v>20.598633613405383</c:v>
                </c:pt>
                <c:pt idx="41">
                  <c:v>22.196093695551525</c:v>
                </c:pt>
                <c:pt idx="42">
                  <c:v>23.554071822713116</c:v>
                </c:pt>
                <c:pt idx="43">
                  <c:v>25.128022422926147</c:v>
                </c:pt>
                <c:pt idx="44">
                  <c:v>26.786619096446753</c:v>
                </c:pt>
                <c:pt idx="45">
                  <c:v>28.921889560477386</c:v>
                </c:pt>
                <c:pt idx="46">
                  <c:v>30.904986885981007</c:v>
                </c:pt>
                <c:pt idx="47">
                  <c:v>32.908564776934384</c:v>
                </c:pt>
                <c:pt idx="48">
                  <c:v>35.369472949632168</c:v>
                </c:pt>
                <c:pt idx="49">
                  <c:v>37.885257790558647</c:v>
                </c:pt>
                <c:pt idx="50">
                  <c:v>40.597227304082338</c:v>
                </c:pt>
                <c:pt idx="51">
                  <c:v>43.452404997986022</c:v>
                </c:pt>
                <c:pt idx="52">
                  <c:v>46.911539527811577</c:v>
                </c:pt>
                <c:pt idx="53">
                  <c:v>50.132750478442226</c:v>
                </c:pt>
                <c:pt idx="54">
                  <c:v>53.914696245077714</c:v>
                </c:pt>
                <c:pt idx="55">
                  <c:v>57.918365829170646</c:v>
                </c:pt>
                <c:pt idx="56">
                  <c:v>62.309429242555844</c:v>
                </c:pt>
                <c:pt idx="57">
                  <c:v>67.464201435727148</c:v>
                </c:pt>
                <c:pt idx="58">
                  <c:v>72.962554826903215</c:v>
                </c:pt>
                <c:pt idx="59">
                  <c:v>79.091720471835032</c:v>
                </c:pt>
                <c:pt idx="60">
                  <c:v>85.939438190189335</c:v>
                </c:pt>
                <c:pt idx="61">
                  <c:v>93.577549893318306</c:v>
                </c:pt>
                <c:pt idx="62">
                  <c:v>101.33638921975016</c:v>
                </c:pt>
                <c:pt idx="63">
                  <c:v>111.00647727473913</c:v>
                </c:pt>
                <c:pt idx="64">
                  <c:v>121.06808150465305</c:v>
                </c:pt>
                <c:pt idx="65">
                  <c:v>132.46686684166676</c:v>
                </c:pt>
                <c:pt idx="66">
                  <c:v>144.83607208755188</c:v>
                </c:pt>
                <c:pt idx="67">
                  <c:v>159.28486183057962</c:v>
                </c:pt>
                <c:pt idx="68">
                  <c:v>174.32392247106793</c:v>
                </c:pt>
                <c:pt idx="69">
                  <c:v>191.54606787130399</c:v>
                </c:pt>
                <c:pt idx="70">
                  <c:v>211.0077715576256</c:v>
                </c:pt>
                <c:pt idx="71">
                  <c:v>233.0030618411962</c:v>
                </c:pt>
                <c:pt idx="72">
                  <c:v>257.77257136141009</c:v>
                </c:pt>
                <c:pt idx="73">
                  <c:v>287.14640102974499</c:v>
                </c:pt>
                <c:pt idx="74">
                  <c:v>319.82066305926122</c:v>
                </c:pt>
                <c:pt idx="75">
                  <c:v>358.38871084049453</c:v>
                </c:pt>
                <c:pt idx="76">
                  <c:v>403.27447315282853</c:v>
                </c:pt>
                <c:pt idx="77">
                  <c:v>456.71746068501602</c:v>
                </c:pt>
                <c:pt idx="78">
                  <c:v>519.11122689805939</c:v>
                </c:pt>
                <c:pt idx="79">
                  <c:v>619.01345118724294</c:v>
                </c:pt>
                <c:pt idx="80">
                  <c:v>700.41593410981011</c:v>
                </c:pt>
                <c:pt idx="81">
                  <c:v>813.05027332382269</c:v>
                </c:pt>
                <c:pt idx="82">
                  <c:v>942.86436137603766</c:v>
                </c:pt>
                <c:pt idx="83">
                  <c:v>1124.8541388437579</c:v>
                </c:pt>
                <c:pt idx="84">
                  <c:v>1343.5417305243168</c:v>
                </c:pt>
                <c:pt idx="85">
                  <c:v>1671.8998694156762</c:v>
                </c:pt>
                <c:pt idx="86">
                  <c:v>2093.0803219921504</c:v>
                </c:pt>
                <c:pt idx="87">
                  <c:v>2636.9716986741796</c:v>
                </c:pt>
                <c:pt idx="88">
                  <c:v>3285.4172883884844</c:v>
                </c:pt>
                <c:pt idx="89">
                  <c:v>4057.1525923601994</c:v>
                </c:pt>
                <c:pt idx="90">
                  <c:v>4867.1887702399008</c:v>
                </c:pt>
                <c:pt idx="91">
                  <c:v>5677.2272951780515</c:v>
                </c:pt>
                <c:pt idx="92">
                  <c:v>6477.205636580592</c:v>
                </c:pt>
                <c:pt idx="93">
                  <c:v>7227.7253989949404</c:v>
                </c:pt>
                <c:pt idx="94">
                  <c:v>7982.9768591373486</c:v>
                </c:pt>
                <c:pt idx="95">
                  <c:v>8698.8604460729875</c:v>
                </c:pt>
                <c:pt idx="96">
                  <c:v>9398.7035911550156</c:v>
                </c:pt>
                <c:pt idx="97">
                  <c:v>10013.12436964128</c:v>
                </c:pt>
                <c:pt idx="98">
                  <c:v>10453.972991970066</c:v>
                </c:pt>
                <c:pt idx="99">
                  <c:v>10597.792496793154</c:v>
                </c:pt>
                <c:pt idx="100">
                  <c:v>10522.185612214087</c:v>
                </c:pt>
                <c:pt idx="101">
                  <c:v>10199.05304709568</c:v>
                </c:pt>
                <c:pt idx="102">
                  <c:v>9697.4725646781844</c:v>
                </c:pt>
                <c:pt idx="103">
                  <c:v>9019.5235239378344</c:v>
                </c:pt>
                <c:pt idx="104">
                  <c:v>8228.284367881146</c:v>
                </c:pt>
                <c:pt idx="105">
                  <c:v>7246.8538253972856</c:v>
                </c:pt>
                <c:pt idx="106">
                  <c:v>6185.3569138648145</c:v>
                </c:pt>
                <c:pt idx="107">
                  <c:v>5127.772108675842</c:v>
                </c:pt>
                <c:pt idx="108">
                  <c:v>4169.8557586003481</c:v>
                </c:pt>
                <c:pt idx="109">
                  <c:v>3364.2116256915879</c:v>
                </c:pt>
                <c:pt idx="110">
                  <c:v>2713.1460398976328</c:v>
                </c:pt>
                <c:pt idx="111">
                  <c:v>2213.0932344374769</c:v>
                </c:pt>
                <c:pt idx="112">
                  <c:v>1805.0644331621463</c:v>
                </c:pt>
                <c:pt idx="113">
                  <c:v>1512.5093418347783</c:v>
                </c:pt>
                <c:pt idx="114">
                  <c:v>1255.3696514359265</c:v>
                </c:pt>
                <c:pt idx="115">
                  <c:v>1060.7015148790283</c:v>
                </c:pt>
                <c:pt idx="116">
                  <c:v>899.4902405734955</c:v>
                </c:pt>
                <c:pt idx="117">
                  <c:v>770.59026101780978</c:v>
                </c:pt>
                <c:pt idx="118">
                  <c:v>664.62164293857938</c:v>
                </c:pt>
                <c:pt idx="119">
                  <c:v>579.66282146885317</c:v>
                </c:pt>
                <c:pt idx="120">
                  <c:v>512.95270822002749</c:v>
                </c:pt>
                <c:pt idx="121">
                  <c:v>455.69823345196318</c:v>
                </c:pt>
                <c:pt idx="122">
                  <c:v>398.75387444792136</c:v>
                </c:pt>
                <c:pt idx="123">
                  <c:v>355.91012298061759</c:v>
                </c:pt>
                <c:pt idx="124">
                  <c:v>317.93263663704221</c:v>
                </c:pt>
                <c:pt idx="125">
                  <c:v>285.92148210680489</c:v>
                </c:pt>
                <c:pt idx="126">
                  <c:v>255.28714566694788</c:v>
                </c:pt>
                <c:pt idx="127">
                  <c:v>223.8232538612331</c:v>
                </c:pt>
                <c:pt idx="128">
                  <c:v>202.50358481922299</c:v>
                </c:pt>
                <c:pt idx="129">
                  <c:v>183.84515005502467</c:v>
                </c:pt>
                <c:pt idx="130">
                  <c:v>167.29746644471609</c:v>
                </c:pt>
                <c:pt idx="131">
                  <c:v>153.0218285755976</c:v>
                </c:pt>
                <c:pt idx="132">
                  <c:v>140.06450383416671</c:v>
                </c:pt>
                <c:pt idx="133">
                  <c:v>128.91876340445691</c:v>
                </c:pt>
                <c:pt idx="134">
                  <c:v>118.54725757124874</c:v>
                </c:pt>
                <c:pt idx="135">
                  <c:v>109.14827628708053</c:v>
                </c:pt>
                <c:pt idx="136">
                  <c:v>100.88640395748698</c:v>
                </c:pt>
                <c:pt idx="137">
                  <c:v>92.119669175340121</c:v>
                </c:pt>
                <c:pt idx="138">
                  <c:v>84.596370570769366</c:v>
                </c:pt>
                <c:pt idx="139">
                  <c:v>77.634709902268952</c:v>
                </c:pt>
                <c:pt idx="140">
                  <c:v>70.932751240874225</c:v>
                </c:pt>
                <c:pt idx="141">
                  <c:v>65.52799510669</c:v>
                </c:pt>
                <c:pt idx="142">
                  <c:v>60.244021481714825</c:v>
                </c:pt>
                <c:pt idx="143">
                  <c:v>56.005327419770403</c:v>
                </c:pt>
                <c:pt idx="144">
                  <c:v>51.58972514273637</c:v>
                </c:pt>
                <c:pt idx="145">
                  <c:v>48.220331813695537</c:v>
                </c:pt>
                <c:pt idx="146">
                  <c:v>44.806630924870213</c:v>
                </c:pt>
                <c:pt idx="147">
                  <c:v>41.754012410855331</c:v>
                </c:pt>
                <c:pt idx="148">
                  <c:v>38.692409641936244</c:v>
                </c:pt>
                <c:pt idx="149">
                  <c:v>36.14261083718538</c:v>
                </c:pt>
                <c:pt idx="150">
                  <c:v>33.624264266371597</c:v>
                </c:pt>
                <c:pt idx="151">
                  <c:v>31.201702358109927</c:v>
                </c:pt>
                <c:pt idx="152">
                  <c:v>28.998805103683519</c:v>
                </c:pt>
                <c:pt idx="153">
                  <c:v>27.07800695674301</c:v>
                </c:pt>
                <c:pt idx="154">
                  <c:v>25.349080042975256</c:v>
                </c:pt>
                <c:pt idx="155">
                  <c:v>23.673525083578546</c:v>
                </c:pt>
                <c:pt idx="156">
                  <c:v>22.132481270276937</c:v>
                </c:pt>
                <c:pt idx="157">
                  <c:v>20.598402395542767</c:v>
                </c:pt>
                <c:pt idx="158">
                  <c:v>19.343097187534561</c:v>
                </c:pt>
                <c:pt idx="159">
                  <c:v>17.972493976042134</c:v>
                </c:pt>
                <c:pt idx="160">
                  <c:v>17.072137021366686</c:v>
                </c:pt>
                <c:pt idx="161">
                  <c:v>15.962872102698229</c:v>
                </c:pt>
                <c:pt idx="162">
                  <c:v>14.852143187439058</c:v>
                </c:pt>
                <c:pt idx="163">
                  <c:v>14.088056422048998</c:v>
                </c:pt>
                <c:pt idx="164">
                  <c:v>13.18122372929073</c:v>
                </c:pt>
                <c:pt idx="165">
                  <c:v>12.440855468430559</c:v>
                </c:pt>
                <c:pt idx="166">
                  <c:v>11.652309170659821</c:v>
                </c:pt>
                <c:pt idx="167">
                  <c:v>11.084407243193967</c:v>
                </c:pt>
                <c:pt idx="168">
                  <c:v>10.643654437055888</c:v>
                </c:pt>
                <c:pt idx="169">
                  <c:v>9.949876229854695</c:v>
                </c:pt>
                <c:pt idx="170">
                  <c:v>9.4116557376917722</c:v>
                </c:pt>
                <c:pt idx="171">
                  <c:v>8.8648205537597313</c:v>
                </c:pt>
                <c:pt idx="172">
                  <c:v>8.3918252481759978</c:v>
                </c:pt>
                <c:pt idx="173">
                  <c:v>7.9269777595429831</c:v>
                </c:pt>
                <c:pt idx="174">
                  <c:v>7.4968764058678481</c:v>
                </c:pt>
                <c:pt idx="175">
                  <c:v>7.068097647138937</c:v>
                </c:pt>
                <c:pt idx="176">
                  <c:v>6.7014349570628831</c:v>
                </c:pt>
                <c:pt idx="177">
                  <c:v>6.3983266523703</c:v>
                </c:pt>
                <c:pt idx="178">
                  <c:v>6.1129702245050055</c:v>
                </c:pt>
                <c:pt idx="179">
                  <c:v>5.7432833961010878</c:v>
                </c:pt>
                <c:pt idx="180">
                  <c:v>5.4503743788520662</c:v>
                </c:pt>
                <c:pt idx="181">
                  <c:v>5.2382132745727192</c:v>
                </c:pt>
                <c:pt idx="182">
                  <c:v>5.0338320749923149</c:v>
                </c:pt>
                <c:pt idx="183">
                  <c:v>4.6815228127206847</c:v>
                </c:pt>
                <c:pt idx="184">
                  <c:v>4.4477555792490451</c:v>
                </c:pt>
                <c:pt idx="185">
                  <c:v>4.2544837599922225</c:v>
                </c:pt>
                <c:pt idx="186">
                  <c:v>4.0745578080931706</c:v>
                </c:pt>
                <c:pt idx="187">
                  <c:v>3.8562366277334905</c:v>
                </c:pt>
                <c:pt idx="188">
                  <c:v>3.7388261536435698</c:v>
                </c:pt>
                <c:pt idx="189">
                  <c:v>3.5318400173393107</c:v>
                </c:pt>
                <c:pt idx="190">
                  <c:v>3.4138955791759198</c:v>
                </c:pt>
                <c:pt idx="191">
                  <c:v>3.19624055825392</c:v>
                </c:pt>
                <c:pt idx="192">
                  <c:v>3.045240907301034</c:v>
                </c:pt>
                <c:pt idx="193">
                  <c:v>2.9259521835408004</c:v>
                </c:pt>
                <c:pt idx="194">
                  <c:v>2.8309285257220855</c:v>
                </c:pt>
                <c:pt idx="195">
                  <c:v>2.6892624006266286</c:v>
                </c:pt>
                <c:pt idx="196">
                  <c:v>2.5739805215625702</c:v>
                </c:pt>
                <c:pt idx="197">
                  <c:v>2.4721866441881319</c:v>
                </c:pt>
                <c:pt idx="198">
                  <c:v>2.33393486768778</c:v>
                </c:pt>
                <c:pt idx="199">
                  <c:v>2.2371219009483361</c:v>
                </c:pt>
                <c:pt idx="200">
                  <c:v>2.204376938853716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D77-4D7C-BDB2-984FE4A673CC}"/>
            </c:ext>
          </c:extLst>
        </c:ser>
        <c:ser>
          <c:idx val="3"/>
          <c:order val="3"/>
          <c:tx>
            <c:strRef>
              <c:f>OMEGA!$S$1</c:f>
              <c:strCache>
                <c:ptCount val="1"/>
                <c:pt idx="0">
                  <c:v>Si_TEOS_omega_2</c:v>
                </c:pt>
              </c:strCache>
            </c:strRef>
          </c:tx>
          <c:spPr>
            <a:ln w="254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OMEGA!$W$20:$W$220</c:f>
              <c:numCache>
                <c:formatCode>0.00E+00</c:formatCode>
                <c:ptCount val="201"/>
                <c:pt idx="0">
                  <c:v>2.1127832235875686E-2</c:v>
                </c:pt>
                <c:pt idx="1">
                  <c:v>2.5135675521279634E-2</c:v>
                </c:pt>
                <c:pt idx="2">
                  <c:v>2.4284234335090381E-2</c:v>
                </c:pt>
                <c:pt idx="3">
                  <c:v>2.2576118598809484E-2</c:v>
                </c:pt>
                <c:pt idx="4">
                  <c:v>2.0275843425824783E-2</c:v>
                </c:pt>
                <c:pt idx="5">
                  <c:v>2.1705080279666535E-2</c:v>
                </c:pt>
                <c:pt idx="6">
                  <c:v>1.684992819931443E-2</c:v>
                </c:pt>
                <c:pt idx="7">
                  <c:v>2.2843605736383478E-2</c:v>
                </c:pt>
                <c:pt idx="8">
                  <c:v>2.027047957242421E-2</c:v>
                </c:pt>
                <c:pt idx="9">
                  <c:v>2.3128508876764538E-2</c:v>
                </c:pt>
                <c:pt idx="10">
                  <c:v>2.7975459926552426E-2</c:v>
                </c:pt>
                <c:pt idx="11">
                  <c:v>2.5695786216540447E-2</c:v>
                </c:pt>
                <c:pt idx="12">
                  <c:v>2.5981927713423336E-2</c:v>
                </c:pt>
                <c:pt idx="13">
                  <c:v>2.4851965837630795E-2</c:v>
                </c:pt>
                <c:pt idx="14">
                  <c:v>2.5428940511479422E-2</c:v>
                </c:pt>
                <c:pt idx="15">
                  <c:v>2.6287186368150903E-2</c:v>
                </c:pt>
                <c:pt idx="16">
                  <c:v>2.5142029610911092E-2</c:v>
                </c:pt>
                <c:pt idx="17">
                  <c:v>2.5437799535448617E-2</c:v>
                </c:pt>
                <c:pt idx="18">
                  <c:v>2.8017232198786952E-2</c:v>
                </c:pt>
                <c:pt idx="19">
                  <c:v>2.9162061610230119E-2</c:v>
                </c:pt>
                <c:pt idx="20">
                  <c:v>3.2881984726861366E-2</c:v>
                </c:pt>
                <c:pt idx="21">
                  <c:v>3.4597357808362032E-2</c:v>
                </c:pt>
                <c:pt idx="22">
                  <c:v>3.0024934421253945E-2</c:v>
                </c:pt>
                <c:pt idx="23">
                  <c:v>3.2325852835382078E-2</c:v>
                </c:pt>
                <c:pt idx="24">
                  <c:v>3.0305525440630903E-2</c:v>
                </c:pt>
                <c:pt idx="25">
                  <c:v>2.8606910949089195E-2</c:v>
                </c:pt>
                <c:pt idx="26">
                  <c:v>3.8027932059353765E-2</c:v>
                </c:pt>
                <c:pt idx="27">
                  <c:v>3.4886662954573218E-2</c:v>
                </c:pt>
                <c:pt idx="28">
                  <c:v>3.8334174158160796E-2</c:v>
                </c:pt>
                <c:pt idx="29">
                  <c:v>3.4035294600500719E-2</c:v>
                </c:pt>
                <c:pt idx="30">
                  <c:v>3.8043630609504733E-2</c:v>
                </c:pt>
                <c:pt idx="31">
                  <c:v>3.9181819544211904E-2</c:v>
                </c:pt>
                <c:pt idx="32">
                  <c:v>4.2913829573791001E-2</c:v>
                </c:pt>
                <c:pt idx="33">
                  <c:v>4.6054191308996274E-2</c:v>
                </c:pt>
                <c:pt idx="34">
                  <c:v>4.6917623695597085E-2</c:v>
                </c:pt>
                <c:pt idx="35">
                  <c:v>3.7199880307954347E-2</c:v>
                </c:pt>
                <c:pt idx="36">
                  <c:v>3.9484716439078284E-2</c:v>
                </c:pt>
                <c:pt idx="37">
                  <c:v>5.0370950569097295E-2</c:v>
                </c:pt>
                <c:pt idx="38">
                  <c:v>5.2666585052541931E-2</c:v>
                </c:pt>
                <c:pt idx="39">
                  <c:v>4.6955639690136303E-2</c:v>
                </c:pt>
                <c:pt idx="40">
                  <c:v>4.9523988589902042E-2</c:v>
                </c:pt>
                <c:pt idx="41">
                  <c:v>5.1544084667687985E-2</c:v>
                </c:pt>
                <c:pt idx="42">
                  <c:v>4.3236589126759484E-2</c:v>
                </c:pt>
                <c:pt idx="43">
                  <c:v>5.2687573057476476E-2</c:v>
                </c:pt>
                <c:pt idx="44">
                  <c:v>5.698016629217717E-2</c:v>
                </c:pt>
                <c:pt idx="45">
                  <c:v>6.3275616618020794E-2</c:v>
                </c:pt>
                <c:pt idx="46">
                  <c:v>5.5002355361280106E-2</c:v>
                </c:pt>
                <c:pt idx="47">
                  <c:v>5.8183790958880911E-2</c:v>
                </c:pt>
                <c:pt idx="48">
                  <c:v>6.5595294050383654E-2</c:v>
                </c:pt>
                <c:pt idx="49">
                  <c:v>6.5029390849642793E-2</c:v>
                </c:pt>
                <c:pt idx="50">
                  <c:v>6.7060064696913876E-2</c:v>
                </c:pt>
                <c:pt idx="51">
                  <c:v>6.304324110116713E-2</c:v>
                </c:pt>
                <c:pt idx="52">
                  <c:v>6.1913775436672695E-2</c:v>
                </c:pt>
                <c:pt idx="53">
                  <c:v>7.7392154963630416E-2</c:v>
                </c:pt>
                <c:pt idx="54">
                  <c:v>7.4789954133126405E-2</c:v>
                </c:pt>
                <c:pt idx="55">
                  <c:v>8.658591755741929E-2</c:v>
                </c:pt>
                <c:pt idx="56">
                  <c:v>8.0250882602072957E-2</c:v>
                </c:pt>
                <c:pt idx="57">
                  <c:v>8.3670726463918932E-2</c:v>
                </c:pt>
                <c:pt idx="58">
                  <c:v>8.0841441295109701E-2</c:v>
                </c:pt>
                <c:pt idx="59">
                  <c:v>8.9478855357803144E-2</c:v>
                </c:pt>
                <c:pt idx="60">
                  <c:v>9.0593364173684451E-2</c:v>
                </c:pt>
                <c:pt idx="61">
                  <c:v>0.10461331536621138</c:v>
                </c:pt>
                <c:pt idx="62">
                  <c:v>8.9737450296418844E-2</c:v>
                </c:pt>
                <c:pt idx="63">
                  <c:v>0.10698017230060201</c:v>
                </c:pt>
                <c:pt idx="64">
                  <c:v>0.1164646874477917</c:v>
                </c:pt>
                <c:pt idx="65">
                  <c:v>0.11135175782094711</c:v>
                </c:pt>
                <c:pt idx="66">
                  <c:v>0.1293917340486315</c:v>
                </c:pt>
                <c:pt idx="67">
                  <c:v>0.11911119285296105</c:v>
                </c:pt>
                <c:pt idx="68">
                  <c:v>0.11883772229650856</c:v>
                </c:pt>
                <c:pt idx="69">
                  <c:v>0.12426443632762028</c:v>
                </c:pt>
                <c:pt idx="70">
                  <c:v>0.1277081921189237</c:v>
                </c:pt>
                <c:pt idx="71">
                  <c:v>0.13866633930309627</c:v>
                </c:pt>
                <c:pt idx="72">
                  <c:v>0.16157464043830982</c:v>
                </c:pt>
                <c:pt idx="73">
                  <c:v>0.16332397411375288</c:v>
                </c:pt>
                <c:pt idx="74">
                  <c:v>0.18137921906144058</c:v>
                </c:pt>
                <c:pt idx="75">
                  <c:v>0.18309568775791238</c:v>
                </c:pt>
                <c:pt idx="76">
                  <c:v>0.18543043772318749</c:v>
                </c:pt>
                <c:pt idx="77">
                  <c:v>0.19635536876916188</c:v>
                </c:pt>
                <c:pt idx="78">
                  <c:v>0.21763237395833981</c:v>
                </c:pt>
                <c:pt idx="79">
                  <c:v>0.23772334761673586</c:v>
                </c:pt>
                <c:pt idx="80">
                  <c:v>0.24415267274505331</c:v>
                </c:pt>
                <c:pt idx="81">
                  <c:v>0.2608781451098951</c:v>
                </c:pt>
                <c:pt idx="82">
                  <c:v>0.29920816368512815</c:v>
                </c:pt>
                <c:pt idx="83">
                  <c:v>0.33414653806962513</c:v>
                </c:pt>
                <c:pt idx="84">
                  <c:v>0.35412165293648273</c:v>
                </c:pt>
                <c:pt idx="85">
                  <c:v>0.4212840029963717</c:v>
                </c:pt>
                <c:pt idx="86">
                  <c:v>0.49604913228863889</c:v>
                </c:pt>
                <c:pt idx="87">
                  <c:v>0.57837531101313888</c:v>
                </c:pt>
                <c:pt idx="88">
                  <c:v>0.72760215506968506</c:v>
                </c:pt>
                <c:pt idx="89">
                  <c:v>0.98782414110644179</c:v>
                </c:pt>
                <c:pt idx="90">
                  <c:v>1.6725604648419574</c:v>
                </c:pt>
                <c:pt idx="91">
                  <c:v>4.8493048568455395</c:v>
                </c:pt>
                <c:pt idx="92">
                  <c:v>21.653946157238348</c:v>
                </c:pt>
                <c:pt idx="93">
                  <c:v>101.52027881647878</c:v>
                </c:pt>
                <c:pt idx="94">
                  <c:v>364.82792803699107</c:v>
                </c:pt>
                <c:pt idx="95">
                  <c:v>1000.2904761592704</c:v>
                </c:pt>
                <c:pt idx="96">
                  <c:v>2057.9164434623472</c:v>
                </c:pt>
                <c:pt idx="97">
                  <c:v>3503.748661309548</c:v>
                </c:pt>
                <c:pt idx="98">
                  <c:v>5163.9457273206199</c:v>
                </c:pt>
                <c:pt idx="99">
                  <c:v>6720.1313656690145</c:v>
                </c:pt>
                <c:pt idx="100">
                  <c:v>7885.8609392296958</c:v>
                </c:pt>
                <c:pt idx="101">
                  <c:v>8565.9493783493726</c:v>
                </c:pt>
                <c:pt idx="102">
                  <c:v>8817.2211807466119</c:v>
                </c:pt>
                <c:pt idx="103">
                  <c:v>8891.8067816101375</c:v>
                </c:pt>
                <c:pt idx="104">
                  <c:v>8850.0762465228581</c:v>
                </c:pt>
                <c:pt idx="105">
                  <c:v>8804.1611698254383</c:v>
                </c:pt>
                <c:pt idx="106">
                  <c:v>8727.6170888412435</c:v>
                </c:pt>
                <c:pt idx="107">
                  <c:v>8625.7542474102047</c:v>
                </c:pt>
                <c:pt idx="108">
                  <c:v>8499.2691601378283</c:v>
                </c:pt>
                <c:pt idx="109">
                  <c:v>8355.7603495793355</c:v>
                </c:pt>
                <c:pt idx="110">
                  <c:v>8119.4800610910679</c:v>
                </c:pt>
                <c:pt idx="111">
                  <c:v>7842.6858327575728</c:v>
                </c:pt>
                <c:pt idx="112">
                  <c:v>7435.6609132433177</c:v>
                </c:pt>
                <c:pt idx="113">
                  <c:v>6860.8435712142655</c:v>
                </c:pt>
                <c:pt idx="114">
                  <c:v>5948.55873472851</c:v>
                </c:pt>
                <c:pt idx="115">
                  <c:v>4759.6869602631041</c:v>
                </c:pt>
                <c:pt idx="116">
                  <c:v>3465.0981456628688</c:v>
                </c:pt>
                <c:pt idx="117">
                  <c:v>2184.6675529462018</c:v>
                </c:pt>
                <c:pt idx="118">
                  <c:v>1134.3795245553224</c:v>
                </c:pt>
                <c:pt idx="119">
                  <c:v>462.97809260970456</c:v>
                </c:pt>
                <c:pt idx="120">
                  <c:v>152.03359901846341</c:v>
                </c:pt>
                <c:pt idx="121">
                  <c:v>54.777687041822254</c:v>
                </c:pt>
                <c:pt idx="122">
                  <c:v>19.795014252381481</c:v>
                </c:pt>
                <c:pt idx="123">
                  <c:v>11.68208694082074</c:v>
                </c:pt>
                <c:pt idx="124">
                  <c:v>8.3938074963722418</c:v>
                </c:pt>
                <c:pt idx="125">
                  <c:v>6.6274451190429851</c:v>
                </c:pt>
                <c:pt idx="126">
                  <c:v>5.2289393279741603</c:v>
                </c:pt>
                <c:pt idx="127">
                  <c:v>3.9016917680207932</c:v>
                </c:pt>
                <c:pt idx="128">
                  <c:v>2.7500523414719016</c:v>
                </c:pt>
                <c:pt idx="129">
                  <c:v>1.8311484021407114</c:v>
                </c:pt>
                <c:pt idx="130">
                  <c:v>1.1299358181470172</c:v>
                </c:pt>
                <c:pt idx="131">
                  <c:v>0.64940295839637685</c:v>
                </c:pt>
                <c:pt idx="132">
                  <c:v>0.41555128944671765</c:v>
                </c:pt>
                <c:pt idx="133">
                  <c:v>0.2984670175075394</c:v>
                </c:pt>
                <c:pt idx="134">
                  <c:v>0.2496915689219803</c:v>
                </c:pt>
                <c:pt idx="135">
                  <c:v>0.23257888336486021</c:v>
                </c:pt>
                <c:pt idx="136">
                  <c:v>0.20304949772793668</c:v>
                </c:pt>
                <c:pt idx="137">
                  <c:v>0.20665993191636101</c:v>
                </c:pt>
                <c:pt idx="138">
                  <c:v>0.18167407469140279</c:v>
                </c:pt>
                <c:pt idx="139">
                  <c:v>0.17534270342053529</c:v>
                </c:pt>
                <c:pt idx="140">
                  <c:v>0.16807247423467708</c:v>
                </c:pt>
                <c:pt idx="141">
                  <c:v>0.16702538180011819</c:v>
                </c:pt>
                <c:pt idx="142">
                  <c:v>0.14910634252812832</c:v>
                </c:pt>
                <c:pt idx="143">
                  <c:v>0.13989832017019943</c:v>
                </c:pt>
                <c:pt idx="144">
                  <c:v>0.13733851688135618</c:v>
                </c:pt>
                <c:pt idx="145">
                  <c:v>0.14435579106208415</c:v>
                </c:pt>
                <c:pt idx="146">
                  <c:v>0.13877852966311727</c:v>
                </c:pt>
                <c:pt idx="147">
                  <c:v>0.12903161742258218</c:v>
                </c:pt>
                <c:pt idx="148">
                  <c:v>0.1186891862311303</c:v>
                </c:pt>
                <c:pt idx="149">
                  <c:v>0.11510482212468154</c:v>
                </c:pt>
                <c:pt idx="150">
                  <c:v>9.9866487742095778E-2</c:v>
                </c:pt>
                <c:pt idx="151">
                  <c:v>0.10908445846881955</c:v>
                </c:pt>
                <c:pt idx="152">
                  <c:v>0.10537089602733246</c:v>
                </c:pt>
                <c:pt idx="153">
                  <c:v>0.10013912412204033</c:v>
                </c:pt>
                <c:pt idx="154">
                  <c:v>9.6372440355918992E-2</c:v>
                </c:pt>
                <c:pt idx="155">
                  <c:v>8.9774240589306983E-2</c:v>
                </c:pt>
                <c:pt idx="156">
                  <c:v>8.3996358541371774E-2</c:v>
                </c:pt>
                <c:pt idx="157">
                  <c:v>8.6276534182171308E-2</c:v>
                </c:pt>
                <c:pt idx="158">
                  <c:v>8.0562696070183459E-2</c:v>
                </c:pt>
                <c:pt idx="159">
                  <c:v>7.8544623568538668E-2</c:v>
                </c:pt>
                <c:pt idx="160">
                  <c:v>8.435094174648855E-2</c:v>
                </c:pt>
                <c:pt idx="161">
                  <c:v>7.7978956425532431E-2</c:v>
                </c:pt>
                <c:pt idx="162">
                  <c:v>6.7875189714765638E-2</c:v>
                </c:pt>
                <c:pt idx="163">
                  <c:v>7.4535843203626814E-2</c:v>
                </c:pt>
                <c:pt idx="164">
                  <c:v>6.5294843198189956E-2</c:v>
                </c:pt>
                <c:pt idx="165">
                  <c:v>6.67553038389328E-2</c:v>
                </c:pt>
                <c:pt idx="166">
                  <c:v>6.0976901400668325E-2</c:v>
                </c:pt>
                <c:pt idx="167">
                  <c:v>6.2753214280364358E-2</c:v>
                </c:pt>
                <c:pt idx="168">
                  <c:v>6.4171506966380756E-2</c:v>
                </c:pt>
                <c:pt idx="169">
                  <c:v>5.5503458429167138E-2</c:v>
                </c:pt>
                <c:pt idx="170">
                  <c:v>5.95560242942322E-2</c:v>
                </c:pt>
                <c:pt idx="171">
                  <c:v>4.65604575394944E-2</c:v>
                </c:pt>
                <c:pt idx="172">
                  <c:v>4.7432972365521381E-2</c:v>
                </c:pt>
                <c:pt idx="173">
                  <c:v>5.1771168312435473E-2</c:v>
                </c:pt>
                <c:pt idx="174">
                  <c:v>4.8285785231535254E-2</c:v>
                </c:pt>
                <c:pt idx="175">
                  <c:v>4.0790555684532784E-2</c:v>
                </c:pt>
                <c:pt idx="176">
                  <c:v>4.8572355824309736E-2</c:v>
                </c:pt>
                <c:pt idx="177">
                  <c:v>3.4130913979886421E-2</c:v>
                </c:pt>
                <c:pt idx="178">
                  <c:v>4.3103344781948133E-2</c:v>
                </c:pt>
                <c:pt idx="179">
                  <c:v>4.3405539605948888E-2</c:v>
                </c:pt>
                <c:pt idx="180">
                  <c:v>3.876770653517355E-2</c:v>
                </c:pt>
                <c:pt idx="181">
                  <c:v>3.5318058658953051E-2</c:v>
                </c:pt>
                <c:pt idx="182">
                  <c:v>4.1078932967194684E-2</c:v>
                </c:pt>
                <c:pt idx="183">
                  <c:v>3.9639100170436557E-2</c:v>
                </c:pt>
                <c:pt idx="184">
                  <c:v>3.8480983710507732E-2</c:v>
                </c:pt>
                <c:pt idx="185">
                  <c:v>3.7336674840311189E-2</c:v>
                </c:pt>
                <c:pt idx="186">
                  <c:v>3.5022196257557051E-2</c:v>
                </c:pt>
                <c:pt idx="187">
                  <c:v>3.1832404589167806E-2</c:v>
                </c:pt>
                <c:pt idx="188">
                  <c:v>3.4450371677533058E-2</c:v>
                </c:pt>
                <c:pt idx="189">
                  <c:v>3.1856308817606184E-2</c:v>
                </c:pt>
                <c:pt idx="190">
                  <c:v>3.4462850856800051E-2</c:v>
                </c:pt>
                <c:pt idx="191">
                  <c:v>3.2419305742883181E-2</c:v>
                </c:pt>
                <c:pt idx="192">
                  <c:v>3.7928306120690536E-2</c:v>
                </c:pt>
                <c:pt idx="193">
                  <c:v>2.5770927151090604E-2</c:v>
                </c:pt>
                <c:pt idx="194">
                  <c:v>3.1552696012873964E-2</c:v>
                </c:pt>
                <c:pt idx="195">
                  <c:v>2.9829535787261541E-2</c:v>
                </c:pt>
                <c:pt idx="196">
                  <c:v>2.3733114757134983E-2</c:v>
                </c:pt>
                <c:pt idx="197">
                  <c:v>2.9249482038008919E-2</c:v>
                </c:pt>
                <c:pt idx="198">
                  <c:v>5.0947171604084435E-2</c:v>
                </c:pt>
                <c:pt idx="199">
                  <c:v>2.4318346611826091E-2</c:v>
                </c:pt>
                <c:pt idx="200">
                  <c:v>2.1716270440765299E-2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D77-4D7C-BDB2-984FE4A673CC}"/>
            </c:ext>
          </c:extLst>
        </c:ser>
        <c:ser>
          <c:idx val="5"/>
          <c:order val="5"/>
          <c:tx>
            <c:strRef>
              <c:f>OMEGA!$AF$1</c:f>
              <c:strCache>
                <c:ptCount val="1"/>
                <c:pt idx="0">
                  <c:v>Si_Thermo_omega_2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OMEGA!$A$20:$A$220</c:f>
              <c:numCache>
                <c:formatCode>General</c:formatCode>
                <c:ptCount val="201"/>
                <c:pt idx="0">
                  <c:v>34.763399999999997</c:v>
                </c:pt>
                <c:pt idx="1">
                  <c:v>34.764400000000002</c:v>
                </c:pt>
                <c:pt idx="2">
                  <c:v>34.7654</c:v>
                </c:pt>
                <c:pt idx="3">
                  <c:v>34.766399999999997</c:v>
                </c:pt>
                <c:pt idx="4">
                  <c:v>34.767400000000002</c:v>
                </c:pt>
                <c:pt idx="5">
                  <c:v>34.7684</c:v>
                </c:pt>
                <c:pt idx="6">
                  <c:v>34.769399999999997</c:v>
                </c:pt>
                <c:pt idx="7">
                  <c:v>34.770400000000002</c:v>
                </c:pt>
                <c:pt idx="8">
                  <c:v>34.7714</c:v>
                </c:pt>
                <c:pt idx="9">
                  <c:v>34.772399999999998</c:v>
                </c:pt>
                <c:pt idx="10">
                  <c:v>34.773400000000002</c:v>
                </c:pt>
                <c:pt idx="11">
                  <c:v>34.7744</c:v>
                </c:pt>
                <c:pt idx="12">
                  <c:v>34.775399999999998</c:v>
                </c:pt>
                <c:pt idx="13">
                  <c:v>34.776400000000002</c:v>
                </c:pt>
                <c:pt idx="14">
                  <c:v>34.7774</c:v>
                </c:pt>
                <c:pt idx="15">
                  <c:v>34.778399999999998</c:v>
                </c:pt>
                <c:pt idx="16">
                  <c:v>34.779400000000003</c:v>
                </c:pt>
                <c:pt idx="17">
                  <c:v>34.7804</c:v>
                </c:pt>
                <c:pt idx="18">
                  <c:v>34.781399999999998</c:v>
                </c:pt>
                <c:pt idx="19">
                  <c:v>34.782400000000003</c:v>
                </c:pt>
                <c:pt idx="20">
                  <c:v>34.7834</c:v>
                </c:pt>
                <c:pt idx="21">
                  <c:v>34.784399999999998</c:v>
                </c:pt>
                <c:pt idx="22">
                  <c:v>34.785400000000003</c:v>
                </c:pt>
                <c:pt idx="23">
                  <c:v>34.7864</c:v>
                </c:pt>
                <c:pt idx="24">
                  <c:v>34.787399999999998</c:v>
                </c:pt>
                <c:pt idx="25">
                  <c:v>34.788400000000003</c:v>
                </c:pt>
                <c:pt idx="26">
                  <c:v>34.789400000000001</c:v>
                </c:pt>
                <c:pt idx="27">
                  <c:v>34.790399999999998</c:v>
                </c:pt>
                <c:pt idx="28">
                  <c:v>34.791400000000003</c:v>
                </c:pt>
                <c:pt idx="29">
                  <c:v>34.792400000000001</c:v>
                </c:pt>
                <c:pt idx="30">
                  <c:v>34.793399999999998</c:v>
                </c:pt>
                <c:pt idx="31">
                  <c:v>34.794400000000003</c:v>
                </c:pt>
                <c:pt idx="32">
                  <c:v>34.795400000000001</c:v>
                </c:pt>
                <c:pt idx="33">
                  <c:v>34.796399999999998</c:v>
                </c:pt>
                <c:pt idx="34">
                  <c:v>34.797400000000003</c:v>
                </c:pt>
                <c:pt idx="35">
                  <c:v>34.798400000000001</c:v>
                </c:pt>
                <c:pt idx="36">
                  <c:v>34.799399999999999</c:v>
                </c:pt>
                <c:pt idx="37">
                  <c:v>34.800400000000003</c:v>
                </c:pt>
                <c:pt idx="38">
                  <c:v>34.801400000000001</c:v>
                </c:pt>
                <c:pt idx="39">
                  <c:v>34.802399999999999</c:v>
                </c:pt>
                <c:pt idx="40">
                  <c:v>34.803400000000003</c:v>
                </c:pt>
                <c:pt idx="41">
                  <c:v>34.804400000000001</c:v>
                </c:pt>
                <c:pt idx="42">
                  <c:v>34.805399999999999</c:v>
                </c:pt>
                <c:pt idx="43">
                  <c:v>34.806399999999996</c:v>
                </c:pt>
                <c:pt idx="44">
                  <c:v>34.807400000000001</c:v>
                </c:pt>
                <c:pt idx="45">
                  <c:v>34.808399999999999</c:v>
                </c:pt>
                <c:pt idx="46">
                  <c:v>34.809399999999997</c:v>
                </c:pt>
                <c:pt idx="47">
                  <c:v>34.810400000000001</c:v>
                </c:pt>
                <c:pt idx="48">
                  <c:v>34.811399999999999</c:v>
                </c:pt>
                <c:pt idx="49">
                  <c:v>34.812399999999997</c:v>
                </c:pt>
                <c:pt idx="50">
                  <c:v>34.813400000000001</c:v>
                </c:pt>
                <c:pt idx="51">
                  <c:v>34.814399999999999</c:v>
                </c:pt>
                <c:pt idx="52">
                  <c:v>34.815399999999997</c:v>
                </c:pt>
                <c:pt idx="53">
                  <c:v>34.816400000000002</c:v>
                </c:pt>
                <c:pt idx="54">
                  <c:v>34.817399999999999</c:v>
                </c:pt>
                <c:pt idx="55">
                  <c:v>34.818399999999997</c:v>
                </c:pt>
                <c:pt idx="56">
                  <c:v>34.819400000000002</c:v>
                </c:pt>
                <c:pt idx="57">
                  <c:v>34.820399999999999</c:v>
                </c:pt>
                <c:pt idx="58">
                  <c:v>34.821399999999997</c:v>
                </c:pt>
                <c:pt idx="59">
                  <c:v>34.822400000000002</c:v>
                </c:pt>
                <c:pt idx="60">
                  <c:v>34.823399999999999</c:v>
                </c:pt>
                <c:pt idx="61">
                  <c:v>34.824399999999997</c:v>
                </c:pt>
                <c:pt idx="62">
                  <c:v>34.825400000000002</c:v>
                </c:pt>
                <c:pt idx="63">
                  <c:v>34.8264</c:v>
                </c:pt>
                <c:pt idx="64">
                  <c:v>34.827399999999997</c:v>
                </c:pt>
                <c:pt idx="65">
                  <c:v>34.828400000000002</c:v>
                </c:pt>
                <c:pt idx="66">
                  <c:v>34.8294</c:v>
                </c:pt>
                <c:pt idx="67">
                  <c:v>34.830399999999997</c:v>
                </c:pt>
                <c:pt idx="68">
                  <c:v>34.831400000000002</c:v>
                </c:pt>
                <c:pt idx="69">
                  <c:v>34.8324</c:v>
                </c:pt>
                <c:pt idx="70">
                  <c:v>34.833399999999997</c:v>
                </c:pt>
                <c:pt idx="71">
                  <c:v>34.834400000000002</c:v>
                </c:pt>
                <c:pt idx="72">
                  <c:v>34.8354</c:v>
                </c:pt>
                <c:pt idx="73">
                  <c:v>34.836399999999998</c:v>
                </c:pt>
                <c:pt idx="74">
                  <c:v>34.837400000000002</c:v>
                </c:pt>
                <c:pt idx="75">
                  <c:v>34.8384</c:v>
                </c:pt>
                <c:pt idx="76">
                  <c:v>34.839399999999998</c:v>
                </c:pt>
                <c:pt idx="77">
                  <c:v>34.840400000000002</c:v>
                </c:pt>
                <c:pt idx="78">
                  <c:v>34.8414</c:v>
                </c:pt>
                <c:pt idx="79">
                  <c:v>34.842399999999998</c:v>
                </c:pt>
                <c:pt idx="80">
                  <c:v>34.843400000000003</c:v>
                </c:pt>
                <c:pt idx="81">
                  <c:v>34.8444</c:v>
                </c:pt>
                <c:pt idx="82">
                  <c:v>34.845399999999998</c:v>
                </c:pt>
                <c:pt idx="83">
                  <c:v>34.846400000000003</c:v>
                </c:pt>
                <c:pt idx="84">
                  <c:v>34.8474</c:v>
                </c:pt>
                <c:pt idx="85">
                  <c:v>34.848399999999998</c:v>
                </c:pt>
                <c:pt idx="86">
                  <c:v>34.849400000000003</c:v>
                </c:pt>
                <c:pt idx="87">
                  <c:v>34.8504</c:v>
                </c:pt>
                <c:pt idx="88">
                  <c:v>34.851399999999998</c:v>
                </c:pt>
                <c:pt idx="89">
                  <c:v>34.852400000000003</c:v>
                </c:pt>
                <c:pt idx="90">
                  <c:v>34.853400000000001</c:v>
                </c:pt>
                <c:pt idx="91">
                  <c:v>34.854399999999998</c:v>
                </c:pt>
                <c:pt idx="92">
                  <c:v>34.855400000000003</c:v>
                </c:pt>
                <c:pt idx="93">
                  <c:v>34.856400000000001</c:v>
                </c:pt>
                <c:pt idx="94">
                  <c:v>34.857399999999998</c:v>
                </c:pt>
                <c:pt idx="95">
                  <c:v>34.858400000000003</c:v>
                </c:pt>
                <c:pt idx="96">
                  <c:v>34.859400000000001</c:v>
                </c:pt>
                <c:pt idx="97">
                  <c:v>34.860399999999998</c:v>
                </c:pt>
                <c:pt idx="98">
                  <c:v>34.861400000000003</c:v>
                </c:pt>
                <c:pt idx="99">
                  <c:v>34.862400000000001</c:v>
                </c:pt>
                <c:pt idx="100">
                  <c:v>34.863399999999999</c:v>
                </c:pt>
                <c:pt idx="101">
                  <c:v>34.864400000000003</c:v>
                </c:pt>
                <c:pt idx="102">
                  <c:v>34.865400000000001</c:v>
                </c:pt>
                <c:pt idx="103">
                  <c:v>34.866399999999999</c:v>
                </c:pt>
                <c:pt idx="104">
                  <c:v>34.867400000000004</c:v>
                </c:pt>
                <c:pt idx="105">
                  <c:v>34.868400000000001</c:v>
                </c:pt>
                <c:pt idx="106">
                  <c:v>34.869399999999999</c:v>
                </c:pt>
                <c:pt idx="107">
                  <c:v>34.870399999999997</c:v>
                </c:pt>
                <c:pt idx="108">
                  <c:v>34.871400000000001</c:v>
                </c:pt>
                <c:pt idx="109">
                  <c:v>34.872399999999999</c:v>
                </c:pt>
                <c:pt idx="110">
                  <c:v>34.873399999999997</c:v>
                </c:pt>
                <c:pt idx="111">
                  <c:v>34.874400000000001</c:v>
                </c:pt>
                <c:pt idx="112">
                  <c:v>34.875399999999999</c:v>
                </c:pt>
                <c:pt idx="113">
                  <c:v>34.876399999999997</c:v>
                </c:pt>
                <c:pt idx="114">
                  <c:v>34.877400000000002</c:v>
                </c:pt>
                <c:pt idx="115">
                  <c:v>34.878399999999999</c:v>
                </c:pt>
                <c:pt idx="116">
                  <c:v>34.879399999999997</c:v>
                </c:pt>
                <c:pt idx="117">
                  <c:v>34.880400000000002</c:v>
                </c:pt>
                <c:pt idx="118">
                  <c:v>34.881399999999999</c:v>
                </c:pt>
                <c:pt idx="119">
                  <c:v>34.882399999999997</c:v>
                </c:pt>
                <c:pt idx="120">
                  <c:v>34.883400000000002</c:v>
                </c:pt>
                <c:pt idx="121">
                  <c:v>34.884399999999999</c:v>
                </c:pt>
                <c:pt idx="122">
                  <c:v>34.885399999999997</c:v>
                </c:pt>
                <c:pt idx="123">
                  <c:v>34.886400000000002</c:v>
                </c:pt>
                <c:pt idx="124">
                  <c:v>34.8874</c:v>
                </c:pt>
                <c:pt idx="125">
                  <c:v>34.888399999999997</c:v>
                </c:pt>
                <c:pt idx="126">
                  <c:v>34.889400000000002</c:v>
                </c:pt>
                <c:pt idx="127">
                  <c:v>34.8904</c:v>
                </c:pt>
                <c:pt idx="128">
                  <c:v>34.891399999999997</c:v>
                </c:pt>
                <c:pt idx="129">
                  <c:v>34.892400000000002</c:v>
                </c:pt>
                <c:pt idx="130">
                  <c:v>34.8934</c:v>
                </c:pt>
                <c:pt idx="131">
                  <c:v>34.894399999999997</c:v>
                </c:pt>
                <c:pt idx="132">
                  <c:v>34.895400000000002</c:v>
                </c:pt>
                <c:pt idx="133">
                  <c:v>34.8964</c:v>
                </c:pt>
                <c:pt idx="134">
                  <c:v>34.897399999999998</c:v>
                </c:pt>
                <c:pt idx="135">
                  <c:v>34.898400000000002</c:v>
                </c:pt>
                <c:pt idx="136">
                  <c:v>34.8994</c:v>
                </c:pt>
                <c:pt idx="137">
                  <c:v>34.900399999999998</c:v>
                </c:pt>
                <c:pt idx="138">
                  <c:v>34.901400000000002</c:v>
                </c:pt>
                <c:pt idx="139">
                  <c:v>34.9024</c:v>
                </c:pt>
                <c:pt idx="140">
                  <c:v>34.903399999999998</c:v>
                </c:pt>
                <c:pt idx="141">
                  <c:v>34.904400000000003</c:v>
                </c:pt>
                <c:pt idx="142">
                  <c:v>34.9054</c:v>
                </c:pt>
                <c:pt idx="143">
                  <c:v>34.906399999999998</c:v>
                </c:pt>
                <c:pt idx="144">
                  <c:v>34.907400000000003</c:v>
                </c:pt>
                <c:pt idx="145">
                  <c:v>34.9084</c:v>
                </c:pt>
                <c:pt idx="146">
                  <c:v>34.909399999999998</c:v>
                </c:pt>
                <c:pt idx="147">
                  <c:v>34.910400000000003</c:v>
                </c:pt>
                <c:pt idx="148">
                  <c:v>34.9114</c:v>
                </c:pt>
                <c:pt idx="149">
                  <c:v>34.912399999999998</c:v>
                </c:pt>
                <c:pt idx="150">
                  <c:v>34.913400000000003</c:v>
                </c:pt>
                <c:pt idx="151">
                  <c:v>34.914400000000001</c:v>
                </c:pt>
                <c:pt idx="152">
                  <c:v>34.915399999999998</c:v>
                </c:pt>
                <c:pt idx="153">
                  <c:v>34.916400000000003</c:v>
                </c:pt>
                <c:pt idx="154">
                  <c:v>34.917400000000001</c:v>
                </c:pt>
                <c:pt idx="155">
                  <c:v>34.918399999999998</c:v>
                </c:pt>
                <c:pt idx="156">
                  <c:v>34.919400000000003</c:v>
                </c:pt>
                <c:pt idx="157">
                  <c:v>34.920400000000001</c:v>
                </c:pt>
                <c:pt idx="158">
                  <c:v>34.921399999999998</c:v>
                </c:pt>
                <c:pt idx="159">
                  <c:v>34.922400000000003</c:v>
                </c:pt>
                <c:pt idx="160">
                  <c:v>34.923400000000001</c:v>
                </c:pt>
                <c:pt idx="161">
                  <c:v>34.924399999999999</c:v>
                </c:pt>
                <c:pt idx="162">
                  <c:v>34.925400000000003</c:v>
                </c:pt>
                <c:pt idx="163">
                  <c:v>34.926400000000001</c:v>
                </c:pt>
                <c:pt idx="164">
                  <c:v>34.927399999999999</c:v>
                </c:pt>
                <c:pt idx="165">
                  <c:v>34.928400000000003</c:v>
                </c:pt>
                <c:pt idx="166">
                  <c:v>34.929400000000001</c:v>
                </c:pt>
                <c:pt idx="167">
                  <c:v>34.930399999999999</c:v>
                </c:pt>
                <c:pt idx="168">
                  <c:v>34.931399999999996</c:v>
                </c:pt>
                <c:pt idx="169">
                  <c:v>34.932400000000001</c:v>
                </c:pt>
                <c:pt idx="170">
                  <c:v>34.933399999999999</c:v>
                </c:pt>
                <c:pt idx="171">
                  <c:v>34.934399999999997</c:v>
                </c:pt>
                <c:pt idx="172">
                  <c:v>34.935400000000001</c:v>
                </c:pt>
                <c:pt idx="173">
                  <c:v>34.936399999999999</c:v>
                </c:pt>
                <c:pt idx="174">
                  <c:v>34.937399999999997</c:v>
                </c:pt>
                <c:pt idx="175">
                  <c:v>34.938400000000001</c:v>
                </c:pt>
                <c:pt idx="176">
                  <c:v>34.939399999999999</c:v>
                </c:pt>
                <c:pt idx="177">
                  <c:v>34.940399999999997</c:v>
                </c:pt>
                <c:pt idx="178">
                  <c:v>34.941400000000002</c:v>
                </c:pt>
                <c:pt idx="179">
                  <c:v>34.942399999999999</c:v>
                </c:pt>
                <c:pt idx="180">
                  <c:v>34.943399999999997</c:v>
                </c:pt>
                <c:pt idx="181">
                  <c:v>34.944400000000002</c:v>
                </c:pt>
                <c:pt idx="182">
                  <c:v>34.945399999999999</c:v>
                </c:pt>
                <c:pt idx="183">
                  <c:v>34.946399999999997</c:v>
                </c:pt>
                <c:pt idx="184">
                  <c:v>34.947400000000002</c:v>
                </c:pt>
                <c:pt idx="185">
                  <c:v>34.948399999999999</c:v>
                </c:pt>
                <c:pt idx="186">
                  <c:v>34.949399999999997</c:v>
                </c:pt>
                <c:pt idx="187">
                  <c:v>34.950400000000002</c:v>
                </c:pt>
                <c:pt idx="188">
                  <c:v>34.9514</c:v>
                </c:pt>
                <c:pt idx="189">
                  <c:v>34.952399999999997</c:v>
                </c:pt>
                <c:pt idx="190">
                  <c:v>34.953400000000002</c:v>
                </c:pt>
                <c:pt idx="191">
                  <c:v>34.9544</c:v>
                </c:pt>
                <c:pt idx="192">
                  <c:v>34.955399999999997</c:v>
                </c:pt>
                <c:pt idx="193">
                  <c:v>34.956400000000002</c:v>
                </c:pt>
                <c:pt idx="194">
                  <c:v>34.9574</c:v>
                </c:pt>
                <c:pt idx="195">
                  <c:v>34.958399999999997</c:v>
                </c:pt>
                <c:pt idx="196">
                  <c:v>34.959400000000002</c:v>
                </c:pt>
                <c:pt idx="197">
                  <c:v>34.9604</c:v>
                </c:pt>
                <c:pt idx="198">
                  <c:v>34.961399999999998</c:v>
                </c:pt>
                <c:pt idx="199">
                  <c:v>34.962400000000002</c:v>
                </c:pt>
                <c:pt idx="200">
                  <c:v>34.9634</c:v>
                </c:pt>
              </c:numCache>
            </c:numRef>
          </c:xVal>
          <c:yVal>
            <c:numRef>
              <c:f>OMEGA!$AJ$20:$AJ$220</c:f>
              <c:numCache>
                <c:formatCode>0.00E+00</c:formatCode>
                <c:ptCount val="201"/>
                <c:pt idx="0">
                  <c:v>2.1948558877729639E-2</c:v>
                </c:pt>
                <c:pt idx="1">
                  <c:v>2.1114863803347015E-2</c:v>
                </c:pt>
                <c:pt idx="2">
                  <c:v>2.0787346567798692E-2</c:v>
                </c:pt>
                <c:pt idx="3">
                  <c:v>2.2129123435244653E-2</c:v>
                </c:pt>
                <c:pt idx="4">
                  <c:v>2.5150366496170654E-2</c:v>
                </c:pt>
                <c:pt idx="5">
                  <c:v>2.0457297052462336E-2</c:v>
                </c:pt>
                <c:pt idx="6">
                  <c:v>2.4980218684546376E-2</c:v>
                </c:pt>
                <c:pt idx="7">
                  <c:v>1.9962799742067206E-2</c:v>
                </c:pt>
                <c:pt idx="8">
                  <c:v>2.5329541104032835E-2</c:v>
                </c:pt>
                <c:pt idx="9">
                  <c:v>2.5331435835439481E-2</c:v>
                </c:pt>
                <c:pt idx="10">
                  <c:v>2.3323584242915366E-2</c:v>
                </c:pt>
                <c:pt idx="11">
                  <c:v>2.7516550911751689E-2</c:v>
                </c:pt>
                <c:pt idx="12">
                  <c:v>2.4497051209407674E-2</c:v>
                </c:pt>
                <c:pt idx="13">
                  <c:v>2.902783141494604E-2</c:v>
                </c:pt>
                <c:pt idx="14">
                  <c:v>2.7344934217566733E-2</c:v>
                </c:pt>
                <c:pt idx="15">
                  <c:v>2.4822457789955614E-2</c:v>
                </c:pt>
                <c:pt idx="16">
                  <c:v>2.7007058940675118E-2</c:v>
                </c:pt>
                <c:pt idx="17">
                  <c:v>2.9688334381622269E-2</c:v>
                </c:pt>
                <c:pt idx="18">
                  <c:v>2.7502933841927424E-2</c:v>
                </c:pt>
                <c:pt idx="19">
                  <c:v>2.9850692204012107E-2</c:v>
                </c:pt>
                <c:pt idx="20">
                  <c:v>2.8674446731580917E-2</c:v>
                </c:pt>
                <c:pt idx="21">
                  <c:v>2.8179476494769005E-2</c:v>
                </c:pt>
                <c:pt idx="22">
                  <c:v>3.3712180531175487E-2</c:v>
                </c:pt>
                <c:pt idx="23">
                  <c:v>3.2386901917962403E-2</c:v>
                </c:pt>
                <c:pt idx="24">
                  <c:v>3.3560328684489486E-2</c:v>
                </c:pt>
                <c:pt idx="25">
                  <c:v>3.5752032763229961E-2</c:v>
                </c:pt>
                <c:pt idx="26">
                  <c:v>3.9117054545559547E-2</c:v>
                </c:pt>
                <c:pt idx="27">
                  <c:v>3.7106429231189036E-2</c:v>
                </c:pt>
                <c:pt idx="28">
                  <c:v>3.7090075160771625E-2</c:v>
                </c:pt>
                <c:pt idx="29">
                  <c:v>3.4581124960590529E-2</c:v>
                </c:pt>
                <c:pt idx="30">
                  <c:v>4.0295520632397899E-2</c:v>
                </c:pt>
                <c:pt idx="31">
                  <c:v>3.8612692949095626E-2</c:v>
                </c:pt>
                <c:pt idx="32">
                  <c:v>4.3999465423288794E-2</c:v>
                </c:pt>
                <c:pt idx="33">
                  <c:v>4.1316352424455319E-2</c:v>
                </c:pt>
                <c:pt idx="34">
                  <c:v>4.3015899130001756E-2</c:v>
                </c:pt>
                <c:pt idx="35">
                  <c:v>4.4374085372781986E-2</c:v>
                </c:pt>
                <c:pt idx="36">
                  <c:v>4.3563720207818797E-2</c:v>
                </c:pt>
                <c:pt idx="37">
                  <c:v>4.5941047841593655E-2</c:v>
                </c:pt>
                <c:pt idx="38">
                  <c:v>4.8631024052416504E-2</c:v>
                </c:pt>
                <c:pt idx="39">
                  <c:v>5.6538797781215656E-2</c:v>
                </c:pt>
                <c:pt idx="40">
                  <c:v>4.9642487426525536E-2</c:v>
                </c:pt>
                <c:pt idx="41">
                  <c:v>5.3179631184784797E-2</c:v>
                </c:pt>
                <c:pt idx="42">
                  <c:v>5.2352197709909502E-2</c:v>
                </c:pt>
                <c:pt idx="43">
                  <c:v>5.6076212995845913E-2</c:v>
                </c:pt>
                <c:pt idx="44">
                  <c:v>5.6921729455937396E-2</c:v>
                </c:pt>
                <c:pt idx="45">
                  <c:v>5.6415521772593888E-2</c:v>
                </c:pt>
                <c:pt idx="46">
                  <c:v>6.3321077336726261E-2</c:v>
                </c:pt>
                <c:pt idx="47">
                  <c:v>6.2970507762689337E-2</c:v>
                </c:pt>
                <c:pt idx="48">
                  <c:v>6.4484097169351856E-2</c:v>
                </c:pt>
                <c:pt idx="49">
                  <c:v>5.9098424739065299E-2</c:v>
                </c:pt>
                <c:pt idx="50">
                  <c:v>6.8689704160851892E-2</c:v>
                </c:pt>
                <c:pt idx="51">
                  <c:v>6.8019245068878326E-2</c:v>
                </c:pt>
                <c:pt idx="52">
                  <c:v>7.5582369733869934E-2</c:v>
                </c:pt>
                <c:pt idx="53">
                  <c:v>8.2623878603814635E-2</c:v>
                </c:pt>
                <c:pt idx="54">
                  <c:v>7.7256301854610743E-2</c:v>
                </c:pt>
                <c:pt idx="55">
                  <c:v>8.382239267081236E-2</c:v>
                </c:pt>
                <c:pt idx="56">
                  <c:v>8.6045322782526579E-2</c:v>
                </c:pt>
                <c:pt idx="57">
                  <c:v>8.3696792690066954E-2</c:v>
                </c:pt>
                <c:pt idx="58">
                  <c:v>9.4017197126969251E-2</c:v>
                </c:pt>
                <c:pt idx="59">
                  <c:v>9.7074666715788252E-2</c:v>
                </c:pt>
                <c:pt idx="60">
                  <c:v>9.6752818646432454E-2</c:v>
                </c:pt>
                <c:pt idx="61">
                  <c:v>0.1005207192513824</c:v>
                </c:pt>
                <c:pt idx="62">
                  <c:v>0.11079754076679151</c:v>
                </c:pt>
                <c:pt idx="63">
                  <c:v>0.11372415127235642</c:v>
                </c:pt>
                <c:pt idx="64">
                  <c:v>0.11753944744604429</c:v>
                </c:pt>
                <c:pt idx="65">
                  <c:v>0.11132223294695846</c:v>
                </c:pt>
                <c:pt idx="66">
                  <c:v>0.11975376329156984</c:v>
                </c:pt>
                <c:pt idx="67">
                  <c:v>0.13782648345000362</c:v>
                </c:pt>
                <c:pt idx="68">
                  <c:v>0.12872828014355128</c:v>
                </c:pt>
                <c:pt idx="69">
                  <c:v>0.14572457356523477</c:v>
                </c:pt>
                <c:pt idx="70">
                  <c:v>0.14256050456148853</c:v>
                </c:pt>
                <c:pt idx="71">
                  <c:v>0.15433972923475459</c:v>
                </c:pt>
                <c:pt idx="72">
                  <c:v>0.15959409530219665</c:v>
                </c:pt>
                <c:pt idx="73">
                  <c:v>0.16816472281641739</c:v>
                </c:pt>
                <c:pt idx="74">
                  <c:v>0.18506431364821452</c:v>
                </c:pt>
                <c:pt idx="75">
                  <c:v>0.18657565061799766</c:v>
                </c:pt>
                <c:pt idx="76">
                  <c:v>0.19520864105572075</c:v>
                </c:pt>
                <c:pt idx="77">
                  <c:v>0.21015354486965701</c:v>
                </c:pt>
                <c:pt idx="78">
                  <c:v>0.22645420057585949</c:v>
                </c:pt>
                <c:pt idx="79">
                  <c:v>0.23743751084100803</c:v>
                </c:pt>
                <c:pt idx="80">
                  <c:v>0.24708135571072445</c:v>
                </c:pt>
                <c:pt idx="81">
                  <c:v>0.27873279585626937</c:v>
                </c:pt>
                <c:pt idx="82">
                  <c:v>0.33959197339803149</c:v>
                </c:pt>
                <c:pt idx="83">
                  <c:v>0.38363710998492306</c:v>
                </c:pt>
                <c:pt idx="84">
                  <c:v>0.45532878051894837</c:v>
                </c:pt>
                <c:pt idx="85">
                  <c:v>0.56721616394921526</c:v>
                </c:pt>
                <c:pt idx="86">
                  <c:v>0.67208344718029855</c:v>
                </c:pt>
                <c:pt idx="87">
                  <c:v>0.8266397768397572</c:v>
                </c:pt>
                <c:pt idx="88">
                  <c:v>1.0144080982056705</c:v>
                </c:pt>
                <c:pt idx="89">
                  <c:v>1.2188024104706887</c:v>
                </c:pt>
                <c:pt idx="90">
                  <c:v>1.4348847037144987</c:v>
                </c:pt>
                <c:pt idx="91">
                  <c:v>1.865909824128607</c:v>
                </c:pt>
                <c:pt idx="92">
                  <c:v>2.3400029139658929</c:v>
                </c:pt>
                <c:pt idx="93">
                  <c:v>3.0172539077870768</c:v>
                </c:pt>
                <c:pt idx="94">
                  <c:v>4.2013602489418842</c:v>
                </c:pt>
                <c:pt idx="95">
                  <c:v>7.0098732161690673</c:v>
                </c:pt>
                <c:pt idx="96">
                  <c:v>19.575459742538566</c:v>
                </c:pt>
                <c:pt idx="97">
                  <c:v>109.06392154371206</c:v>
                </c:pt>
                <c:pt idx="98">
                  <c:v>691.82807795620249</c:v>
                </c:pt>
                <c:pt idx="99">
                  <c:v>3084.9727682149287</c:v>
                </c:pt>
                <c:pt idx="100">
                  <c:v>9071.7800270856442</c:v>
                </c:pt>
                <c:pt idx="101">
                  <c:v>16629.301759878668</c:v>
                </c:pt>
                <c:pt idx="102">
                  <c:v>20865.261919724631</c:v>
                </c:pt>
                <c:pt idx="103">
                  <c:v>21112.86719558575</c:v>
                </c:pt>
                <c:pt idx="104">
                  <c:v>17441.866422104384</c:v>
                </c:pt>
                <c:pt idx="105">
                  <c:v>10415.902067426265</c:v>
                </c:pt>
                <c:pt idx="106">
                  <c:v>3711.6760343033434</c:v>
                </c:pt>
                <c:pt idx="107">
                  <c:v>789.80587087788547</c:v>
                </c:pt>
                <c:pt idx="108">
                  <c:v>197.93448123385096</c:v>
                </c:pt>
                <c:pt idx="109">
                  <c:v>51.647463293702572</c:v>
                </c:pt>
                <c:pt idx="110">
                  <c:v>27.766691159322303</c:v>
                </c:pt>
                <c:pt idx="111">
                  <c:v>19.651859536390983</c:v>
                </c:pt>
                <c:pt idx="112">
                  <c:v>15.113635076581344</c:v>
                </c:pt>
                <c:pt idx="113">
                  <c:v>11.958909299389072</c:v>
                </c:pt>
                <c:pt idx="114">
                  <c:v>9.8192785960152396</c:v>
                </c:pt>
                <c:pt idx="115">
                  <c:v>8.3494823583553437</c:v>
                </c:pt>
                <c:pt idx="116">
                  <c:v>7.0244053719064228</c:v>
                </c:pt>
                <c:pt idx="117">
                  <c:v>5.9527866966922858</c:v>
                </c:pt>
                <c:pt idx="118">
                  <c:v>5.1772628935571259</c:v>
                </c:pt>
                <c:pt idx="119">
                  <c:v>4.4579100518243484</c:v>
                </c:pt>
                <c:pt idx="120">
                  <c:v>3.9370826990307459</c:v>
                </c:pt>
                <c:pt idx="121">
                  <c:v>3.4716060224271654</c:v>
                </c:pt>
                <c:pt idx="122">
                  <c:v>3.0786917548264787</c:v>
                </c:pt>
                <c:pt idx="123">
                  <c:v>2.7892131558430098</c:v>
                </c:pt>
                <c:pt idx="124">
                  <c:v>2.496939095027364</c:v>
                </c:pt>
                <c:pt idx="125">
                  <c:v>2.2597762008618751</c:v>
                </c:pt>
                <c:pt idx="126">
                  <c:v>2.0681477949396672</c:v>
                </c:pt>
                <c:pt idx="127">
                  <c:v>1.8717217080243793</c:v>
                </c:pt>
                <c:pt idx="128">
                  <c:v>1.6895997693306877</c:v>
                </c:pt>
                <c:pt idx="129">
                  <c:v>1.4829163136085268</c:v>
                </c:pt>
                <c:pt idx="130">
                  <c:v>1.311653014826226</c:v>
                </c:pt>
                <c:pt idx="131">
                  <c:v>1.1663193639979406</c:v>
                </c:pt>
                <c:pt idx="132">
                  <c:v>1.0251041650821644</c:v>
                </c:pt>
                <c:pt idx="133">
                  <c:v>0.89255672823917176</c:v>
                </c:pt>
                <c:pt idx="134">
                  <c:v>0.76242151857408724</c:v>
                </c:pt>
                <c:pt idx="135">
                  <c:v>0.65270130011656735</c:v>
                </c:pt>
                <c:pt idx="136">
                  <c:v>0.56208920435365983</c:v>
                </c:pt>
                <c:pt idx="137">
                  <c:v>0.48654807314502657</c:v>
                </c:pt>
                <c:pt idx="138">
                  <c:v>0.42353279795261062</c:v>
                </c:pt>
                <c:pt idx="139">
                  <c:v>0.34777578394994918</c:v>
                </c:pt>
                <c:pt idx="140">
                  <c:v>0.26896575290950647</c:v>
                </c:pt>
                <c:pt idx="141">
                  <c:v>0.22627447657149996</c:v>
                </c:pt>
                <c:pt idx="142">
                  <c:v>0.20389770652229577</c:v>
                </c:pt>
                <c:pt idx="143">
                  <c:v>0.17068444155664617</c:v>
                </c:pt>
                <c:pt idx="144">
                  <c:v>0.15191140187575786</c:v>
                </c:pt>
                <c:pt idx="145">
                  <c:v>0.12933217160681898</c:v>
                </c:pt>
                <c:pt idx="146">
                  <c:v>0.11850801063217198</c:v>
                </c:pt>
                <c:pt idx="147">
                  <c:v>0.11038012674083894</c:v>
                </c:pt>
                <c:pt idx="148">
                  <c:v>0.10654021673984354</c:v>
                </c:pt>
                <c:pt idx="149">
                  <c:v>9.8893369600579206E-2</c:v>
                </c:pt>
                <c:pt idx="150">
                  <c:v>9.2411068827950915E-2</c:v>
                </c:pt>
                <c:pt idx="151">
                  <c:v>8.4606985601250198E-2</c:v>
                </c:pt>
                <c:pt idx="152">
                  <c:v>8.6858707586285416E-2</c:v>
                </c:pt>
                <c:pt idx="153">
                  <c:v>8.248832407536541E-2</c:v>
                </c:pt>
                <c:pt idx="154">
                  <c:v>8.6362938412616552E-2</c:v>
                </c:pt>
                <c:pt idx="155">
                  <c:v>7.6861654310730609E-2</c:v>
                </c:pt>
                <c:pt idx="156">
                  <c:v>7.9572909749731968E-2</c:v>
                </c:pt>
                <c:pt idx="157">
                  <c:v>6.5626472345208575E-2</c:v>
                </c:pt>
                <c:pt idx="158">
                  <c:v>7.1242603457735115E-2</c:v>
                </c:pt>
                <c:pt idx="159">
                  <c:v>6.3068638789569004E-2</c:v>
                </c:pt>
                <c:pt idx="160">
                  <c:v>6.6123893193967956E-2</c:v>
                </c:pt>
                <c:pt idx="161">
                  <c:v>6.4955914913668922E-2</c:v>
                </c:pt>
                <c:pt idx="162">
                  <c:v>6.1695095698781087E-2</c:v>
                </c:pt>
                <c:pt idx="163">
                  <c:v>5.6941359034883739E-2</c:v>
                </c:pt>
                <c:pt idx="164">
                  <c:v>5.338322295870291E-2</c:v>
                </c:pt>
                <c:pt idx="165">
                  <c:v>5.1874428913561692E-2</c:v>
                </c:pt>
                <c:pt idx="166">
                  <c:v>5.5642439438054248E-2</c:v>
                </c:pt>
                <c:pt idx="167">
                  <c:v>5.3286294303744514E-2</c:v>
                </c:pt>
                <c:pt idx="168">
                  <c:v>5.5847941855209381E-2</c:v>
                </c:pt>
                <c:pt idx="169">
                  <c:v>5.3644350219609754E-2</c:v>
                </c:pt>
                <c:pt idx="170">
                  <c:v>5.2961363595377023E-2</c:v>
                </c:pt>
                <c:pt idx="171">
                  <c:v>4.5285294375268507E-2</c:v>
                </c:pt>
                <c:pt idx="172">
                  <c:v>5.0399602442487326E-2</c:v>
                </c:pt>
                <c:pt idx="173">
                  <c:v>5.0559425574108238E-2</c:v>
                </c:pt>
                <c:pt idx="174">
                  <c:v>3.9850229214601546E-2</c:v>
                </c:pt>
                <c:pt idx="175">
                  <c:v>3.9004124217745892E-2</c:v>
                </c:pt>
                <c:pt idx="176">
                  <c:v>3.8154224006446975E-2</c:v>
                </c:pt>
                <c:pt idx="177">
                  <c:v>4.2752174467570209E-2</c:v>
                </c:pt>
                <c:pt idx="178">
                  <c:v>4.1224102363057534E-2</c:v>
                </c:pt>
                <c:pt idx="179">
                  <c:v>3.680309004196302E-2</c:v>
                </c:pt>
                <c:pt idx="180">
                  <c:v>3.1679768095922115E-2</c:v>
                </c:pt>
                <c:pt idx="181">
                  <c:v>3.47654707708282E-2</c:v>
                </c:pt>
                <c:pt idx="182">
                  <c:v>3.2538986817042446E-2</c:v>
                </c:pt>
                <c:pt idx="183">
                  <c:v>3.4253047541355441E-2</c:v>
                </c:pt>
                <c:pt idx="184">
                  <c:v>3.5620555323775768E-2</c:v>
                </c:pt>
                <c:pt idx="185">
                  <c:v>3.9392500118177499E-2</c:v>
                </c:pt>
                <c:pt idx="186">
                  <c:v>2.6260748703494898E-2</c:v>
                </c:pt>
                <c:pt idx="187">
                  <c:v>3.2741026562828957E-2</c:v>
                </c:pt>
                <c:pt idx="188">
                  <c:v>3.3260041278951949E-2</c:v>
                </c:pt>
                <c:pt idx="189">
                  <c:v>2.7463184535013403E-2</c:v>
                </c:pt>
                <c:pt idx="190">
                  <c:v>3.0018277890625847E-2</c:v>
                </c:pt>
                <c:pt idx="191">
                  <c:v>2.9321165913203624E-2</c:v>
                </c:pt>
                <c:pt idx="192">
                  <c:v>2.9137045069130195E-2</c:v>
                </c:pt>
                <c:pt idx="193">
                  <c:v>2.7432799438803303E-2</c:v>
                </c:pt>
                <c:pt idx="194">
                  <c:v>2.6407312106352162E-2</c:v>
                </c:pt>
                <c:pt idx="195">
                  <c:v>2.8282427434404404E-2</c:v>
                </c:pt>
                <c:pt idx="196">
                  <c:v>2.5896168867963119E-2</c:v>
                </c:pt>
                <c:pt idx="197">
                  <c:v>2.2838531547869204E-2</c:v>
                </c:pt>
                <c:pt idx="198">
                  <c:v>2.284516010791781E-2</c:v>
                </c:pt>
                <c:pt idx="199">
                  <c:v>2.9829890023672829E-2</c:v>
                </c:pt>
                <c:pt idx="200">
                  <c:v>2.5915648009781383E-2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D77-4D7C-BDB2-984FE4A673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42567663"/>
        <c:axId val="442568143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OMEGA!$A$1</c15:sqref>
                        </c15:formulaRef>
                      </c:ext>
                    </c:extLst>
                    <c:strCache>
                      <c:ptCount val="1"/>
                      <c:pt idx="0">
                        <c:v>Si_RoughTEOS_omega</c:v>
                      </c:pt>
                    </c:strCache>
                  </c:strRef>
                </c:tx>
                <c:spPr>
                  <a:ln w="19050" cap="rnd">
                    <a:solidFill>
                      <a:schemeClr val="accent1"/>
                    </a:solidFill>
                    <a:prstDash val="sys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OMEGA!$A$20:$A$220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34.763399999999997</c:v>
                      </c:pt>
                      <c:pt idx="1">
                        <c:v>34.764400000000002</c:v>
                      </c:pt>
                      <c:pt idx="2">
                        <c:v>34.7654</c:v>
                      </c:pt>
                      <c:pt idx="3">
                        <c:v>34.766399999999997</c:v>
                      </c:pt>
                      <c:pt idx="4">
                        <c:v>34.767400000000002</c:v>
                      </c:pt>
                      <c:pt idx="5">
                        <c:v>34.7684</c:v>
                      </c:pt>
                      <c:pt idx="6">
                        <c:v>34.769399999999997</c:v>
                      </c:pt>
                      <c:pt idx="7">
                        <c:v>34.770400000000002</c:v>
                      </c:pt>
                      <c:pt idx="8">
                        <c:v>34.7714</c:v>
                      </c:pt>
                      <c:pt idx="9">
                        <c:v>34.772399999999998</c:v>
                      </c:pt>
                      <c:pt idx="10">
                        <c:v>34.773400000000002</c:v>
                      </c:pt>
                      <c:pt idx="11">
                        <c:v>34.7744</c:v>
                      </c:pt>
                      <c:pt idx="12">
                        <c:v>34.775399999999998</c:v>
                      </c:pt>
                      <c:pt idx="13">
                        <c:v>34.776400000000002</c:v>
                      </c:pt>
                      <c:pt idx="14">
                        <c:v>34.7774</c:v>
                      </c:pt>
                      <c:pt idx="15">
                        <c:v>34.778399999999998</c:v>
                      </c:pt>
                      <c:pt idx="16">
                        <c:v>34.779400000000003</c:v>
                      </c:pt>
                      <c:pt idx="17">
                        <c:v>34.7804</c:v>
                      </c:pt>
                      <c:pt idx="18">
                        <c:v>34.781399999999998</c:v>
                      </c:pt>
                      <c:pt idx="19">
                        <c:v>34.782400000000003</c:v>
                      </c:pt>
                      <c:pt idx="20">
                        <c:v>34.7834</c:v>
                      </c:pt>
                      <c:pt idx="21">
                        <c:v>34.784399999999998</c:v>
                      </c:pt>
                      <c:pt idx="22">
                        <c:v>34.785400000000003</c:v>
                      </c:pt>
                      <c:pt idx="23">
                        <c:v>34.7864</c:v>
                      </c:pt>
                      <c:pt idx="24">
                        <c:v>34.787399999999998</c:v>
                      </c:pt>
                      <c:pt idx="25">
                        <c:v>34.788400000000003</c:v>
                      </c:pt>
                      <c:pt idx="26">
                        <c:v>34.789400000000001</c:v>
                      </c:pt>
                      <c:pt idx="27">
                        <c:v>34.790399999999998</c:v>
                      </c:pt>
                      <c:pt idx="28">
                        <c:v>34.791400000000003</c:v>
                      </c:pt>
                      <c:pt idx="29">
                        <c:v>34.792400000000001</c:v>
                      </c:pt>
                      <c:pt idx="30">
                        <c:v>34.793399999999998</c:v>
                      </c:pt>
                      <c:pt idx="31">
                        <c:v>34.794400000000003</c:v>
                      </c:pt>
                      <c:pt idx="32">
                        <c:v>34.795400000000001</c:v>
                      </c:pt>
                      <c:pt idx="33">
                        <c:v>34.796399999999998</c:v>
                      </c:pt>
                      <c:pt idx="34">
                        <c:v>34.797400000000003</c:v>
                      </c:pt>
                      <c:pt idx="35">
                        <c:v>34.798400000000001</c:v>
                      </c:pt>
                      <c:pt idx="36">
                        <c:v>34.799399999999999</c:v>
                      </c:pt>
                      <c:pt idx="37">
                        <c:v>34.800400000000003</c:v>
                      </c:pt>
                      <c:pt idx="38">
                        <c:v>34.801400000000001</c:v>
                      </c:pt>
                      <c:pt idx="39">
                        <c:v>34.802399999999999</c:v>
                      </c:pt>
                      <c:pt idx="40">
                        <c:v>34.803400000000003</c:v>
                      </c:pt>
                      <c:pt idx="41">
                        <c:v>34.804400000000001</c:v>
                      </c:pt>
                      <c:pt idx="42">
                        <c:v>34.805399999999999</c:v>
                      </c:pt>
                      <c:pt idx="43">
                        <c:v>34.806399999999996</c:v>
                      </c:pt>
                      <c:pt idx="44">
                        <c:v>34.807400000000001</c:v>
                      </c:pt>
                      <c:pt idx="45">
                        <c:v>34.808399999999999</c:v>
                      </c:pt>
                      <c:pt idx="46">
                        <c:v>34.809399999999997</c:v>
                      </c:pt>
                      <c:pt idx="47">
                        <c:v>34.810400000000001</c:v>
                      </c:pt>
                      <c:pt idx="48">
                        <c:v>34.811399999999999</c:v>
                      </c:pt>
                      <c:pt idx="49">
                        <c:v>34.812399999999997</c:v>
                      </c:pt>
                      <c:pt idx="50">
                        <c:v>34.813400000000001</c:v>
                      </c:pt>
                      <c:pt idx="51">
                        <c:v>34.814399999999999</c:v>
                      </c:pt>
                      <c:pt idx="52">
                        <c:v>34.815399999999997</c:v>
                      </c:pt>
                      <c:pt idx="53">
                        <c:v>34.816400000000002</c:v>
                      </c:pt>
                      <c:pt idx="54">
                        <c:v>34.817399999999999</c:v>
                      </c:pt>
                      <c:pt idx="55">
                        <c:v>34.818399999999997</c:v>
                      </c:pt>
                      <c:pt idx="56">
                        <c:v>34.819400000000002</c:v>
                      </c:pt>
                      <c:pt idx="57">
                        <c:v>34.820399999999999</c:v>
                      </c:pt>
                      <c:pt idx="58">
                        <c:v>34.821399999999997</c:v>
                      </c:pt>
                      <c:pt idx="59">
                        <c:v>34.822400000000002</c:v>
                      </c:pt>
                      <c:pt idx="60">
                        <c:v>34.823399999999999</c:v>
                      </c:pt>
                      <c:pt idx="61">
                        <c:v>34.824399999999997</c:v>
                      </c:pt>
                      <c:pt idx="62">
                        <c:v>34.825400000000002</c:v>
                      </c:pt>
                      <c:pt idx="63">
                        <c:v>34.8264</c:v>
                      </c:pt>
                      <c:pt idx="64">
                        <c:v>34.827399999999997</c:v>
                      </c:pt>
                      <c:pt idx="65">
                        <c:v>34.828400000000002</c:v>
                      </c:pt>
                      <c:pt idx="66">
                        <c:v>34.8294</c:v>
                      </c:pt>
                      <c:pt idx="67">
                        <c:v>34.830399999999997</c:v>
                      </c:pt>
                      <c:pt idx="68">
                        <c:v>34.831400000000002</c:v>
                      </c:pt>
                      <c:pt idx="69">
                        <c:v>34.8324</c:v>
                      </c:pt>
                      <c:pt idx="70">
                        <c:v>34.833399999999997</c:v>
                      </c:pt>
                      <c:pt idx="71">
                        <c:v>34.834400000000002</c:v>
                      </c:pt>
                      <c:pt idx="72">
                        <c:v>34.8354</c:v>
                      </c:pt>
                      <c:pt idx="73">
                        <c:v>34.836399999999998</c:v>
                      </c:pt>
                      <c:pt idx="74">
                        <c:v>34.837400000000002</c:v>
                      </c:pt>
                      <c:pt idx="75">
                        <c:v>34.8384</c:v>
                      </c:pt>
                      <c:pt idx="76">
                        <c:v>34.839399999999998</c:v>
                      </c:pt>
                      <c:pt idx="77">
                        <c:v>34.840400000000002</c:v>
                      </c:pt>
                      <c:pt idx="78">
                        <c:v>34.8414</c:v>
                      </c:pt>
                      <c:pt idx="79">
                        <c:v>34.842399999999998</c:v>
                      </c:pt>
                      <c:pt idx="80">
                        <c:v>34.843400000000003</c:v>
                      </c:pt>
                      <c:pt idx="81">
                        <c:v>34.8444</c:v>
                      </c:pt>
                      <c:pt idx="82">
                        <c:v>34.845399999999998</c:v>
                      </c:pt>
                      <c:pt idx="83">
                        <c:v>34.846400000000003</c:v>
                      </c:pt>
                      <c:pt idx="84">
                        <c:v>34.8474</c:v>
                      </c:pt>
                      <c:pt idx="85">
                        <c:v>34.848399999999998</c:v>
                      </c:pt>
                      <c:pt idx="86">
                        <c:v>34.849400000000003</c:v>
                      </c:pt>
                      <c:pt idx="87">
                        <c:v>34.8504</c:v>
                      </c:pt>
                      <c:pt idx="88">
                        <c:v>34.851399999999998</c:v>
                      </c:pt>
                      <c:pt idx="89">
                        <c:v>34.852400000000003</c:v>
                      </c:pt>
                      <c:pt idx="90">
                        <c:v>34.853400000000001</c:v>
                      </c:pt>
                      <c:pt idx="91">
                        <c:v>34.854399999999998</c:v>
                      </c:pt>
                      <c:pt idx="92">
                        <c:v>34.855400000000003</c:v>
                      </c:pt>
                      <c:pt idx="93">
                        <c:v>34.856400000000001</c:v>
                      </c:pt>
                      <c:pt idx="94">
                        <c:v>34.857399999999998</c:v>
                      </c:pt>
                      <c:pt idx="95">
                        <c:v>34.858400000000003</c:v>
                      </c:pt>
                      <c:pt idx="96">
                        <c:v>34.859400000000001</c:v>
                      </c:pt>
                      <c:pt idx="97">
                        <c:v>34.860399999999998</c:v>
                      </c:pt>
                      <c:pt idx="98">
                        <c:v>34.861400000000003</c:v>
                      </c:pt>
                      <c:pt idx="99">
                        <c:v>34.862400000000001</c:v>
                      </c:pt>
                      <c:pt idx="100">
                        <c:v>34.863399999999999</c:v>
                      </c:pt>
                      <c:pt idx="101">
                        <c:v>34.864400000000003</c:v>
                      </c:pt>
                      <c:pt idx="102">
                        <c:v>34.865400000000001</c:v>
                      </c:pt>
                      <c:pt idx="103">
                        <c:v>34.866399999999999</c:v>
                      </c:pt>
                      <c:pt idx="104">
                        <c:v>34.867400000000004</c:v>
                      </c:pt>
                      <c:pt idx="105">
                        <c:v>34.868400000000001</c:v>
                      </c:pt>
                      <c:pt idx="106">
                        <c:v>34.869399999999999</c:v>
                      </c:pt>
                      <c:pt idx="107">
                        <c:v>34.870399999999997</c:v>
                      </c:pt>
                      <c:pt idx="108">
                        <c:v>34.871400000000001</c:v>
                      </c:pt>
                      <c:pt idx="109">
                        <c:v>34.872399999999999</c:v>
                      </c:pt>
                      <c:pt idx="110">
                        <c:v>34.873399999999997</c:v>
                      </c:pt>
                      <c:pt idx="111">
                        <c:v>34.874400000000001</c:v>
                      </c:pt>
                      <c:pt idx="112">
                        <c:v>34.875399999999999</c:v>
                      </c:pt>
                      <c:pt idx="113">
                        <c:v>34.876399999999997</c:v>
                      </c:pt>
                      <c:pt idx="114">
                        <c:v>34.877400000000002</c:v>
                      </c:pt>
                      <c:pt idx="115">
                        <c:v>34.878399999999999</c:v>
                      </c:pt>
                      <c:pt idx="116">
                        <c:v>34.879399999999997</c:v>
                      </c:pt>
                      <c:pt idx="117">
                        <c:v>34.880400000000002</c:v>
                      </c:pt>
                      <c:pt idx="118">
                        <c:v>34.881399999999999</c:v>
                      </c:pt>
                      <c:pt idx="119">
                        <c:v>34.882399999999997</c:v>
                      </c:pt>
                      <c:pt idx="120">
                        <c:v>34.883400000000002</c:v>
                      </c:pt>
                      <c:pt idx="121">
                        <c:v>34.884399999999999</c:v>
                      </c:pt>
                      <c:pt idx="122">
                        <c:v>34.885399999999997</c:v>
                      </c:pt>
                      <c:pt idx="123">
                        <c:v>34.886400000000002</c:v>
                      </c:pt>
                      <c:pt idx="124">
                        <c:v>34.8874</c:v>
                      </c:pt>
                      <c:pt idx="125">
                        <c:v>34.888399999999997</c:v>
                      </c:pt>
                      <c:pt idx="126">
                        <c:v>34.889400000000002</c:v>
                      </c:pt>
                      <c:pt idx="127">
                        <c:v>34.8904</c:v>
                      </c:pt>
                      <c:pt idx="128">
                        <c:v>34.891399999999997</c:v>
                      </c:pt>
                      <c:pt idx="129">
                        <c:v>34.892400000000002</c:v>
                      </c:pt>
                      <c:pt idx="130">
                        <c:v>34.8934</c:v>
                      </c:pt>
                      <c:pt idx="131">
                        <c:v>34.894399999999997</c:v>
                      </c:pt>
                      <c:pt idx="132">
                        <c:v>34.895400000000002</c:v>
                      </c:pt>
                      <c:pt idx="133">
                        <c:v>34.8964</c:v>
                      </c:pt>
                      <c:pt idx="134">
                        <c:v>34.897399999999998</c:v>
                      </c:pt>
                      <c:pt idx="135">
                        <c:v>34.898400000000002</c:v>
                      </c:pt>
                      <c:pt idx="136">
                        <c:v>34.8994</c:v>
                      </c:pt>
                      <c:pt idx="137">
                        <c:v>34.900399999999998</c:v>
                      </c:pt>
                      <c:pt idx="138">
                        <c:v>34.901400000000002</c:v>
                      </c:pt>
                      <c:pt idx="139">
                        <c:v>34.9024</c:v>
                      </c:pt>
                      <c:pt idx="140">
                        <c:v>34.903399999999998</c:v>
                      </c:pt>
                      <c:pt idx="141">
                        <c:v>34.904400000000003</c:v>
                      </c:pt>
                      <c:pt idx="142">
                        <c:v>34.9054</c:v>
                      </c:pt>
                      <c:pt idx="143">
                        <c:v>34.906399999999998</c:v>
                      </c:pt>
                      <c:pt idx="144">
                        <c:v>34.907400000000003</c:v>
                      </c:pt>
                      <c:pt idx="145">
                        <c:v>34.9084</c:v>
                      </c:pt>
                      <c:pt idx="146">
                        <c:v>34.909399999999998</c:v>
                      </c:pt>
                      <c:pt idx="147">
                        <c:v>34.910400000000003</c:v>
                      </c:pt>
                      <c:pt idx="148">
                        <c:v>34.9114</c:v>
                      </c:pt>
                      <c:pt idx="149">
                        <c:v>34.912399999999998</c:v>
                      </c:pt>
                      <c:pt idx="150">
                        <c:v>34.913400000000003</c:v>
                      </c:pt>
                      <c:pt idx="151">
                        <c:v>34.914400000000001</c:v>
                      </c:pt>
                      <c:pt idx="152">
                        <c:v>34.915399999999998</c:v>
                      </c:pt>
                      <c:pt idx="153">
                        <c:v>34.916400000000003</c:v>
                      </c:pt>
                      <c:pt idx="154">
                        <c:v>34.917400000000001</c:v>
                      </c:pt>
                      <c:pt idx="155">
                        <c:v>34.918399999999998</c:v>
                      </c:pt>
                      <c:pt idx="156">
                        <c:v>34.919400000000003</c:v>
                      </c:pt>
                      <c:pt idx="157">
                        <c:v>34.920400000000001</c:v>
                      </c:pt>
                      <c:pt idx="158">
                        <c:v>34.921399999999998</c:v>
                      </c:pt>
                      <c:pt idx="159">
                        <c:v>34.922400000000003</c:v>
                      </c:pt>
                      <c:pt idx="160">
                        <c:v>34.923400000000001</c:v>
                      </c:pt>
                      <c:pt idx="161">
                        <c:v>34.924399999999999</c:v>
                      </c:pt>
                      <c:pt idx="162">
                        <c:v>34.925400000000003</c:v>
                      </c:pt>
                      <c:pt idx="163">
                        <c:v>34.926400000000001</c:v>
                      </c:pt>
                      <c:pt idx="164">
                        <c:v>34.927399999999999</c:v>
                      </c:pt>
                      <c:pt idx="165">
                        <c:v>34.928400000000003</c:v>
                      </c:pt>
                      <c:pt idx="166">
                        <c:v>34.929400000000001</c:v>
                      </c:pt>
                      <c:pt idx="167">
                        <c:v>34.930399999999999</c:v>
                      </c:pt>
                      <c:pt idx="168">
                        <c:v>34.931399999999996</c:v>
                      </c:pt>
                      <c:pt idx="169">
                        <c:v>34.932400000000001</c:v>
                      </c:pt>
                      <c:pt idx="170">
                        <c:v>34.933399999999999</c:v>
                      </c:pt>
                      <c:pt idx="171">
                        <c:v>34.934399999999997</c:v>
                      </c:pt>
                      <c:pt idx="172">
                        <c:v>34.935400000000001</c:v>
                      </c:pt>
                      <c:pt idx="173">
                        <c:v>34.936399999999999</c:v>
                      </c:pt>
                      <c:pt idx="174">
                        <c:v>34.937399999999997</c:v>
                      </c:pt>
                      <c:pt idx="175">
                        <c:v>34.938400000000001</c:v>
                      </c:pt>
                      <c:pt idx="176">
                        <c:v>34.939399999999999</c:v>
                      </c:pt>
                      <c:pt idx="177">
                        <c:v>34.940399999999997</c:v>
                      </c:pt>
                      <c:pt idx="178">
                        <c:v>34.941400000000002</c:v>
                      </c:pt>
                      <c:pt idx="179">
                        <c:v>34.942399999999999</c:v>
                      </c:pt>
                      <c:pt idx="180">
                        <c:v>34.943399999999997</c:v>
                      </c:pt>
                      <c:pt idx="181">
                        <c:v>34.944400000000002</c:v>
                      </c:pt>
                      <c:pt idx="182">
                        <c:v>34.945399999999999</c:v>
                      </c:pt>
                      <c:pt idx="183">
                        <c:v>34.946399999999997</c:v>
                      </c:pt>
                      <c:pt idx="184">
                        <c:v>34.947400000000002</c:v>
                      </c:pt>
                      <c:pt idx="185">
                        <c:v>34.948399999999999</c:v>
                      </c:pt>
                      <c:pt idx="186">
                        <c:v>34.949399999999997</c:v>
                      </c:pt>
                      <c:pt idx="187">
                        <c:v>34.950400000000002</c:v>
                      </c:pt>
                      <c:pt idx="188">
                        <c:v>34.9514</c:v>
                      </c:pt>
                      <c:pt idx="189">
                        <c:v>34.952399999999997</c:v>
                      </c:pt>
                      <c:pt idx="190">
                        <c:v>34.953400000000002</c:v>
                      </c:pt>
                      <c:pt idx="191">
                        <c:v>34.9544</c:v>
                      </c:pt>
                      <c:pt idx="192">
                        <c:v>34.955399999999997</c:v>
                      </c:pt>
                      <c:pt idx="193">
                        <c:v>34.956400000000002</c:v>
                      </c:pt>
                      <c:pt idx="194">
                        <c:v>34.9574</c:v>
                      </c:pt>
                      <c:pt idx="195">
                        <c:v>34.958399999999997</c:v>
                      </c:pt>
                      <c:pt idx="196">
                        <c:v>34.959400000000002</c:v>
                      </c:pt>
                      <c:pt idx="197">
                        <c:v>34.9604</c:v>
                      </c:pt>
                      <c:pt idx="198">
                        <c:v>34.961399999999998</c:v>
                      </c:pt>
                      <c:pt idx="199">
                        <c:v>34.962400000000002</c:v>
                      </c:pt>
                      <c:pt idx="200">
                        <c:v>34.9634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OMEGA!$E$20:$E$220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1.3346413733257048</c:v>
                      </c:pt>
                      <c:pt idx="1">
                        <c:v>1.3307549189272052</c:v>
                      </c:pt>
                      <c:pt idx="2">
                        <c:v>1.3898562549403528</c:v>
                      </c:pt>
                      <c:pt idx="3">
                        <c:v>1.4244690722229554</c:v>
                      </c:pt>
                      <c:pt idx="4">
                        <c:v>1.4901298696992864</c:v>
                      </c:pt>
                      <c:pt idx="5">
                        <c:v>1.5423480767701299</c:v>
                      </c:pt>
                      <c:pt idx="6">
                        <c:v>1.6310700095472428</c:v>
                      </c:pt>
                      <c:pt idx="7">
                        <c:v>1.6757109390246516</c:v>
                      </c:pt>
                      <c:pt idx="8">
                        <c:v>1.7593970543840793</c:v>
                      </c:pt>
                      <c:pt idx="9">
                        <c:v>1.83127824467802</c:v>
                      </c:pt>
                      <c:pt idx="10">
                        <c:v>1.8706393947957793</c:v>
                      </c:pt>
                      <c:pt idx="11">
                        <c:v>1.977317180948797</c:v>
                      </c:pt>
                      <c:pt idx="12">
                        <c:v>2.0766724616883527</c:v>
                      </c:pt>
                      <c:pt idx="13">
                        <c:v>2.1121261691248865</c:v>
                      </c:pt>
                      <c:pt idx="14">
                        <c:v>2.2274467597679286</c:v>
                      </c:pt>
                      <c:pt idx="15">
                        <c:v>2.3074317486648845</c:v>
                      </c:pt>
                      <c:pt idx="16">
                        <c:v>2.4247826422634753</c:v>
                      </c:pt>
                      <c:pt idx="17">
                        <c:v>2.5452747020105035</c:v>
                      </c:pt>
                      <c:pt idx="18">
                        <c:v>2.6698690113519383</c:v>
                      </c:pt>
                      <c:pt idx="19">
                        <c:v>2.7841302327673541</c:v>
                      </c:pt>
                      <c:pt idx="20">
                        <c:v>2.9262501529584286</c:v>
                      </c:pt>
                      <c:pt idx="21">
                        <c:v>3.0665747567441213</c:v>
                      </c:pt>
                      <c:pt idx="22">
                        <c:v>3.1973778880516428</c:v>
                      </c:pt>
                      <c:pt idx="23">
                        <c:v>3.4243244677940274</c:v>
                      </c:pt>
                      <c:pt idx="24">
                        <c:v>3.5580751458670501</c:v>
                      </c:pt>
                      <c:pt idx="25">
                        <c:v>3.7147657052977521</c:v>
                      </c:pt>
                      <c:pt idx="26">
                        <c:v>3.9455149107882974</c:v>
                      </c:pt>
                      <c:pt idx="27">
                        <c:v>4.1699441621579751</c:v>
                      </c:pt>
                      <c:pt idx="28">
                        <c:v>4.3618982418005894</c:v>
                      </c:pt>
                      <c:pt idx="29">
                        <c:v>4.6328536583061535</c:v>
                      </c:pt>
                      <c:pt idx="30">
                        <c:v>4.8619096097548766</c:v>
                      </c:pt>
                      <c:pt idx="31">
                        <c:v>5.1673133380803327</c:v>
                      </c:pt>
                      <c:pt idx="32">
                        <c:v>5.3855830172328645</c:v>
                      </c:pt>
                      <c:pt idx="33">
                        <c:v>5.7583235290388064</c:v>
                      </c:pt>
                      <c:pt idx="34">
                        <c:v>6.1068195794351388</c:v>
                      </c:pt>
                      <c:pt idx="35">
                        <c:v>6.4462980693910596</c:v>
                      </c:pt>
                      <c:pt idx="36">
                        <c:v>6.8764162047972697</c:v>
                      </c:pt>
                      <c:pt idx="37">
                        <c:v>7.1660891642270776</c:v>
                      </c:pt>
                      <c:pt idx="38">
                        <c:v>7.6014087120189693</c:v>
                      </c:pt>
                      <c:pt idx="39">
                        <c:v>8.1140942291724105</c:v>
                      </c:pt>
                      <c:pt idx="40">
                        <c:v>8.5841032296065336</c:v>
                      </c:pt>
                      <c:pt idx="41">
                        <c:v>9.1274538710609505</c:v>
                      </c:pt>
                      <c:pt idx="42">
                        <c:v>9.6787155753881038</c:v>
                      </c:pt>
                      <c:pt idx="43">
                        <c:v>10.431215772060588</c:v>
                      </c:pt>
                      <c:pt idx="44">
                        <c:v>11.095094751325867</c:v>
                      </c:pt>
                      <c:pt idx="45">
                        <c:v>11.856577192228984</c:v>
                      </c:pt>
                      <c:pt idx="46">
                        <c:v>12.836140121833026</c:v>
                      </c:pt>
                      <c:pt idx="47">
                        <c:v>13.776109363172523</c:v>
                      </c:pt>
                      <c:pt idx="48">
                        <c:v>14.703474390909943</c:v>
                      </c:pt>
                      <c:pt idx="49">
                        <c:v>15.829417339407321</c:v>
                      </c:pt>
                      <c:pt idx="50">
                        <c:v>17.125571025195438</c:v>
                      </c:pt>
                      <c:pt idx="51">
                        <c:v>18.431886214090859</c:v>
                      </c:pt>
                      <c:pt idx="52">
                        <c:v>19.902607590308914</c:v>
                      </c:pt>
                      <c:pt idx="53">
                        <c:v>21.524907204860607</c:v>
                      </c:pt>
                      <c:pt idx="54">
                        <c:v>23.400776854629768</c:v>
                      </c:pt>
                      <c:pt idx="55">
                        <c:v>25.142386284406271</c:v>
                      </c:pt>
                      <c:pt idx="56">
                        <c:v>27.227312263631891</c:v>
                      </c:pt>
                      <c:pt idx="57">
                        <c:v>29.466082946789175</c:v>
                      </c:pt>
                      <c:pt idx="58">
                        <c:v>31.931613393689492</c:v>
                      </c:pt>
                      <c:pt idx="59">
                        <c:v>34.388525506246644</c:v>
                      </c:pt>
                      <c:pt idx="60">
                        <c:v>37.61580840516482</c:v>
                      </c:pt>
                      <c:pt idx="61">
                        <c:v>40.821822575453666</c:v>
                      </c:pt>
                      <c:pt idx="62">
                        <c:v>44.326735583018177</c:v>
                      </c:pt>
                      <c:pt idx="63">
                        <c:v>48.403836178556915</c:v>
                      </c:pt>
                      <c:pt idx="64">
                        <c:v>52.669114874671379</c:v>
                      </c:pt>
                      <c:pt idx="65">
                        <c:v>57.608223970689032</c:v>
                      </c:pt>
                      <c:pt idx="66">
                        <c:v>62.870267938218859</c:v>
                      </c:pt>
                      <c:pt idx="67">
                        <c:v>69.205871586798466</c:v>
                      </c:pt>
                      <c:pt idx="68">
                        <c:v>76.258321951625604</c:v>
                      </c:pt>
                      <c:pt idx="69">
                        <c:v>84.307937174121221</c:v>
                      </c:pt>
                      <c:pt idx="70">
                        <c:v>93.214378150479405</c:v>
                      </c:pt>
                      <c:pt idx="71">
                        <c:v>103.91322393239747</c:v>
                      </c:pt>
                      <c:pt idx="72">
                        <c:v>115.55097901547224</c:v>
                      </c:pt>
                      <c:pt idx="73">
                        <c:v>129.62984489085738</c:v>
                      </c:pt>
                      <c:pt idx="74">
                        <c:v>144.77578228135164</c:v>
                      </c:pt>
                      <c:pt idx="75">
                        <c:v>164.028245894447</c:v>
                      </c:pt>
                      <c:pt idx="76">
                        <c:v>184.92875372723657</c:v>
                      </c:pt>
                      <c:pt idx="77">
                        <c:v>208.41432950468206</c:v>
                      </c:pt>
                      <c:pt idx="78">
                        <c:v>236.33774248760361</c:v>
                      </c:pt>
                      <c:pt idx="79">
                        <c:v>268.55196728655449</c:v>
                      </c:pt>
                      <c:pt idx="80">
                        <c:v>305.20738687406146</c:v>
                      </c:pt>
                      <c:pt idx="81">
                        <c:v>348.83816431400447</c:v>
                      </c:pt>
                      <c:pt idx="82">
                        <c:v>399.6349573340317</c:v>
                      </c:pt>
                      <c:pt idx="83">
                        <c:v>460.55995852311787</c:v>
                      </c:pt>
                      <c:pt idx="84">
                        <c:v>533.96552365672756</c:v>
                      </c:pt>
                      <c:pt idx="85">
                        <c:v>624.94473014452433</c:v>
                      </c:pt>
                      <c:pt idx="86">
                        <c:v>768.15033303490304</c:v>
                      </c:pt>
                      <c:pt idx="87">
                        <c:v>915.41328120512117</c:v>
                      </c:pt>
                      <c:pt idx="88">
                        <c:v>1090.2063463359493</c:v>
                      </c:pt>
                      <c:pt idx="89">
                        <c:v>1327.3068035101505</c:v>
                      </c:pt>
                      <c:pt idx="90">
                        <c:v>1636.5759097146376</c:v>
                      </c:pt>
                      <c:pt idx="91">
                        <c:v>2036.418878483674</c:v>
                      </c:pt>
                      <c:pt idx="92">
                        <c:v>2558.920930944852</c:v>
                      </c:pt>
                      <c:pt idx="93">
                        <c:v>3263.8071811057057</c:v>
                      </c:pt>
                      <c:pt idx="94">
                        <c:v>4254.7117465186948</c:v>
                      </c:pt>
                      <c:pt idx="95">
                        <c:v>5602.5513131895159</c:v>
                      </c:pt>
                      <c:pt idx="96">
                        <c:v>7390.0752899747486</c:v>
                      </c:pt>
                      <c:pt idx="97">
                        <c:v>9596.2242336462114</c:v>
                      </c:pt>
                      <c:pt idx="98">
                        <c:v>11900.75087649251</c:v>
                      </c:pt>
                      <c:pt idx="99">
                        <c:v>13690.541602090849</c:v>
                      </c:pt>
                      <c:pt idx="100">
                        <c:v>14719.365772523828</c:v>
                      </c:pt>
                      <c:pt idx="101">
                        <c:v>14611.36737254523</c:v>
                      </c:pt>
                      <c:pt idx="102">
                        <c:v>13511.023148890125</c:v>
                      </c:pt>
                      <c:pt idx="103">
                        <c:v>11439.950249225247</c:v>
                      </c:pt>
                      <c:pt idx="104">
                        <c:v>9265.650166362122</c:v>
                      </c:pt>
                      <c:pt idx="105">
                        <c:v>7180.9472133402114</c:v>
                      </c:pt>
                      <c:pt idx="106">
                        <c:v>5455.1824232108438</c:v>
                      </c:pt>
                      <c:pt idx="107">
                        <c:v>4077.0170605566786</c:v>
                      </c:pt>
                      <c:pt idx="108">
                        <c:v>3088.4430487766872</c:v>
                      </c:pt>
                      <c:pt idx="109">
                        <c:v>2413.405701400407</c:v>
                      </c:pt>
                      <c:pt idx="110">
                        <c:v>1887.9689770634839</c:v>
                      </c:pt>
                      <c:pt idx="111">
                        <c:v>1502.6793989119133</c:v>
                      </c:pt>
                      <c:pt idx="112">
                        <c:v>1206.694783350033</c:v>
                      </c:pt>
                      <c:pt idx="113">
                        <c:v>980.37763570566653</c:v>
                      </c:pt>
                      <c:pt idx="114">
                        <c:v>800.30958949828596</c:v>
                      </c:pt>
                      <c:pt idx="115">
                        <c:v>670.18709083578506</c:v>
                      </c:pt>
                      <c:pt idx="116">
                        <c:v>555.88606302709616</c:v>
                      </c:pt>
                      <c:pt idx="117">
                        <c:v>466.74050260938668</c:v>
                      </c:pt>
                      <c:pt idx="118">
                        <c:v>403.20644423064488</c:v>
                      </c:pt>
                      <c:pt idx="119">
                        <c:v>343.35612719772644</c:v>
                      </c:pt>
                      <c:pt idx="120">
                        <c:v>301.70115056113116</c:v>
                      </c:pt>
                      <c:pt idx="121">
                        <c:v>247.19167147175222</c:v>
                      </c:pt>
                      <c:pt idx="122">
                        <c:v>216.64831842728429</c:v>
                      </c:pt>
                      <c:pt idx="123">
                        <c:v>189.68174867719773</c:v>
                      </c:pt>
                      <c:pt idx="124">
                        <c:v>166.73150384676245</c:v>
                      </c:pt>
                      <c:pt idx="125">
                        <c:v>147.19693801732151</c:v>
                      </c:pt>
                      <c:pt idx="126">
                        <c:v>130.4859556534619</c:v>
                      </c:pt>
                      <c:pt idx="127">
                        <c:v>115.81360160187302</c:v>
                      </c:pt>
                      <c:pt idx="128">
                        <c:v>103.49489439267755</c:v>
                      </c:pt>
                      <c:pt idx="129">
                        <c:v>92.465227943033113</c:v>
                      </c:pt>
                      <c:pt idx="130">
                        <c:v>83.137570719889382</c:v>
                      </c:pt>
                      <c:pt idx="131">
                        <c:v>75.076185667566889</c:v>
                      </c:pt>
                      <c:pt idx="132">
                        <c:v>67.420213320008386</c:v>
                      </c:pt>
                      <c:pt idx="133">
                        <c:v>60.827647879087387</c:v>
                      </c:pt>
                      <c:pt idx="134">
                        <c:v>55.142357681691188</c:v>
                      </c:pt>
                      <c:pt idx="135">
                        <c:v>49.842604158219999</c:v>
                      </c:pt>
                      <c:pt idx="136">
                        <c:v>45.008169048019667</c:v>
                      </c:pt>
                      <c:pt idx="137">
                        <c:v>40.992354551973676</c:v>
                      </c:pt>
                      <c:pt idx="138">
                        <c:v>37.504443374170741</c:v>
                      </c:pt>
                      <c:pt idx="139">
                        <c:v>34.560931328947447</c:v>
                      </c:pt>
                      <c:pt idx="140">
                        <c:v>31.306314576980412</c:v>
                      </c:pt>
                      <c:pt idx="141">
                        <c:v>28.843441150678991</c:v>
                      </c:pt>
                      <c:pt idx="142">
                        <c:v>26.716634025186774</c:v>
                      </c:pt>
                      <c:pt idx="143">
                        <c:v>24.510977279473014</c:v>
                      </c:pt>
                      <c:pt idx="144">
                        <c:v>22.711490823772298</c:v>
                      </c:pt>
                      <c:pt idx="145">
                        <c:v>21.214268536794407</c:v>
                      </c:pt>
                      <c:pt idx="146">
                        <c:v>19.545142159158484</c:v>
                      </c:pt>
                      <c:pt idx="147">
                        <c:v>18.21957838432364</c:v>
                      </c:pt>
                      <c:pt idx="148">
                        <c:v>17.048234764893312</c:v>
                      </c:pt>
                      <c:pt idx="149">
                        <c:v>15.818523991344934</c:v>
                      </c:pt>
                      <c:pt idx="150">
                        <c:v>14.752513640421203</c:v>
                      </c:pt>
                      <c:pt idx="151">
                        <c:v>13.548260008528697</c:v>
                      </c:pt>
                      <c:pt idx="152">
                        <c:v>12.721548451629832</c:v>
                      </c:pt>
                      <c:pt idx="153">
                        <c:v>11.890000615107157</c:v>
                      </c:pt>
                      <c:pt idx="154">
                        <c:v>11.090508516444308</c:v>
                      </c:pt>
                      <c:pt idx="155">
                        <c:v>10.331698029405183</c:v>
                      </c:pt>
                      <c:pt idx="156">
                        <c:v>9.7768860071826147</c:v>
                      </c:pt>
                      <c:pt idx="157">
                        <c:v>9.0968775888119904</c:v>
                      </c:pt>
                      <c:pt idx="158">
                        <c:v>8.5867691063318361</c:v>
                      </c:pt>
                      <c:pt idx="159">
                        <c:v>8.0859148512633201</c:v>
                      </c:pt>
                      <c:pt idx="160">
                        <c:v>7.5469077049344007</c:v>
                      </c:pt>
                      <c:pt idx="161">
                        <c:v>7.2111259854662508</c:v>
                      </c:pt>
                      <c:pt idx="162">
                        <c:v>6.6822151248326085</c:v>
                      </c:pt>
                      <c:pt idx="163">
                        <c:v>6.3748686872667246</c:v>
                      </c:pt>
                      <c:pt idx="164">
                        <c:v>5.9880985609729045</c:v>
                      </c:pt>
                      <c:pt idx="165">
                        <c:v>5.7006798057565451</c:v>
                      </c:pt>
                      <c:pt idx="166">
                        <c:v>5.3857363751463652</c:v>
                      </c:pt>
                      <c:pt idx="167">
                        <c:v>5.1095060805273382</c:v>
                      </c:pt>
                      <c:pt idx="168">
                        <c:v>4.7264529415689225</c:v>
                      </c:pt>
                      <c:pt idx="169">
                        <c:v>4.5707979159098606</c:v>
                      </c:pt>
                      <c:pt idx="170">
                        <c:v>4.3278520083224228</c:v>
                      </c:pt>
                      <c:pt idx="171">
                        <c:v>4.1068714544263516</c:v>
                      </c:pt>
                      <c:pt idx="172">
                        <c:v>3.975185963062132</c:v>
                      </c:pt>
                      <c:pt idx="173">
                        <c:v>3.7590821722325574</c:v>
                      </c:pt>
                      <c:pt idx="174">
                        <c:v>3.5749956961327261</c:v>
                      </c:pt>
                      <c:pt idx="175">
                        <c:v>3.4694636861112702</c:v>
                      </c:pt>
                      <c:pt idx="176">
                        <c:v>3.3181226868110825</c:v>
                      </c:pt>
                      <c:pt idx="177">
                        <c:v>3.1683624368380121</c:v>
                      </c:pt>
                      <c:pt idx="178">
                        <c:v>3.0073991530361734</c:v>
                      </c:pt>
                      <c:pt idx="179">
                        <c:v>2.880966604335045</c:v>
                      </c:pt>
                      <c:pt idx="180">
                        <c:v>2.7600447740596681</c:v>
                      </c:pt>
                      <c:pt idx="181">
                        <c:v>2.6524818597882467</c:v>
                      </c:pt>
                      <c:pt idx="182">
                        <c:v>2.5470263731308052</c:v>
                      </c:pt>
                      <c:pt idx="183">
                        <c:v>2.4549980146907693</c:v>
                      </c:pt>
                      <c:pt idx="184">
                        <c:v>2.322051506742572</c:v>
                      </c:pt>
                      <c:pt idx="185">
                        <c:v>2.2632890464685533</c:v>
                      </c:pt>
                      <c:pt idx="186">
                        <c:v>2.157494790421655</c:v>
                      </c:pt>
                      <c:pt idx="187">
                        <c:v>2.0587196908022887</c:v>
                      </c:pt>
                      <c:pt idx="188">
                        <c:v>1.9782178960765227</c:v>
                      </c:pt>
                      <c:pt idx="189">
                        <c:v>1.8722167947414996</c:v>
                      </c:pt>
                      <c:pt idx="190">
                        <c:v>1.8285854464749198</c:v>
                      </c:pt>
                      <c:pt idx="191">
                        <c:v>1.7826779593517725</c:v>
                      </c:pt>
                      <c:pt idx="192">
                        <c:v>1.6519592637444136</c:v>
                      </c:pt>
                      <c:pt idx="193">
                        <c:v>1.6197722861951207</c:v>
                      </c:pt>
                      <c:pt idx="194">
                        <c:v>1.5542836866556569</c:v>
                      </c:pt>
                      <c:pt idx="195">
                        <c:v>1.4762615533501515</c:v>
                      </c:pt>
                      <c:pt idx="196">
                        <c:v>1.4003983020547039</c:v>
                      </c:pt>
                      <c:pt idx="197">
                        <c:v>1.3431356217750174</c:v>
                      </c:pt>
                      <c:pt idx="198">
                        <c:v>1.3377703868736539</c:v>
                      </c:pt>
                      <c:pt idx="199">
                        <c:v>1.2702656284473872</c:v>
                      </c:pt>
                      <c:pt idx="200">
                        <c:v>1.1900731119648071</c:v>
                      </c:pt>
                    </c:numCache>
                  </c:numRef>
                </c:yVal>
                <c:smooth val="0"/>
                <c:extLst>
                  <c:ext xmlns:c16="http://schemas.microsoft.com/office/drawing/2014/chart" uri="{C3380CC4-5D6E-409C-BE32-E72D297353CC}">
                    <c16:uniqueId val="{00000003-CD77-4D7C-BDB2-984FE4A673CC}"/>
                  </c:ext>
                </c:extLst>
              </c15:ser>
            </c15:filteredScatterSeries>
            <c15:filteredScatte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OMEGA!$M$1</c15:sqref>
                        </c15:formulaRef>
                      </c:ext>
                    </c:extLst>
                    <c:strCache>
                      <c:ptCount val="1"/>
                      <c:pt idx="0">
                        <c:v>Si_TEOS_omega</c:v>
                      </c:pt>
                    </c:strCache>
                  </c:strRef>
                </c:tx>
                <c:spPr>
                  <a:ln w="19050" cap="rnd">
                    <a:solidFill>
                      <a:schemeClr val="accent6">
                        <a:lumMod val="75000"/>
                      </a:schemeClr>
                    </a:solidFill>
                    <a:prstDash val="sys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OMEGA!$A$20:$A$220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34.763399999999997</c:v>
                      </c:pt>
                      <c:pt idx="1">
                        <c:v>34.764400000000002</c:v>
                      </c:pt>
                      <c:pt idx="2">
                        <c:v>34.7654</c:v>
                      </c:pt>
                      <c:pt idx="3">
                        <c:v>34.766399999999997</c:v>
                      </c:pt>
                      <c:pt idx="4">
                        <c:v>34.767400000000002</c:v>
                      </c:pt>
                      <c:pt idx="5">
                        <c:v>34.7684</c:v>
                      </c:pt>
                      <c:pt idx="6">
                        <c:v>34.769399999999997</c:v>
                      </c:pt>
                      <c:pt idx="7">
                        <c:v>34.770400000000002</c:v>
                      </c:pt>
                      <c:pt idx="8">
                        <c:v>34.7714</c:v>
                      </c:pt>
                      <c:pt idx="9">
                        <c:v>34.772399999999998</c:v>
                      </c:pt>
                      <c:pt idx="10">
                        <c:v>34.773400000000002</c:v>
                      </c:pt>
                      <c:pt idx="11">
                        <c:v>34.7744</c:v>
                      </c:pt>
                      <c:pt idx="12">
                        <c:v>34.775399999999998</c:v>
                      </c:pt>
                      <c:pt idx="13">
                        <c:v>34.776400000000002</c:v>
                      </c:pt>
                      <c:pt idx="14">
                        <c:v>34.7774</c:v>
                      </c:pt>
                      <c:pt idx="15">
                        <c:v>34.778399999999998</c:v>
                      </c:pt>
                      <c:pt idx="16">
                        <c:v>34.779400000000003</c:v>
                      </c:pt>
                      <c:pt idx="17">
                        <c:v>34.7804</c:v>
                      </c:pt>
                      <c:pt idx="18">
                        <c:v>34.781399999999998</c:v>
                      </c:pt>
                      <c:pt idx="19">
                        <c:v>34.782400000000003</c:v>
                      </c:pt>
                      <c:pt idx="20">
                        <c:v>34.7834</c:v>
                      </c:pt>
                      <c:pt idx="21">
                        <c:v>34.784399999999998</c:v>
                      </c:pt>
                      <c:pt idx="22">
                        <c:v>34.785400000000003</c:v>
                      </c:pt>
                      <c:pt idx="23">
                        <c:v>34.7864</c:v>
                      </c:pt>
                      <c:pt idx="24">
                        <c:v>34.787399999999998</c:v>
                      </c:pt>
                      <c:pt idx="25">
                        <c:v>34.788400000000003</c:v>
                      </c:pt>
                      <c:pt idx="26">
                        <c:v>34.789400000000001</c:v>
                      </c:pt>
                      <c:pt idx="27">
                        <c:v>34.790399999999998</c:v>
                      </c:pt>
                      <c:pt idx="28">
                        <c:v>34.791400000000003</c:v>
                      </c:pt>
                      <c:pt idx="29">
                        <c:v>34.792400000000001</c:v>
                      </c:pt>
                      <c:pt idx="30">
                        <c:v>34.793399999999998</c:v>
                      </c:pt>
                      <c:pt idx="31">
                        <c:v>34.794400000000003</c:v>
                      </c:pt>
                      <c:pt idx="32">
                        <c:v>34.795400000000001</c:v>
                      </c:pt>
                      <c:pt idx="33">
                        <c:v>34.796399999999998</c:v>
                      </c:pt>
                      <c:pt idx="34">
                        <c:v>34.797400000000003</c:v>
                      </c:pt>
                      <c:pt idx="35">
                        <c:v>34.798400000000001</c:v>
                      </c:pt>
                      <c:pt idx="36">
                        <c:v>34.799399999999999</c:v>
                      </c:pt>
                      <c:pt idx="37">
                        <c:v>34.800400000000003</c:v>
                      </c:pt>
                      <c:pt idx="38">
                        <c:v>34.801400000000001</c:v>
                      </c:pt>
                      <c:pt idx="39">
                        <c:v>34.802399999999999</c:v>
                      </c:pt>
                      <c:pt idx="40">
                        <c:v>34.803400000000003</c:v>
                      </c:pt>
                      <c:pt idx="41">
                        <c:v>34.804400000000001</c:v>
                      </c:pt>
                      <c:pt idx="42">
                        <c:v>34.805399999999999</c:v>
                      </c:pt>
                      <c:pt idx="43">
                        <c:v>34.806399999999996</c:v>
                      </c:pt>
                      <c:pt idx="44">
                        <c:v>34.807400000000001</c:v>
                      </c:pt>
                      <c:pt idx="45">
                        <c:v>34.808399999999999</c:v>
                      </c:pt>
                      <c:pt idx="46">
                        <c:v>34.809399999999997</c:v>
                      </c:pt>
                      <c:pt idx="47">
                        <c:v>34.810400000000001</c:v>
                      </c:pt>
                      <c:pt idx="48">
                        <c:v>34.811399999999999</c:v>
                      </c:pt>
                      <c:pt idx="49">
                        <c:v>34.812399999999997</c:v>
                      </c:pt>
                      <c:pt idx="50">
                        <c:v>34.813400000000001</c:v>
                      </c:pt>
                      <c:pt idx="51">
                        <c:v>34.814399999999999</c:v>
                      </c:pt>
                      <c:pt idx="52">
                        <c:v>34.815399999999997</c:v>
                      </c:pt>
                      <c:pt idx="53">
                        <c:v>34.816400000000002</c:v>
                      </c:pt>
                      <c:pt idx="54">
                        <c:v>34.817399999999999</c:v>
                      </c:pt>
                      <c:pt idx="55">
                        <c:v>34.818399999999997</c:v>
                      </c:pt>
                      <c:pt idx="56">
                        <c:v>34.819400000000002</c:v>
                      </c:pt>
                      <c:pt idx="57">
                        <c:v>34.820399999999999</c:v>
                      </c:pt>
                      <c:pt idx="58">
                        <c:v>34.821399999999997</c:v>
                      </c:pt>
                      <c:pt idx="59">
                        <c:v>34.822400000000002</c:v>
                      </c:pt>
                      <c:pt idx="60">
                        <c:v>34.823399999999999</c:v>
                      </c:pt>
                      <c:pt idx="61">
                        <c:v>34.824399999999997</c:v>
                      </c:pt>
                      <c:pt idx="62">
                        <c:v>34.825400000000002</c:v>
                      </c:pt>
                      <c:pt idx="63">
                        <c:v>34.8264</c:v>
                      </c:pt>
                      <c:pt idx="64">
                        <c:v>34.827399999999997</c:v>
                      </c:pt>
                      <c:pt idx="65">
                        <c:v>34.828400000000002</c:v>
                      </c:pt>
                      <c:pt idx="66">
                        <c:v>34.8294</c:v>
                      </c:pt>
                      <c:pt idx="67">
                        <c:v>34.830399999999997</c:v>
                      </c:pt>
                      <c:pt idx="68">
                        <c:v>34.831400000000002</c:v>
                      </c:pt>
                      <c:pt idx="69">
                        <c:v>34.8324</c:v>
                      </c:pt>
                      <c:pt idx="70">
                        <c:v>34.833399999999997</c:v>
                      </c:pt>
                      <c:pt idx="71">
                        <c:v>34.834400000000002</c:v>
                      </c:pt>
                      <c:pt idx="72">
                        <c:v>34.8354</c:v>
                      </c:pt>
                      <c:pt idx="73">
                        <c:v>34.836399999999998</c:v>
                      </c:pt>
                      <c:pt idx="74">
                        <c:v>34.837400000000002</c:v>
                      </c:pt>
                      <c:pt idx="75">
                        <c:v>34.8384</c:v>
                      </c:pt>
                      <c:pt idx="76">
                        <c:v>34.839399999999998</c:v>
                      </c:pt>
                      <c:pt idx="77">
                        <c:v>34.840400000000002</c:v>
                      </c:pt>
                      <c:pt idx="78">
                        <c:v>34.8414</c:v>
                      </c:pt>
                      <c:pt idx="79">
                        <c:v>34.842399999999998</c:v>
                      </c:pt>
                      <c:pt idx="80">
                        <c:v>34.843400000000003</c:v>
                      </c:pt>
                      <c:pt idx="81">
                        <c:v>34.8444</c:v>
                      </c:pt>
                      <c:pt idx="82">
                        <c:v>34.845399999999998</c:v>
                      </c:pt>
                      <c:pt idx="83">
                        <c:v>34.846400000000003</c:v>
                      </c:pt>
                      <c:pt idx="84">
                        <c:v>34.8474</c:v>
                      </c:pt>
                      <c:pt idx="85">
                        <c:v>34.848399999999998</c:v>
                      </c:pt>
                      <c:pt idx="86">
                        <c:v>34.849400000000003</c:v>
                      </c:pt>
                      <c:pt idx="87">
                        <c:v>34.8504</c:v>
                      </c:pt>
                      <c:pt idx="88">
                        <c:v>34.851399999999998</c:v>
                      </c:pt>
                      <c:pt idx="89">
                        <c:v>34.852400000000003</c:v>
                      </c:pt>
                      <c:pt idx="90">
                        <c:v>34.853400000000001</c:v>
                      </c:pt>
                      <c:pt idx="91">
                        <c:v>34.854399999999998</c:v>
                      </c:pt>
                      <c:pt idx="92">
                        <c:v>34.855400000000003</c:v>
                      </c:pt>
                      <c:pt idx="93">
                        <c:v>34.856400000000001</c:v>
                      </c:pt>
                      <c:pt idx="94">
                        <c:v>34.857399999999998</c:v>
                      </c:pt>
                      <c:pt idx="95">
                        <c:v>34.858400000000003</c:v>
                      </c:pt>
                      <c:pt idx="96">
                        <c:v>34.859400000000001</c:v>
                      </c:pt>
                      <c:pt idx="97">
                        <c:v>34.860399999999998</c:v>
                      </c:pt>
                      <c:pt idx="98">
                        <c:v>34.861400000000003</c:v>
                      </c:pt>
                      <c:pt idx="99">
                        <c:v>34.862400000000001</c:v>
                      </c:pt>
                      <c:pt idx="100">
                        <c:v>34.863399999999999</c:v>
                      </c:pt>
                      <c:pt idx="101">
                        <c:v>34.864400000000003</c:v>
                      </c:pt>
                      <c:pt idx="102">
                        <c:v>34.865400000000001</c:v>
                      </c:pt>
                      <c:pt idx="103">
                        <c:v>34.866399999999999</c:v>
                      </c:pt>
                      <c:pt idx="104">
                        <c:v>34.867400000000004</c:v>
                      </c:pt>
                      <c:pt idx="105">
                        <c:v>34.868400000000001</c:v>
                      </c:pt>
                      <c:pt idx="106">
                        <c:v>34.869399999999999</c:v>
                      </c:pt>
                      <c:pt idx="107">
                        <c:v>34.870399999999997</c:v>
                      </c:pt>
                      <c:pt idx="108">
                        <c:v>34.871400000000001</c:v>
                      </c:pt>
                      <c:pt idx="109">
                        <c:v>34.872399999999999</c:v>
                      </c:pt>
                      <c:pt idx="110">
                        <c:v>34.873399999999997</c:v>
                      </c:pt>
                      <c:pt idx="111">
                        <c:v>34.874400000000001</c:v>
                      </c:pt>
                      <c:pt idx="112">
                        <c:v>34.875399999999999</c:v>
                      </c:pt>
                      <c:pt idx="113">
                        <c:v>34.876399999999997</c:v>
                      </c:pt>
                      <c:pt idx="114">
                        <c:v>34.877400000000002</c:v>
                      </c:pt>
                      <c:pt idx="115">
                        <c:v>34.878399999999999</c:v>
                      </c:pt>
                      <c:pt idx="116">
                        <c:v>34.879399999999997</c:v>
                      </c:pt>
                      <c:pt idx="117">
                        <c:v>34.880400000000002</c:v>
                      </c:pt>
                      <c:pt idx="118">
                        <c:v>34.881399999999999</c:v>
                      </c:pt>
                      <c:pt idx="119">
                        <c:v>34.882399999999997</c:v>
                      </c:pt>
                      <c:pt idx="120">
                        <c:v>34.883400000000002</c:v>
                      </c:pt>
                      <c:pt idx="121">
                        <c:v>34.884399999999999</c:v>
                      </c:pt>
                      <c:pt idx="122">
                        <c:v>34.885399999999997</c:v>
                      </c:pt>
                      <c:pt idx="123">
                        <c:v>34.886400000000002</c:v>
                      </c:pt>
                      <c:pt idx="124">
                        <c:v>34.8874</c:v>
                      </c:pt>
                      <c:pt idx="125">
                        <c:v>34.888399999999997</c:v>
                      </c:pt>
                      <c:pt idx="126">
                        <c:v>34.889400000000002</c:v>
                      </c:pt>
                      <c:pt idx="127">
                        <c:v>34.8904</c:v>
                      </c:pt>
                      <c:pt idx="128">
                        <c:v>34.891399999999997</c:v>
                      </c:pt>
                      <c:pt idx="129">
                        <c:v>34.892400000000002</c:v>
                      </c:pt>
                      <c:pt idx="130">
                        <c:v>34.8934</c:v>
                      </c:pt>
                      <c:pt idx="131">
                        <c:v>34.894399999999997</c:v>
                      </c:pt>
                      <c:pt idx="132">
                        <c:v>34.895400000000002</c:v>
                      </c:pt>
                      <c:pt idx="133">
                        <c:v>34.8964</c:v>
                      </c:pt>
                      <c:pt idx="134">
                        <c:v>34.897399999999998</c:v>
                      </c:pt>
                      <c:pt idx="135">
                        <c:v>34.898400000000002</c:v>
                      </c:pt>
                      <c:pt idx="136">
                        <c:v>34.8994</c:v>
                      </c:pt>
                      <c:pt idx="137">
                        <c:v>34.900399999999998</c:v>
                      </c:pt>
                      <c:pt idx="138">
                        <c:v>34.901400000000002</c:v>
                      </c:pt>
                      <c:pt idx="139">
                        <c:v>34.9024</c:v>
                      </c:pt>
                      <c:pt idx="140">
                        <c:v>34.903399999999998</c:v>
                      </c:pt>
                      <c:pt idx="141">
                        <c:v>34.904400000000003</c:v>
                      </c:pt>
                      <c:pt idx="142">
                        <c:v>34.9054</c:v>
                      </c:pt>
                      <c:pt idx="143">
                        <c:v>34.906399999999998</c:v>
                      </c:pt>
                      <c:pt idx="144">
                        <c:v>34.907400000000003</c:v>
                      </c:pt>
                      <c:pt idx="145">
                        <c:v>34.9084</c:v>
                      </c:pt>
                      <c:pt idx="146">
                        <c:v>34.909399999999998</c:v>
                      </c:pt>
                      <c:pt idx="147">
                        <c:v>34.910400000000003</c:v>
                      </c:pt>
                      <c:pt idx="148">
                        <c:v>34.9114</c:v>
                      </c:pt>
                      <c:pt idx="149">
                        <c:v>34.912399999999998</c:v>
                      </c:pt>
                      <c:pt idx="150">
                        <c:v>34.913400000000003</c:v>
                      </c:pt>
                      <c:pt idx="151">
                        <c:v>34.914400000000001</c:v>
                      </c:pt>
                      <c:pt idx="152">
                        <c:v>34.915399999999998</c:v>
                      </c:pt>
                      <c:pt idx="153">
                        <c:v>34.916400000000003</c:v>
                      </c:pt>
                      <c:pt idx="154">
                        <c:v>34.917400000000001</c:v>
                      </c:pt>
                      <c:pt idx="155">
                        <c:v>34.918399999999998</c:v>
                      </c:pt>
                      <c:pt idx="156">
                        <c:v>34.919400000000003</c:v>
                      </c:pt>
                      <c:pt idx="157">
                        <c:v>34.920400000000001</c:v>
                      </c:pt>
                      <c:pt idx="158">
                        <c:v>34.921399999999998</c:v>
                      </c:pt>
                      <c:pt idx="159">
                        <c:v>34.922400000000003</c:v>
                      </c:pt>
                      <c:pt idx="160">
                        <c:v>34.923400000000001</c:v>
                      </c:pt>
                      <c:pt idx="161">
                        <c:v>34.924399999999999</c:v>
                      </c:pt>
                      <c:pt idx="162">
                        <c:v>34.925400000000003</c:v>
                      </c:pt>
                      <c:pt idx="163">
                        <c:v>34.926400000000001</c:v>
                      </c:pt>
                      <c:pt idx="164">
                        <c:v>34.927399999999999</c:v>
                      </c:pt>
                      <c:pt idx="165">
                        <c:v>34.928400000000003</c:v>
                      </c:pt>
                      <c:pt idx="166">
                        <c:v>34.929400000000001</c:v>
                      </c:pt>
                      <c:pt idx="167">
                        <c:v>34.930399999999999</c:v>
                      </c:pt>
                      <c:pt idx="168">
                        <c:v>34.931399999999996</c:v>
                      </c:pt>
                      <c:pt idx="169">
                        <c:v>34.932400000000001</c:v>
                      </c:pt>
                      <c:pt idx="170">
                        <c:v>34.933399999999999</c:v>
                      </c:pt>
                      <c:pt idx="171">
                        <c:v>34.934399999999997</c:v>
                      </c:pt>
                      <c:pt idx="172">
                        <c:v>34.935400000000001</c:v>
                      </c:pt>
                      <c:pt idx="173">
                        <c:v>34.936399999999999</c:v>
                      </c:pt>
                      <c:pt idx="174">
                        <c:v>34.937399999999997</c:v>
                      </c:pt>
                      <c:pt idx="175">
                        <c:v>34.938400000000001</c:v>
                      </c:pt>
                      <c:pt idx="176">
                        <c:v>34.939399999999999</c:v>
                      </c:pt>
                      <c:pt idx="177">
                        <c:v>34.940399999999997</c:v>
                      </c:pt>
                      <c:pt idx="178">
                        <c:v>34.941400000000002</c:v>
                      </c:pt>
                      <c:pt idx="179">
                        <c:v>34.942399999999999</c:v>
                      </c:pt>
                      <c:pt idx="180">
                        <c:v>34.943399999999997</c:v>
                      </c:pt>
                      <c:pt idx="181">
                        <c:v>34.944400000000002</c:v>
                      </c:pt>
                      <c:pt idx="182">
                        <c:v>34.945399999999999</c:v>
                      </c:pt>
                      <c:pt idx="183">
                        <c:v>34.946399999999997</c:v>
                      </c:pt>
                      <c:pt idx="184">
                        <c:v>34.947400000000002</c:v>
                      </c:pt>
                      <c:pt idx="185">
                        <c:v>34.948399999999999</c:v>
                      </c:pt>
                      <c:pt idx="186">
                        <c:v>34.949399999999997</c:v>
                      </c:pt>
                      <c:pt idx="187">
                        <c:v>34.950400000000002</c:v>
                      </c:pt>
                      <c:pt idx="188">
                        <c:v>34.9514</c:v>
                      </c:pt>
                      <c:pt idx="189">
                        <c:v>34.952399999999997</c:v>
                      </c:pt>
                      <c:pt idx="190">
                        <c:v>34.953400000000002</c:v>
                      </c:pt>
                      <c:pt idx="191">
                        <c:v>34.9544</c:v>
                      </c:pt>
                      <c:pt idx="192">
                        <c:v>34.955399999999997</c:v>
                      </c:pt>
                      <c:pt idx="193">
                        <c:v>34.956400000000002</c:v>
                      </c:pt>
                      <c:pt idx="194">
                        <c:v>34.9574</c:v>
                      </c:pt>
                      <c:pt idx="195">
                        <c:v>34.958399999999997</c:v>
                      </c:pt>
                      <c:pt idx="196">
                        <c:v>34.959400000000002</c:v>
                      </c:pt>
                      <c:pt idx="197">
                        <c:v>34.9604</c:v>
                      </c:pt>
                      <c:pt idx="198">
                        <c:v>34.961399999999998</c:v>
                      </c:pt>
                      <c:pt idx="199">
                        <c:v>34.962400000000002</c:v>
                      </c:pt>
                      <c:pt idx="200">
                        <c:v>34.9634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OMEGA!$Q$20:$Q$220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2.4868763794446764E-2</c:v>
                      </c:pt>
                      <c:pt idx="1">
                        <c:v>2.2090529424759135E-2</c:v>
                      </c:pt>
                      <c:pt idx="2">
                        <c:v>2.157438369032269E-2</c:v>
                      </c:pt>
                      <c:pt idx="3">
                        <c:v>2.7487906495467115E-2</c:v>
                      </c:pt>
                      <c:pt idx="4">
                        <c:v>2.2268677544486512E-2</c:v>
                      </c:pt>
                      <c:pt idx="5">
                        <c:v>2.7159525231999798E-2</c:v>
                      </c:pt>
                      <c:pt idx="6">
                        <c:v>2.6115265469508077E-2</c:v>
                      </c:pt>
                      <c:pt idx="7">
                        <c:v>2.6295811897385103E-2</c:v>
                      </c:pt>
                      <c:pt idx="8">
                        <c:v>2.3516411851247303E-2</c:v>
                      </c:pt>
                      <c:pt idx="9">
                        <c:v>2.6480598649681105E-2</c:v>
                      </c:pt>
                      <c:pt idx="10">
                        <c:v>2.5780335481247533E-2</c:v>
                      </c:pt>
                      <c:pt idx="11">
                        <c:v>3.2046770450132774E-2</c:v>
                      </c:pt>
                      <c:pt idx="12">
                        <c:v>2.6839326026181588E-2</c:v>
                      </c:pt>
                      <c:pt idx="13">
                        <c:v>2.6322569209661025E-2</c:v>
                      </c:pt>
                      <c:pt idx="14">
                        <c:v>3.0695785735462569E-2</c:v>
                      </c:pt>
                      <c:pt idx="15">
                        <c:v>3.5586794403488137E-2</c:v>
                      </c:pt>
                      <c:pt idx="16">
                        <c:v>3.1072212502651832E-2</c:v>
                      </c:pt>
                      <c:pt idx="17">
                        <c:v>3.2491349702195818E-2</c:v>
                      </c:pt>
                      <c:pt idx="18">
                        <c:v>3.3705350757614209E-2</c:v>
                      </c:pt>
                      <c:pt idx="19">
                        <c:v>3.1610514313721153E-2</c:v>
                      </c:pt>
                      <c:pt idx="20">
                        <c:v>3.249480262228864E-2</c:v>
                      </c:pt>
                      <c:pt idx="21">
                        <c:v>3.874896623605336E-2</c:v>
                      </c:pt>
                      <c:pt idx="22">
                        <c:v>3.8761775002248443E-2</c:v>
                      </c:pt>
                      <c:pt idx="23">
                        <c:v>3.6689744982161973E-2</c:v>
                      </c:pt>
                      <c:pt idx="24">
                        <c:v>3.8431761237302867E-2</c:v>
                      </c:pt>
                      <c:pt idx="25">
                        <c:v>3.6870550032593742E-2</c:v>
                      </c:pt>
                      <c:pt idx="26">
                        <c:v>4.1222727584914805E-2</c:v>
                      </c:pt>
                      <c:pt idx="27">
                        <c:v>3.5638334633200826E-2</c:v>
                      </c:pt>
                      <c:pt idx="28">
                        <c:v>3.9145659952137445E-2</c:v>
                      </c:pt>
                      <c:pt idx="29">
                        <c:v>3.8287845187870852E-2</c:v>
                      </c:pt>
                      <c:pt idx="30">
                        <c:v>4.005431995460744E-2</c:v>
                      </c:pt>
                      <c:pt idx="31">
                        <c:v>4.4777739306625451E-2</c:v>
                      </c:pt>
                      <c:pt idx="32">
                        <c:v>4.3895199110371971E-2</c:v>
                      </c:pt>
                      <c:pt idx="33">
                        <c:v>4.8802098273327536E-2</c:v>
                      </c:pt>
                      <c:pt idx="34">
                        <c:v>4.7401783199111369E-2</c:v>
                      </c:pt>
                      <c:pt idx="35">
                        <c:v>4.7893348155800208E-2</c:v>
                      </c:pt>
                      <c:pt idx="36">
                        <c:v>4.7035048664839325E-2</c:v>
                      </c:pt>
                      <c:pt idx="37">
                        <c:v>5.0176689256375341E-2</c:v>
                      </c:pt>
                      <c:pt idx="38">
                        <c:v>5.2122346749543767E-2</c:v>
                      </c:pt>
                      <c:pt idx="39">
                        <c:v>5.4917179296964963E-2</c:v>
                      </c:pt>
                      <c:pt idx="40">
                        <c:v>5.580868907348794E-2</c:v>
                      </c:pt>
                      <c:pt idx="41">
                        <c:v>5.9522455888126775E-2</c:v>
                      </c:pt>
                      <c:pt idx="42">
                        <c:v>6.3918896621849547E-2</c:v>
                      </c:pt>
                      <c:pt idx="43">
                        <c:v>6.0630131054831976E-2</c:v>
                      </c:pt>
                      <c:pt idx="44">
                        <c:v>6.1538456143900404E-2</c:v>
                      </c:pt>
                      <c:pt idx="45">
                        <c:v>6.3500768604883198E-2</c:v>
                      </c:pt>
                      <c:pt idx="46">
                        <c:v>6.6933144908624925E-2</c:v>
                      </c:pt>
                      <c:pt idx="47">
                        <c:v>7.2210647630417263E-2</c:v>
                      </c:pt>
                      <c:pt idx="48">
                        <c:v>6.9248256916797993E-2</c:v>
                      </c:pt>
                      <c:pt idx="49">
                        <c:v>7.9885420078622704E-2</c:v>
                      </c:pt>
                      <c:pt idx="50">
                        <c:v>7.9162265935083284E-2</c:v>
                      </c:pt>
                      <c:pt idx="51">
                        <c:v>7.8857733956451112E-2</c:v>
                      </c:pt>
                      <c:pt idx="52">
                        <c:v>7.3373547186212223E-2</c:v>
                      </c:pt>
                      <c:pt idx="53">
                        <c:v>8.5817874884066905E-2</c:v>
                      </c:pt>
                      <c:pt idx="54">
                        <c:v>9.0573946562249194E-2</c:v>
                      </c:pt>
                      <c:pt idx="55">
                        <c:v>9.5649200432355447E-2</c:v>
                      </c:pt>
                      <c:pt idx="56">
                        <c:v>9.7378709027820448E-2</c:v>
                      </c:pt>
                      <c:pt idx="57">
                        <c:v>8.933522569561908E-2</c:v>
                      </c:pt>
                      <c:pt idx="58">
                        <c:v>0.10251602049800808</c:v>
                      </c:pt>
                      <c:pt idx="59">
                        <c:v>0.10885026764349599</c:v>
                      </c:pt>
                      <c:pt idx="60">
                        <c:v>0.10452242535662745</c:v>
                      </c:pt>
                      <c:pt idx="61">
                        <c:v>0.11323264814999798</c:v>
                      </c:pt>
                      <c:pt idx="62">
                        <c:v>0.12701798729300107</c:v>
                      </c:pt>
                      <c:pt idx="63">
                        <c:v>0.12787602938886256</c:v>
                      </c:pt>
                      <c:pt idx="64">
                        <c:v>0.12842493805692787</c:v>
                      </c:pt>
                      <c:pt idx="65">
                        <c:v>0.13928942649572254</c:v>
                      </c:pt>
                      <c:pt idx="66">
                        <c:v>0.14152884125122522</c:v>
                      </c:pt>
                      <c:pt idx="67">
                        <c:v>0.14933826020751167</c:v>
                      </c:pt>
                      <c:pt idx="68">
                        <c:v>0.16981887017450989</c:v>
                      </c:pt>
                      <c:pt idx="69">
                        <c:v>0.16402115528704633</c:v>
                      </c:pt>
                      <c:pt idx="70">
                        <c:v>0.17324912301416928</c:v>
                      </c:pt>
                      <c:pt idx="71">
                        <c:v>0.17520249287315096</c:v>
                      </c:pt>
                      <c:pt idx="72">
                        <c:v>0.18941834283303807</c:v>
                      </c:pt>
                      <c:pt idx="73">
                        <c:v>0.19862329448724561</c:v>
                      </c:pt>
                      <c:pt idx="74">
                        <c:v>0.21020177646710375</c:v>
                      </c:pt>
                      <c:pt idx="75">
                        <c:v>0.21834072275635158</c:v>
                      </c:pt>
                      <c:pt idx="76">
                        <c:v>0.25336932374196719</c:v>
                      </c:pt>
                      <c:pt idx="77">
                        <c:v>0.26705874246632921</c:v>
                      </c:pt>
                      <c:pt idx="78">
                        <c:v>0.3113792152455207</c:v>
                      </c:pt>
                      <c:pt idx="79">
                        <c:v>0.35826982890582248</c:v>
                      </c:pt>
                      <c:pt idx="80">
                        <c:v>0.43844623872331495</c:v>
                      </c:pt>
                      <c:pt idx="81">
                        <c:v>0.54459014356944613</c:v>
                      </c:pt>
                      <c:pt idx="82">
                        <c:v>0.63862978634805967</c:v>
                      </c:pt>
                      <c:pt idx="83">
                        <c:v>0.80438641117589027</c:v>
                      </c:pt>
                      <c:pt idx="84">
                        <c:v>0.9619250248554525</c:v>
                      </c:pt>
                      <c:pt idx="85">
                        <c:v>1.1598815590202123</c:v>
                      </c:pt>
                      <c:pt idx="86">
                        <c:v>1.428768092343849</c:v>
                      </c:pt>
                      <c:pt idx="87">
                        <c:v>1.7382956667363865</c:v>
                      </c:pt>
                      <c:pt idx="88">
                        <c:v>2.1458456780463107</c:v>
                      </c:pt>
                      <c:pt idx="89">
                        <c:v>2.793500974328746</c:v>
                      </c:pt>
                      <c:pt idx="90">
                        <c:v>3.600012206663906</c:v>
                      </c:pt>
                      <c:pt idx="91">
                        <c:v>5.0344328458582135</c:v>
                      </c:pt>
                      <c:pt idx="92">
                        <c:v>7.991152081006426</c:v>
                      </c:pt>
                      <c:pt idx="93">
                        <c:v>26.01100563004815</c:v>
                      </c:pt>
                      <c:pt idx="94">
                        <c:v>192.55165171180286</c:v>
                      </c:pt>
                      <c:pt idx="95">
                        <c:v>1248.8622331261781</c:v>
                      </c:pt>
                      <c:pt idx="96">
                        <c:v>4236.628685814735</c:v>
                      </c:pt>
                      <c:pt idx="97">
                        <c:v>10279.526745940746</c:v>
                      </c:pt>
                      <c:pt idx="98">
                        <c:v>18120.07151591259</c:v>
                      </c:pt>
                      <c:pt idx="99">
                        <c:v>21369.391362351616</c:v>
                      </c:pt>
                      <c:pt idx="100">
                        <c:v>20939.632311172063</c:v>
                      </c:pt>
                      <c:pt idx="101">
                        <c:v>15582.28153026262</c:v>
                      </c:pt>
                      <c:pt idx="102">
                        <c:v>7343.2430301002196</c:v>
                      </c:pt>
                      <c:pt idx="103">
                        <c:v>1877.031523921584</c:v>
                      </c:pt>
                      <c:pt idx="104">
                        <c:v>466.07109582146103</c:v>
                      </c:pt>
                      <c:pt idx="105">
                        <c:v>149.73393002324343</c:v>
                      </c:pt>
                      <c:pt idx="106">
                        <c:v>39.789949648591524</c:v>
                      </c:pt>
                      <c:pt idx="107">
                        <c:v>22.775474356906184</c:v>
                      </c:pt>
                      <c:pt idx="108">
                        <c:v>16.800453432868334</c:v>
                      </c:pt>
                      <c:pt idx="109">
                        <c:v>13.080702455657109</c:v>
                      </c:pt>
                      <c:pt idx="110">
                        <c:v>10.53793039003317</c:v>
                      </c:pt>
                      <c:pt idx="111">
                        <c:v>8.7619385445977223</c:v>
                      </c:pt>
                      <c:pt idx="112">
                        <c:v>7.3348248210216553</c:v>
                      </c:pt>
                      <c:pt idx="113">
                        <c:v>6.1901806511934501</c:v>
                      </c:pt>
                      <c:pt idx="114">
                        <c:v>5.2625401003480148</c:v>
                      </c:pt>
                      <c:pt idx="115">
                        <c:v>4.5569048529625684</c:v>
                      </c:pt>
                      <c:pt idx="116">
                        <c:v>3.9527180376599076</c:v>
                      </c:pt>
                      <c:pt idx="117">
                        <c:v>3.4699823463605841</c:v>
                      </c:pt>
                      <c:pt idx="118">
                        <c:v>3.0984158559248693</c:v>
                      </c:pt>
                      <c:pt idx="119">
                        <c:v>2.7374224240248171</c:v>
                      </c:pt>
                      <c:pt idx="120">
                        <c:v>2.4710114196306461</c:v>
                      </c:pt>
                      <c:pt idx="121">
                        <c:v>2.2467301453540194</c:v>
                      </c:pt>
                      <c:pt idx="122">
                        <c:v>2.0544205594873763</c:v>
                      </c:pt>
                      <c:pt idx="123">
                        <c:v>1.853834970391121</c:v>
                      </c:pt>
                      <c:pt idx="124">
                        <c:v>1.677673554691671</c:v>
                      </c:pt>
                      <c:pt idx="125">
                        <c:v>1.4918587944137096</c:v>
                      </c:pt>
                      <c:pt idx="126">
                        <c:v>1.2893698696110996</c:v>
                      </c:pt>
                      <c:pt idx="127">
                        <c:v>1.1361529298676492</c:v>
                      </c:pt>
                      <c:pt idx="128">
                        <c:v>0.99354581236907691</c:v>
                      </c:pt>
                      <c:pt idx="129">
                        <c:v>0.882379377871363</c:v>
                      </c:pt>
                      <c:pt idx="130">
                        <c:v>0.76625559161999079</c:v>
                      </c:pt>
                      <c:pt idx="131">
                        <c:v>0.65373012312206757</c:v>
                      </c:pt>
                      <c:pt idx="132">
                        <c:v>0.56656366057135632</c:v>
                      </c:pt>
                      <c:pt idx="133">
                        <c:v>0.50626790847441461</c:v>
                      </c:pt>
                      <c:pt idx="134">
                        <c:v>0.41169557113394112</c:v>
                      </c:pt>
                      <c:pt idx="135">
                        <c:v>0.35255461695516643</c:v>
                      </c:pt>
                      <c:pt idx="136">
                        <c:v>0.28634751063011976</c:v>
                      </c:pt>
                      <c:pt idx="137">
                        <c:v>0.25635090745648864</c:v>
                      </c:pt>
                      <c:pt idx="138">
                        <c:v>0.21051970332959383</c:v>
                      </c:pt>
                      <c:pt idx="139">
                        <c:v>0.18097052930484403</c:v>
                      </c:pt>
                      <c:pt idx="140">
                        <c:v>0.16289050843231345</c:v>
                      </c:pt>
                      <c:pt idx="141">
                        <c:v>0.14624665954482205</c:v>
                      </c:pt>
                      <c:pt idx="142">
                        <c:v>0.12756289784901911</c:v>
                      </c:pt>
                      <c:pt idx="143">
                        <c:v>0.11924128019218136</c:v>
                      </c:pt>
                      <c:pt idx="144">
                        <c:v>0.10722142342459669</c:v>
                      </c:pt>
                      <c:pt idx="145">
                        <c:v>0.1056402072685807</c:v>
                      </c:pt>
                      <c:pt idx="146">
                        <c:v>9.5830181223956964E-2</c:v>
                      </c:pt>
                      <c:pt idx="147">
                        <c:v>9.4970110340479252E-2</c:v>
                      </c:pt>
                      <c:pt idx="148">
                        <c:v>9.1064706089284839E-2</c:v>
                      </c:pt>
                      <c:pt idx="149">
                        <c:v>8.6664200243947248E-2</c:v>
                      </c:pt>
                      <c:pt idx="150">
                        <c:v>8.1842895162995755E-2</c:v>
                      </c:pt>
                      <c:pt idx="151">
                        <c:v>8.3848280710628095E-2</c:v>
                      </c:pt>
                      <c:pt idx="152">
                        <c:v>7.6724045963698709E-2</c:v>
                      </c:pt>
                      <c:pt idx="153">
                        <c:v>6.9947719076256146E-2</c:v>
                      </c:pt>
                      <c:pt idx="154">
                        <c:v>8.0115969382352992E-2</c:v>
                      </c:pt>
                      <c:pt idx="155">
                        <c:v>7.333949218522208E-2</c:v>
                      </c:pt>
                      <c:pt idx="156">
                        <c:v>6.5642858079338132E-2</c:v>
                      </c:pt>
                      <c:pt idx="157">
                        <c:v>6.7609979896645217E-2</c:v>
                      </c:pt>
                      <c:pt idx="158">
                        <c:v>7.0294617050537425E-2</c:v>
                      </c:pt>
                      <c:pt idx="159">
                        <c:v>5.7597203037023842E-2</c:v>
                      </c:pt>
                      <c:pt idx="160">
                        <c:v>5.9207790489737948E-2</c:v>
                      </c:pt>
                      <c:pt idx="161">
                        <c:v>6.0810652000397605E-2</c:v>
                      </c:pt>
                      <c:pt idx="162">
                        <c:v>5.4219562546581557E-2</c:v>
                      </c:pt>
                      <c:pt idx="163">
                        <c:v>5.4932015744942518E-2</c:v>
                      </c:pt>
                      <c:pt idx="164">
                        <c:v>5.5527476387967303E-2</c:v>
                      </c:pt>
                      <c:pt idx="165">
                        <c:v>5.5374537383698512E-2</c:v>
                      </c:pt>
                      <c:pt idx="166">
                        <c:v>5.7897397056328362E-2</c:v>
                      </c:pt>
                      <c:pt idx="167">
                        <c:v>5.0601419325111169E-2</c:v>
                      </c:pt>
                      <c:pt idx="168">
                        <c:v>4.3472961508556847E-2</c:v>
                      </c:pt>
                      <c:pt idx="169">
                        <c:v>4.2608336260120241E-2</c:v>
                      </c:pt>
                      <c:pt idx="170">
                        <c:v>4.4772244131370646E-2</c:v>
                      </c:pt>
                      <c:pt idx="171">
                        <c:v>4.084578580412597E-2</c:v>
                      </c:pt>
                      <c:pt idx="172">
                        <c:v>4.1917839315235912E-2</c:v>
                      </c:pt>
                      <c:pt idx="173">
                        <c:v>4.3554345768379854E-2</c:v>
                      </c:pt>
                      <c:pt idx="174">
                        <c:v>4.2507934410867025E-2</c:v>
                      </c:pt>
                      <c:pt idx="175">
                        <c:v>3.9295820335059496E-2</c:v>
                      </c:pt>
                      <c:pt idx="176">
                        <c:v>3.3555438033764741E-2</c:v>
                      </c:pt>
                      <c:pt idx="177">
                        <c:v>3.8041254376628371E-2</c:v>
                      </c:pt>
                      <c:pt idx="178">
                        <c:v>3.8238585687922121E-2</c:v>
                      </c:pt>
                      <c:pt idx="179">
                        <c:v>4.0370319633351373E-2</c:v>
                      </c:pt>
                      <c:pt idx="180">
                        <c:v>3.6960926899665597E-2</c:v>
                      </c:pt>
                      <c:pt idx="181">
                        <c:v>3.5369842695407522E-2</c:v>
                      </c:pt>
                      <c:pt idx="182">
                        <c:v>3.6244780886124608E-2</c:v>
                      </c:pt>
                      <c:pt idx="183">
                        <c:v>3.2297357898488435E-2</c:v>
                      </c:pt>
                      <c:pt idx="184">
                        <c:v>3.7161626559726879E-2</c:v>
                      </c:pt>
                      <c:pt idx="185">
                        <c:v>3.2282219484371169E-2</c:v>
                      </c:pt>
                      <c:pt idx="186">
                        <c:v>2.9759740649955603E-2</c:v>
                      </c:pt>
                      <c:pt idx="187">
                        <c:v>3.2811860235962817E-2</c:v>
                      </c:pt>
                      <c:pt idx="188">
                        <c:v>2.3490246025002087E-2</c:v>
                      </c:pt>
                      <c:pt idx="189">
                        <c:v>2.7249976313137365E-2</c:v>
                      </c:pt>
                      <c:pt idx="190">
                        <c:v>2.5280363715943808E-2</c:v>
                      </c:pt>
                      <c:pt idx="191">
                        <c:v>2.4554638012658721E-2</c:v>
                      </c:pt>
                      <c:pt idx="192">
                        <c:v>2.563675698537984E-2</c:v>
                      </c:pt>
                      <c:pt idx="193">
                        <c:v>2.9037804389232626E-2</c:v>
                      </c:pt>
                      <c:pt idx="194">
                        <c:v>2.8504446451627568E-2</c:v>
                      </c:pt>
                      <c:pt idx="195">
                        <c:v>2.9941012977259745E-2</c:v>
                      </c:pt>
                      <c:pt idx="196">
                        <c:v>2.2755889846943704E-2</c:v>
                      </c:pt>
                      <c:pt idx="197">
                        <c:v>2.3097911186060548E-2</c:v>
                      </c:pt>
                      <c:pt idx="198">
                        <c:v>2.2571110282946422E-2</c:v>
                      </c:pt>
                      <c:pt idx="199">
                        <c:v>2.2395868037597178E-2</c:v>
                      </c:pt>
                      <c:pt idx="200">
                        <c:v>2.0629936732648201E-2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CD77-4D7C-BDB2-984FE4A673CC}"/>
                  </c:ext>
                </c:extLst>
              </c15:ser>
            </c15:filteredScatterSeries>
            <c15:filteredScatte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OMEGA!$Y$1</c15:sqref>
                        </c15:formulaRef>
                      </c:ext>
                    </c:extLst>
                    <c:strCache>
                      <c:ptCount val="1"/>
                      <c:pt idx="0">
                        <c:v>Si_Thermo_omega</c:v>
                      </c:pt>
                    </c:strCache>
                  </c:strRef>
                </c:tx>
                <c:spPr>
                  <a:ln w="19050" cap="rnd">
                    <a:solidFill>
                      <a:schemeClr val="accent2"/>
                    </a:solidFill>
                    <a:prstDash val="sysDash"/>
                    <a:round/>
                  </a:ln>
                  <a:effectLst/>
                </c:spPr>
                <c:marker>
                  <c:symbol val="circle"/>
                  <c:size val="5"/>
                  <c:spPr>
                    <a:noFill/>
                    <a:ln w="9525">
                      <a:noFill/>
                    </a:ln>
                    <a:effectLst/>
                  </c:spPr>
                </c:marker>
                <c:x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OMEGA!$A$20:$A$220</c15:sqref>
                        </c15:formulaRef>
                      </c:ext>
                    </c:extLst>
                    <c:numCache>
                      <c:formatCode>General</c:formatCode>
                      <c:ptCount val="201"/>
                      <c:pt idx="0">
                        <c:v>34.763399999999997</c:v>
                      </c:pt>
                      <c:pt idx="1">
                        <c:v>34.764400000000002</c:v>
                      </c:pt>
                      <c:pt idx="2">
                        <c:v>34.7654</c:v>
                      </c:pt>
                      <c:pt idx="3">
                        <c:v>34.766399999999997</c:v>
                      </c:pt>
                      <c:pt idx="4">
                        <c:v>34.767400000000002</c:v>
                      </c:pt>
                      <c:pt idx="5">
                        <c:v>34.7684</c:v>
                      </c:pt>
                      <c:pt idx="6">
                        <c:v>34.769399999999997</c:v>
                      </c:pt>
                      <c:pt idx="7">
                        <c:v>34.770400000000002</c:v>
                      </c:pt>
                      <c:pt idx="8">
                        <c:v>34.7714</c:v>
                      </c:pt>
                      <c:pt idx="9">
                        <c:v>34.772399999999998</c:v>
                      </c:pt>
                      <c:pt idx="10">
                        <c:v>34.773400000000002</c:v>
                      </c:pt>
                      <c:pt idx="11">
                        <c:v>34.7744</c:v>
                      </c:pt>
                      <c:pt idx="12">
                        <c:v>34.775399999999998</c:v>
                      </c:pt>
                      <c:pt idx="13">
                        <c:v>34.776400000000002</c:v>
                      </c:pt>
                      <c:pt idx="14">
                        <c:v>34.7774</c:v>
                      </c:pt>
                      <c:pt idx="15">
                        <c:v>34.778399999999998</c:v>
                      </c:pt>
                      <c:pt idx="16">
                        <c:v>34.779400000000003</c:v>
                      </c:pt>
                      <c:pt idx="17">
                        <c:v>34.7804</c:v>
                      </c:pt>
                      <c:pt idx="18">
                        <c:v>34.781399999999998</c:v>
                      </c:pt>
                      <c:pt idx="19">
                        <c:v>34.782400000000003</c:v>
                      </c:pt>
                      <c:pt idx="20">
                        <c:v>34.7834</c:v>
                      </c:pt>
                      <c:pt idx="21">
                        <c:v>34.784399999999998</c:v>
                      </c:pt>
                      <c:pt idx="22">
                        <c:v>34.785400000000003</c:v>
                      </c:pt>
                      <c:pt idx="23">
                        <c:v>34.7864</c:v>
                      </c:pt>
                      <c:pt idx="24">
                        <c:v>34.787399999999998</c:v>
                      </c:pt>
                      <c:pt idx="25">
                        <c:v>34.788400000000003</c:v>
                      </c:pt>
                      <c:pt idx="26">
                        <c:v>34.789400000000001</c:v>
                      </c:pt>
                      <c:pt idx="27">
                        <c:v>34.790399999999998</c:v>
                      </c:pt>
                      <c:pt idx="28">
                        <c:v>34.791400000000003</c:v>
                      </c:pt>
                      <c:pt idx="29">
                        <c:v>34.792400000000001</c:v>
                      </c:pt>
                      <c:pt idx="30">
                        <c:v>34.793399999999998</c:v>
                      </c:pt>
                      <c:pt idx="31">
                        <c:v>34.794400000000003</c:v>
                      </c:pt>
                      <c:pt idx="32">
                        <c:v>34.795400000000001</c:v>
                      </c:pt>
                      <c:pt idx="33">
                        <c:v>34.796399999999998</c:v>
                      </c:pt>
                      <c:pt idx="34">
                        <c:v>34.797400000000003</c:v>
                      </c:pt>
                      <c:pt idx="35">
                        <c:v>34.798400000000001</c:v>
                      </c:pt>
                      <c:pt idx="36">
                        <c:v>34.799399999999999</c:v>
                      </c:pt>
                      <c:pt idx="37">
                        <c:v>34.800400000000003</c:v>
                      </c:pt>
                      <c:pt idx="38">
                        <c:v>34.801400000000001</c:v>
                      </c:pt>
                      <c:pt idx="39">
                        <c:v>34.802399999999999</c:v>
                      </c:pt>
                      <c:pt idx="40">
                        <c:v>34.803400000000003</c:v>
                      </c:pt>
                      <c:pt idx="41">
                        <c:v>34.804400000000001</c:v>
                      </c:pt>
                      <c:pt idx="42">
                        <c:v>34.805399999999999</c:v>
                      </c:pt>
                      <c:pt idx="43">
                        <c:v>34.806399999999996</c:v>
                      </c:pt>
                      <c:pt idx="44">
                        <c:v>34.807400000000001</c:v>
                      </c:pt>
                      <c:pt idx="45">
                        <c:v>34.808399999999999</c:v>
                      </c:pt>
                      <c:pt idx="46">
                        <c:v>34.809399999999997</c:v>
                      </c:pt>
                      <c:pt idx="47">
                        <c:v>34.810400000000001</c:v>
                      </c:pt>
                      <c:pt idx="48">
                        <c:v>34.811399999999999</c:v>
                      </c:pt>
                      <c:pt idx="49">
                        <c:v>34.812399999999997</c:v>
                      </c:pt>
                      <c:pt idx="50">
                        <c:v>34.813400000000001</c:v>
                      </c:pt>
                      <c:pt idx="51">
                        <c:v>34.814399999999999</c:v>
                      </c:pt>
                      <c:pt idx="52">
                        <c:v>34.815399999999997</c:v>
                      </c:pt>
                      <c:pt idx="53">
                        <c:v>34.816400000000002</c:v>
                      </c:pt>
                      <c:pt idx="54">
                        <c:v>34.817399999999999</c:v>
                      </c:pt>
                      <c:pt idx="55">
                        <c:v>34.818399999999997</c:v>
                      </c:pt>
                      <c:pt idx="56">
                        <c:v>34.819400000000002</c:v>
                      </c:pt>
                      <c:pt idx="57">
                        <c:v>34.820399999999999</c:v>
                      </c:pt>
                      <c:pt idx="58">
                        <c:v>34.821399999999997</c:v>
                      </c:pt>
                      <c:pt idx="59">
                        <c:v>34.822400000000002</c:v>
                      </c:pt>
                      <c:pt idx="60">
                        <c:v>34.823399999999999</c:v>
                      </c:pt>
                      <c:pt idx="61">
                        <c:v>34.824399999999997</c:v>
                      </c:pt>
                      <c:pt idx="62">
                        <c:v>34.825400000000002</c:v>
                      </c:pt>
                      <c:pt idx="63">
                        <c:v>34.8264</c:v>
                      </c:pt>
                      <c:pt idx="64">
                        <c:v>34.827399999999997</c:v>
                      </c:pt>
                      <c:pt idx="65">
                        <c:v>34.828400000000002</c:v>
                      </c:pt>
                      <c:pt idx="66">
                        <c:v>34.8294</c:v>
                      </c:pt>
                      <c:pt idx="67">
                        <c:v>34.830399999999997</c:v>
                      </c:pt>
                      <c:pt idx="68">
                        <c:v>34.831400000000002</c:v>
                      </c:pt>
                      <c:pt idx="69">
                        <c:v>34.8324</c:v>
                      </c:pt>
                      <c:pt idx="70">
                        <c:v>34.833399999999997</c:v>
                      </c:pt>
                      <c:pt idx="71">
                        <c:v>34.834400000000002</c:v>
                      </c:pt>
                      <c:pt idx="72">
                        <c:v>34.8354</c:v>
                      </c:pt>
                      <c:pt idx="73">
                        <c:v>34.836399999999998</c:v>
                      </c:pt>
                      <c:pt idx="74">
                        <c:v>34.837400000000002</c:v>
                      </c:pt>
                      <c:pt idx="75">
                        <c:v>34.8384</c:v>
                      </c:pt>
                      <c:pt idx="76">
                        <c:v>34.839399999999998</c:v>
                      </c:pt>
                      <c:pt idx="77">
                        <c:v>34.840400000000002</c:v>
                      </c:pt>
                      <c:pt idx="78">
                        <c:v>34.8414</c:v>
                      </c:pt>
                      <c:pt idx="79">
                        <c:v>34.842399999999998</c:v>
                      </c:pt>
                      <c:pt idx="80">
                        <c:v>34.843400000000003</c:v>
                      </c:pt>
                      <c:pt idx="81">
                        <c:v>34.8444</c:v>
                      </c:pt>
                      <c:pt idx="82">
                        <c:v>34.845399999999998</c:v>
                      </c:pt>
                      <c:pt idx="83">
                        <c:v>34.846400000000003</c:v>
                      </c:pt>
                      <c:pt idx="84">
                        <c:v>34.8474</c:v>
                      </c:pt>
                      <c:pt idx="85">
                        <c:v>34.848399999999998</c:v>
                      </c:pt>
                      <c:pt idx="86">
                        <c:v>34.849400000000003</c:v>
                      </c:pt>
                      <c:pt idx="87">
                        <c:v>34.8504</c:v>
                      </c:pt>
                      <c:pt idx="88">
                        <c:v>34.851399999999998</c:v>
                      </c:pt>
                      <c:pt idx="89">
                        <c:v>34.852400000000003</c:v>
                      </c:pt>
                      <c:pt idx="90">
                        <c:v>34.853400000000001</c:v>
                      </c:pt>
                      <c:pt idx="91">
                        <c:v>34.854399999999998</c:v>
                      </c:pt>
                      <c:pt idx="92">
                        <c:v>34.855400000000003</c:v>
                      </c:pt>
                      <c:pt idx="93">
                        <c:v>34.856400000000001</c:v>
                      </c:pt>
                      <c:pt idx="94">
                        <c:v>34.857399999999998</c:v>
                      </c:pt>
                      <c:pt idx="95">
                        <c:v>34.858400000000003</c:v>
                      </c:pt>
                      <c:pt idx="96">
                        <c:v>34.859400000000001</c:v>
                      </c:pt>
                      <c:pt idx="97">
                        <c:v>34.860399999999998</c:v>
                      </c:pt>
                      <c:pt idx="98">
                        <c:v>34.861400000000003</c:v>
                      </c:pt>
                      <c:pt idx="99">
                        <c:v>34.862400000000001</c:v>
                      </c:pt>
                      <c:pt idx="100">
                        <c:v>34.863399999999999</c:v>
                      </c:pt>
                      <c:pt idx="101">
                        <c:v>34.864400000000003</c:v>
                      </c:pt>
                      <c:pt idx="102">
                        <c:v>34.865400000000001</c:v>
                      </c:pt>
                      <c:pt idx="103">
                        <c:v>34.866399999999999</c:v>
                      </c:pt>
                      <c:pt idx="104">
                        <c:v>34.867400000000004</c:v>
                      </c:pt>
                      <c:pt idx="105">
                        <c:v>34.868400000000001</c:v>
                      </c:pt>
                      <c:pt idx="106">
                        <c:v>34.869399999999999</c:v>
                      </c:pt>
                      <c:pt idx="107">
                        <c:v>34.870399999999997</c:v>
                      </c:pt>
                      <c:pt idx="108">
                        <c:v>34.871400000000001</c:v>
                      </c:pt>
                      <c:pt idx="109">
                        <c:v>34.872399999999999</c:v>
                      </c:pt>
                      <c:pt idx="110">
                        <c:v>34.873399999999997</c:v>
                      </c:pt>
                      <c:pt idx="111">
                        <c:v>34.874400000000001</c:v>
                      </c:pt>
                      <c:pt idx="112">
                        <c:v>34.875399999999999</c:v>
                      </c:pt>
                      <c:pt idx="113">
                        <c:v>34.876399999999997</c:v>
                      </c:pt>
                      <c:pt idx="114">
                        <c:v>34.877400000000002</c:v>
                      </c:pt>
                      <c:pt idx="115">
                        <c:v>34.878399999999999</c:v>
                      </c:pt>
                      <c:pt idx="116">
                        <c:v>34.879399999999997</c:v>
                      </c:pt>
                      <c:pt idx="117">
                        <c:v>34.880400000000002</c:v>
                      </c:pt>
                      <c:pt idx="118">
                        <c:v>34.881399999999999</c:v>
                      </c:pt>
                      <c:pt idx="119">
                        <c:v>34.882399999999997</c:v>
                      </c:pt>
                      <c:pt idx="120">
                        <c:v>34.883400000000002</c:v>
                      </c:pt>
                      <c:pt idx="121">
                        <c:v>34.884399999999999</c:v>
                      </c:pt>
                      <c:pt idx="122">
                        <c:v>34.885399999999997</c:v>
                      </c:pt>
                      <c:pt idx="123">
                        <c:v>34.886400000000002</c:v>
                      </c:pt>
                      <c:pt idx="124">
                        <c:v>34.8874</c:v>
                      </c:pt>
                      <c:pt idx="125">
                        <c:v>34.888399999999997</c:v>
                      </c:pt>
                      <c:pt idx="126">
                        <c:v>34.889400000000002</c:v>
                      </c:pt>
                      <c:pt idx="127">
                        <c:v>34.8904</c:v>
                      </c:pt>
                      <c:pt idx="128">
                        <c:v>34.891399999999997</c:v>
                      </c:pt>
                      <c:pt idx="129">
                        <c:v>34.892400000000002</c:v>
                      </c:pt>
                      <c:pt idx="130">
                        <c:v>34.8934</c:v>
                      </c:pt>
                      <c:pt idx="131">
                        <c:v>34.894399999999997</c:v>
                      </c:pt>
                      <c:pt idx="132">
                        <c:v>34.895400000000002</c:v>
                      </c:pt>
                      <c:pt idx="133">
                        <c:v>34.8964</c:v>
                      </c:pt>
                      <c:pt idx="134">
                        <c:v>34.897399999999998</c:v>
                      </c:pt>
                      <c:pt idx="135">
                        <c:v>34.898400000000002</c:v>
                      </c:pt>
                      <c:pt idx="136">
                        <c:v>34.8994</c:v>
                      </c:pt>
                      <c:pt idx="137">
                        <c:v>34.900399999999998</c:v>
                      </c:pt>
                      <c:pt idx="138">
                        <c:v>34.901400000000002</c:v>
                      </c:pt>
                      <c:pt idx="139">
                        <c:v>34.9024</c:v>
                      </c:pt>
                      <c:pt idx="140">
                        <c:v>34.903399999999998</c:v>
                      </c:pt>
                      <c:pt idx="141">
                        <c:v>34.904400000000003</c:v>
                      </c:pt>
                      <c:pt idx="142">
                        <c:v>34.9054</c:v>
                      </c:pt>
                      <c:pt idx="143">
                        <c:v>34.906399999999998</c:v>
                      </c:pt>
                      <c:pt idx="144">
                        <c:v>34.907400000000003</c:v>
                      </c:pt>
                      <c:pt idx="145">
                        <c:v>34.9084</c:v>
                      </c:pt>
                      <c:pt idx="146">
                        <c:v>34.909399999999998</c:v>
                      </c:pt>
                      <c:pt idx="147">
                        <c:v>34.910400000000003</c:v>
                      </c:pt>
                      <c:pt idx="148">
                        <c:v>34.9114</c:v>
                      </c:pt>
                      <c:pt idx="149">
                        <c:v>34.912399999999998</c:v>
                      </c:pt>
                      <c:pt idx="150">
                        <c:v>34.913400000000003</c:v>
                      </c:pt>
                      <c:pt idx="151">
                        <c:v>34.914400000000001</c:v>
                      </c:pt>
                      <c:pt idx="152">
                        <c:v>34.915399999999998</c:v>
                      </c:pt>
                      <c:pt idx="153">
                        <c:v>34.916400000000003</c:v>
                      </c:pt>
                      <c:pt idx="154">
                        <c:v>34.917400000000001</c:v>
                      </c:pt>
                      <c:pt idx="155">
                        <c:v>34.918399999999998</c:v>
                      </c:pt>
                      <c:pt idx="156">
                        <c:v>34.919400000000003</c:v>
                      </c:pt>
                      <c:pt idx="157">
                        <c:v>34.920400000000001</c:v>
                      </c:pt>
                      <c:pt idx="158">
                        <c:v>34.921399999999998</c:v>
                      </c:pt>
                      <c:pt idx="159">
                        <c:v>34.922400000000003</c:v>
                      </c:pt>
                      <c:pt idx="160">
                        <c:v>34.923400000000001</c:v>
                      </c:pt>
                      <c:pt idx="161">
                        <c:v>34.924399999999999</c:v>
                      </c:pt>
                      <c:pt idx="162">
                        <c:v>34.925400000000003</c:v>
                      </c:pt>
                      <c:pt idx="163">
                        <c:v>34.926400000000001</c:v>
                      </c:pt>
                      <c:pt idx="164">
                        <c:v>34.927399999999999</c:v>
                      </c:pt>
                      <c:pt idx="165">
                        <c:v>34.928400000000003</c:v>
                      </c:pt>
                      <c:pt idx="166">
                        <c:v>34.929400000000001</c:v>
                      </c:pt>
                      <c:pt idx="167">
                        <c:v>34.930399999999999</c:v>
                      </c:pt>
                      <c:pt idx="168">
                        <c:v>34.931399999999996</c:v>
                      </c:pt>
                      <c:pt idx="169">
                        <c:v>34.932400000000001</c:v>
                      </c:pt>
                      <c:pt idx="170">
                        <c:v>34.933399999999999</c:v>
                      </c:pt>
                      <c:pt idx="171">
                        <c:v>34.934399999999997</c:v>
                      </c:pt>
                      <c:pt idx="172">
                        <c:v>34.935400000000001</c:v>
                      </c:pt>
                      <c:pt idx="173">
                        <c:v>34.936399999999999</c:v>
                      </c:pt>
                      <c:pt idx="174">
                        <c:v>34.937399999999997</c:v>
                      </c:pt>
                      <c:pt idx="175">
                        <c:v>34.938400000000001</c:v>
                      </c:pt>
                      <c:pt idx="176">
                        <c:v>34.939399999999999</c:v>
                      </c:pt>
                      <c:pt idx="177">
                        <c:v>34.940399999999997</c:v>
                      </c:pt>
                      <c:pt idx="178">
                        <c:v>34.941400000000002</c:v>
                      </c:pt>
                      <c:pt idx="179">
                        <c:v>34.942399999999999</c:v>
                      </c:pt>
                      <c:pt idx="180">
                        <c:v>34.943399999999997</c:v>
                      </c:pt>
                      <c:pt idx="181">
                        <c:v>34.944400000000002</c:v>
                      </c:pt>
                      <c:pt idx="182">
                        <c:v>34.945399999999999</c:v>
                      </c:pt>
                      <c:pt idx="183">
                        <c:v>34.946399999999997</c:v>
                      </c:pt>
                      <c:pt idx="184">
                        <c:v>34.947400000000002</c:v>
                      </c:pt>
                      <c:pt idx="185">
                        <c:v>34.948399999999999</c:v>
                      </c:pt>
                      <c:pt idx="186">
                        <c:v>34.949399999999997</c:v>
                      </c:pt>
                      <c:pt idx="187">
                        <c:v>34.950400000000002</c:v>
                      </c:pt>
                      <c:pt idx="188">
                        <c:v>34.9514</c:v>
                      </c:pt>
                      <c:pt idx="189">
                        <c:v>34.952399999999997</c:v>
                      </c:pt>
                      <c:pt idx="190">
                        <c:v>34.953400000000002</c:v>
                      </c:pt>
                      <c:pt idx="191">
                        <c:v>34.9544</c:v>
                      </c:pt>
                      <c:pt idx="192">
                        <c:v>34.955399999999997</c:v>
                      </c:pt>
                      <c:pt idx="193">
                        <c:v>34.956400000000002</c:v>
                      </c:pt>
                      <c:pt idx="194">
                        <c:v>34.9574</c:v>
                      </c:pt>
                      <c:pt idx="195">
                        <c:v>34.958399999999997</c:v>
                      </c:pt>
                      <c:pt idx="196">
                        <c:v>34.959400000000002</c:v>
                      </c:pt>
                      <c:pt idx="197">
                        <c:v>34.9604</c:v>
                      </c:pt>
                      <c:pt idx="198">
                        <c:v>34.961399999999998</c:v>
                      </c:pt>
                      <c:pt idx="199">
                        <c:v>34.962400000000002</c:v>
                      </c:pt>
                      <c:pt idx="200">
                        <c:v>34.9634</c:v>
                      </c:pt>
                    </c:numCache>
                  </c:numRef>
                </c:xVal>
                <c:y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OMEGA!$AD$20:$AD$220</c15:sqref>
                        </c15:formulaRef>
                      </c:ext>
                    </c:extLst>
                    <c:numCache>
                      <c:formatCode>0.00E+00</c:formatCode>
                      <c:ptCount val="201"/>
                      <c:pt idx="0">
                        <c:v>2.447369567904022E-2</c:v>
                      </c:pt>
                      <c:pt idx="1">
                        <c:v>2.3329013267610589E-2</c:v>
                      </c:pt>
                      <c:pt idx="2">
                        <c:v>2.032875723463964E-2</c:v>
                      </c:pt>
                      <c:pt idx="3">
                        <c:v>2.1913951960091285E-2</c:v>
                      </c:pt>
                      <c:pt idx="4">
                        <c:v>2.3487841318435548E-2</c:v>
                      </c:pt>
                      <c:pt idx="5">
                        <c:v>2.1919097499354747E-2</c:v>
                      </c:pt>
                      <c:pt idx="6">
                        <c:v>2.4489747517577411E-2</c:v>
                      </c:pt>
                      <c:pt idx="7">
                        <c:v>2.17675711736924E-2</c:v>
                      </c:pt>
                      <c:pt idx="8">
                        <c:v>2.6339308381581626E-2</c:v>
                      </c:pt>
                      <c:pt idx="9">
                        <c:v>2.4781173997088343E-2</c:v>
                      </c:pt>
                      <c:pt idx="10">
                        <c:v>2.8945357141071087E-2</c:v>
                      </c:pt>
                      <c:pt idx="11">
                        <c:v>2.7657140816533088E-2</c:v>
                      </c:pt>
                      <c:pt idx="12">
                        <c:v>2.8511596382620578E-2</c:v>
                      </c:pt>
                      <c:pt idx="13">
                        <c:v>2.7929174192325879E-2</c:v>
                      </c:pt>
                      <c:pt idx="14">
                        <c:v>2.9516937126588358E-2</c:v>
                      </c:pt>
                      <c:pt idx="15">
                        <c:v>2.794597873202101E-2</c:v>
                      </c:pt>
                      <c:pt idx="16">
                        <c:v>2.9815630319554611E-2</c:v>
                      </c:pt>
                      <c:pt idx="17">
                        <c:v>2.6958639052187022E-2</c:v>
                      </c:pt>
                      <c:pt idx="18">
                        <c:v>2.9963247854351893E-2</c:v>
                      </c:pt>
                      <c:pt idx="19">
                        <c:v>3.313321968304303E-2</c:v>
                      </c:pt>
                      <c:pt idx="20">
                        <c:v>2.8113004639907981E-2</c:v>
                      </c:pt>
                      <c:pt idx="21">
                        <c:v>3.3285650204688814E-2</c:v>
                      </c:pt>
                      <c:pt idx="22">
                        <c:v>3.2575298016620693E-2</c:v>
                      </c:pt>
                      <c:pt idx="23">
                        <c:v>3.8883293616416334E-2</c:v>
                      </c:pt>
                      <c:pt idx="24">
                        <c:v>3.4001533282644748E-2</c:v>
                      </c:pt>
                      <c:pt idx="25">
                        <c:v>3.6024488959613618E-2</c:v>
                      </c:pt>
                      <c:pt idx="26">
                        <c:v>3.9028596037085146E-2</c:v>
                      </c:pt>
                      <c:pt idx="27">
                        <c:v>3.8318930438569203E-2</c:v>
                      </c:pt>
                      <c:pt idx="28">
                        <c:v>4.0190823157579103E-2</c:v>
                      </c:pt>
                      <c:pt idx="29">
                        <c:v>4.12180558810274E-2</c:v>
                      </c:pt>
                      <c:pt idx="30">
                        <c:v>4.6516867231413975E-2</c:v>
                      </c:pt>
                      <c:pt idx="31">
                        <c:v>4.278652990445337E-2</c:v>
                      </c:pt>
                      <c:pt idx="32">
                        <c:v>4.5370417006394416E-2</c:v>
                      </c:pt>
                      <c:pt idx="33">
                        <c:v>4.8386749864308909E-2</c:v>
                      </c:pt>
                      <c:pt idx="34">
                        <c:v>4.8234446974838849E-2</c:v>
                      </c:pt>
                      <c:pt idx="35">
                        <c:v>4.4230523803281074E-2</c:v>
                      </c:pt>
                      <c:pt idx="36">
                        <c:v>4.9847942944188164E-2</c:v>
                      </c:pt>
                      <c:pt idx="37">
                        <c:v>5.3619178852894862E-2</c:v>
                      </c:pt>
                      <c:pt idx="38">
                        <c:v>4.6420514820755369E-2</c:v>
                      </c:pt>
                      <c:pt idx="39">
                        <c:v>5.4750482364682815E-2</c:v>
                      </c:pt>
                      <c:pt idx="40">
                        <c:v>5.4499713481057754E-2</c:v>
                      </c:pt>
                      <c:pt idx="41">
                        <c:v>5.2064938613136165E-2</c:v>
                      </c:pt>
                      <c:pt idx="42">
                        <c:v>5.2517848082757536E-2</c:v>
                      </c:pt>
                      <c:pt idx="43">
                        <c:v>5.7387982936237016E-2</c:v>
                      </c:pt>
                      <c:pt idx="44">
                        <c:v>6.532798779638653E-2</c:v>
                      </c:pt>
                      <c:pt idx="45">
                        <c:v>6.491294626966887E-2</c:v>
                      </c:pt>
                      <c:pt idx="46">
                        <c:v>6.3042147172928886E-2</c:v>
                      </c:pt>
                      <c:pt idx="47">
                        <c:v>7.3703060417378424E-2</c:v>
                      </c:pt>
                      <c:pt idx="48">
                        <c:v>7.4257967545325029E-2</c:v>
                      </c:pt>
                      <c:pt idx="49">
                        <c:v>7.269470445276946E-2</c:v>
                      </c:pt>
                      <c:pt idx="50">
                        <c:v>7.7903502414749373E-2</c:v>
                      </c:pt>
                      <c:pt idx="51">
                        <c:v>7.8635158643552153E-2</c:v>
                      </c:pt>
                      <c:pt idx="52">
                        <c:v>8.5872969988564057E-2</c:v>
                      </c:pt>
                      <c:pt idx="53">
                        <c:v>8.7005817937877122E-2</c:v>
                      </c:pt>
                      <c:pt idx="54">
                        <c:v>8.7589796468684825E-2</c:v>
                      </c:pt>
                      <c:pt idx="55">
                        <c:v>9.2120370906310908E-2</c:v>
                      </c:pt>
                      <c:pt idx="56">
                        <c:v>9.5739032008889086E-2</c:v>
                      </c:pt>
                      <c:pt idx="57">
                        <c:v>0.10598098421411077</c:v>
                      </c:pt>
                      <c:pt idx="58">
                        <c:v>0.10050540954865703</c:v>
                      </c:pt>
                      <c:pt idx="59">
                        <c:v>0.10329204738658281</c:v>
                      </c:pt>
                      <c:pt idx="60">
                        <c:v>0.10564207935304791</c:v>
                      </c:pt>
                      <c:pt idx="61">
                        <c:v>0.11499180311879702</c:v>
                      </c:pt>
                      <c:pt idx="62">
                        <c:v>0.12092417178522476</c:v>
                      </c:pt>
                      <c:pt idx="63">
                        <c:v>0.11963394840287381</c:v>
                      </c:pt>
                      <c:pt idx="64">
                        <c:v>0.13481980005732871</c:v>
                      </c:pt>
                      <c:pt idx="65">
                        <c:v>0.132530600203947</c:v>
                      </c:pt>
                      <c:pt idx="66">
                        <c:v>0.14210991867153339</c:v>
                      </c:pt>
                      <c:pt idx="67">
                        <c:v>0.14602487573478065</c:v>
                      </c:pt>
                      <c:pt idx="68">
                        <c:v>0.16212275970043183</c:v>
                      </c:pt>
                      <c:pt idx="69">
                        <c:v>0.15544552696105873</c:v>
                      </c:pt>
                      <c:pt idx="70">
                        <c:v>0.17180596739778753</c:v>
                      </c:pt>
                      <c:pt idx="71">
                        <c:v>0.17971438396338141</c:v>
                      </c:pt>
                      <c:pt idx="72">
                        <c:v>0.18846975838682836</c:v>
                      </c:pt>
                      <c:pt idx="73">
                        <c:v>0.20242223269410917</c:v>
                      </c:pt>
                      <c:pt idx="74">
                        <c:v>0.19882154022741341</c:v>
                      </c:pt>
                      <c:pt idx="75">
                        <c:v>0.21993360895070255</c:v>
                      </c:pt>
                      <c:pt idx="76">
                        <c:v>0.24022195179396902</c:v>
                      </c:pt>
                      <c:pt idx="77">
                        <c:v>0.27204805752774747</c:v>
                      </c:pt>
                      <c:pt idx="78">
                        <c:v>0.3027578625566591</c:v>
                      </c:pt>
                      <c:pt idx="79">
                        <c:v>0.37458655659140105</c:v>
                      </c:pt>
                      <c:pt idx="80">
                        <c:v>0.41259837775107627</c:v>
                      </c:pt>
                      <c:pt idx="81">
                        <c:v>0.51903037145977193</c:v>
                      </c:pt>
                      <c:pt idx="82">
                        <c:v>0.61936766595944315</c:v>
                      </c:pt>
                      <c:pt idx="83">
                        <c:v>0.69957575562065577</c:v>
                      </c:pt>
                      <c:pt idx="84">
                        <c:v>0.89487291929205526</c:v>
                      </c:pt>
                      <c:pt idx="85">
                        <c:v>1.0207954503673677</c:v>
                      </c:pt>
                      <c:pt idx="86">
                        <c:v>1.2640996214142499</c:v>
                      </c:pt>
                      <c:pt idx="87">
                        <c:v>1.5897812983232285</c:v>
                      </c:pt>
                      <c:pt idx="88">
                        <c:v>1.9553009822022844</c:v>
                      </c:pt>
                      <c:pt idx="89">
                        <c:v>2.4653218682104234</c:v>
                      </c:pt>
                      <c:pt idx="90">
                        <c:v>3.2697142066105331</c:v>
                      </c:pt>
                      <c:pt idx="91">
                        <c:v>4.5815449823152274</c:v>
                      </c:pt>
                      <c:pt idx="92">
                        <c:v>7.9494170198175729</c:v>
                      </c:pt>
                      <c:pt idx="93">
                        <c:v>24.803879445128096</c:v>
                      </c:pt>
                      <c:pt idx="94">
                        <c:v>146.19885753608386</c:v>
                      </c:pt>
                      <c:pt idx="95">
                        <c:v>866.48527317751928</c:v>
                      </c:pt>
                      <c:pt idx="96">
                        <c:v>3348.6995710815409</c:v>
                      </c:pt>
                      <c:pt idx="97">
                        <c:v>8985.7523320378059</c:v>
                      </c:pt>
                      <c:pt idx="98">
                        <c:v>16401.353282043317</c:v>
                      </c:pt>
                      <c:pt idx="99">
                        <c:v>20162.346285589239</c:v>
                      </c:pt>
                      <c:pt idx="100">
                        <c:v>20515.619631616981</c:v>
                      </c:pt>
                      <c:pt idx="101">
                        <c:v>16364.632110330273</c:v>
                      </c:pt>
                      <c:pt idx="102">
                        <c:v>9082.8589648711877</c:v>
                      </c:pt>
                      <c:pt idx="103">
                        <c:v>2884.0251808422531</c:v>
                      </c:pt>
                      <c:pt idx="104">
                        <c:v>665.90499087893033</c:v>
                      </c:pt>
                      <c:pt idx="105">
                        <c:v>192.28158879492639</c:v>
                      </c:pt>
                      <c:pt idx="106">
                        <c:v>50.722211903099435</c:v>
                      </c:pt>
                      <c:pt idx="107">
                        <c:v>26.199046101421064</c:v>
                      </c:pt>
                      <c:pt idx="108">
                        <c:v>18.40322937810252</c:v>
                      </c:pt>
                      <c:pt idx="109">
                        <c:v>14.251318851725063</c:v>
                      </c:pt>
                      <c:pt idx="110">
                        <c:v>11.314474800020076</c:v>
                      </c:pt>
                      <c:pt idx="111">
                        <c:v>9.3752196237392464</c:v>
                      </c:pt>
                      <c:pt idx="112">
                        <c:v>7.8021410768196864</c:v>
                      </c:pt>
                      <c:pt idx="113">
                        <c:v>6.6202069291363337</c:v>
                      </c:pt>
                      <c:pt idx="114">
                        <c:v>5.6183659647813187</c:v>
                      </c:pt>
                      <c:pt idx="115">
                        <c:v>4.9295127555090028</c:v>
                      </c:pt>
                      <c:pt idx="116">
                        <c:v>4.2879667576625939</c:v>
                      </c:pt>
                      <c:pt idx="117">
                        <c:v>3.7570057769773362</c:v>
                      </c:pt>
                      <c:pt idx="118">
                        <c:v>3.3103734230211881</c:v>
                      </c:pt>
                      <c:pt idx="119">
                        <c:v>2.9414672184030533</c:v>
                      </c:pt>
                      <c:pt idx="120">
                        <c:v>2.6424514891245701</c:v>
                      </c:pt>
                      <c:pt idx="121">
                        <c:v>2.3705244249909616</c:v>
                      </c:pt>
                      <c:pt idx="122">
                        <c:v>2.159842611563255</c:v>
                      </c:pt>
                      <c:pt idx="123">
                        <c:v>1.9710264640649797</c:v>
                      </c:pt>
                      <c:pt idx="124">
                        <c:v>1.7435863135765401</c:v>
                      </c:pt>
                      <c:pt idx="125">
                        <c:v>1.5439383201371755</c:v>
                      </c:pt>
                      <c:pt idx="126">
                        <c:v>1.3592385017231692</c:v>
                      </c:pt>
                      <c:pt idx="127">
                        <c:v>1.1776750299686498</c:v>
                      </c:pt>
                      <c:pt idx="128">
                        <c:v>1.0247481555151745</c:v>
                      </c:pt>
                      <c:pt idx="129">
                        <c:v>0.86186463161015781</c:v>
                      </c:pt>
                      <c:pt idx="130">
                        <c:v>0.75007673357807481</c:v>
                      </c:pt>
                      <c:pt idx="131">
                        <c:v>0.64311990514796946</c:v>
                      </c:pt>
                      <c:pt idx="132">
                        <c:v>0.5567560917242772</c:v>
                      </c:pt>
                      <c:pt idx="133">
                        <c:v>0.46764872023533938</c:v>
                      </c:pt>
                      <c:pt idx="134">
                        <c:v>0.3749537102733847</c:v>
                      </c:pt>
                      <c:pt idx="135">
                        <c:v>0.31691409289857037</c:v>
                      </c:pt>
                      <c:pt idx="136">
                        <c:v>0.2594001647504543</c:v>
                      </c:pt>
                      <c:pt idx="137">
                        <c:v>0.2187788665040673</c:v>
                      </c:pt>
                      <c:pt idx="138">
                        <c:v>0.20370279776387695</c:v>
                      </c:pt>
                      <c:pt idx="139">
                        <c:v>0.16949707082951471</c:v>
                      </c:pt>
                      <c:pt idx="140">
                        <c:v>0.14631161617226202</c:v>
                      </c:pt>
                      <c:pt idx="141">
                        <c:v>0.13134572613339066</c:v>
                      </c:pt>
                      <c:pt idx="142">
                        <c:v>0.12700412509398307</c:v>
                      </c:pt>
                      <c:pt idx="143">
                        <c:v>0.1176727523967757</c:v>
                      </c:pt>
                      <c:pt idx="144">
                        <c:v>0.10930886079662518</c:v>
                      </c:pt>
                      <c:pt idx="145">
                        <c:v>0.10086334792776835</c:v>
                      </c:pt>
                      <c:pt idx="146">
                        <c:v>0.10308499365027102</c:v>
                      </c:pt>
                      <c:pt idx="147">
                        <c:v>9.8966580168221296E-2</c:v>
                      </c:pt>
                      <c:pt idx="148">
                        <c:v>8.598135217748723E-2</c:v>
                      </c:pt>
                      <c:pt idx="149">
                        <c:v>9.0391129426356132E-2</c:v>
                      </c:pt>
                      <c:pt idx="150">
                        <c:v>8.8353107854157564E-2</c:v>
                      </c:pt>
                      <c:pt idx="151">
                        <c:v>8.5579938146442519E-2</c:v>
                      </c:pt>
                      <c:pt idx="152">
                        <c:v>7.4792418900184496E-2</c:v>
                      </c:pt>
                      <c:pt idx="153">
                        <c:v>8.0379241537677101E-2</c:v>
                      </c:pt>
                      <c:pt idx="154">
                        <c:v>6.750529280946771E-2</c:v>
                      </c:pt>
                      <c:pt idx="155">
                        <c:v>6.4323264871158747E-2</c:v>
                      </c:pt>
                      <c:pt idx="156">
                        <c:v>6.9423205409409397E-2</c:v>
                      </c:pt>
                      <c:pt idx="157">
                        <c:v>6.3160729582453473E-2</c:v>
                      </c:pt>
                      <c:pt idx="158">
                        <c:v>6.023061072845181E-2</c:v>
                      </c:pt>
                      <c:pt idx="159">
                        <c:v>5.4825423060377049E-2</c:v>
                      </c:pt>
                      <c:pt idx="160">
                        <c:v>5.8061891431487857E-2</c:v>
                      </c:pt>
                      <c:pt idx="161">
                        <c:v>5.7977380886166406E-2</c:v>
                      </c:pt>
                      <c:pt idx="162">
                        <c:v>5.8395862154093973E-2</c:v>
                      </c:pt>
                      <c:pt idx="163">
                        <c:v>5.3709492962629536E-2</c:v>
                      </c:pt>
                      <c:pt idx="164">
                        <c:v>5.5338154848191122E-2</c:v>
                      </c:pt>
                      <c:pt idx="165">
                        <c:v>4.8138237567235696E-2</c:v>
                      </c:pt>
                      <c:pt idx="166">
                        <c:v>5.3833093244564124E-2</c:v>
                      </c:pt>
                      <c:pt idx="167">
                        <c:v>4.6540772900273884E-2</c:v>
                      </c:pt>
                      <c:pt idx="168">
                        <c:v>4.5227177429524937E-2</c:v>
                      </c:pt>
                      <c:pt idx="169">
                        <c:v>4.9187470563458145E-2</c:v>
                      </c:pt>
                      <c:pt idx="170">
                        <c:v>4.4230947940247504E-2</c:v>
                      </c:pt>
                      <c:pt idx="171">
                        <c:v>3.9402611874634778E-2</c:v>
                      </c:pt>
                      <c:pt idx="172">
                        <c:v>4.4693234503745592E-2</c:v>
                      </c:pt>
                      <c:pt idx="173">
                        <c:v>4.102872794898195E-2</c:v>
                      </c:pt>
                      <c:pt idx="174">
                        <c:v>3.9881423729878192E-2</c:v>
                      </c:pt>
                      <c:pt idx="175">
                        <c:v>3.7095138635163109E-2</c:v>
                      </c:pt>
                      <c:pt idx="176">
                        <c:v>4.2382447917800929E-2</c:v>
                      </c:pt>
                      <c:pt idx="177">
                        <c:v>3.696181073446668E-2</c:v>
                      </c:pt>
                      <c:pt idx="178">
                        <c:v>4.019833211545102E-2</c:v>
                      </c:pt>
                      <c:pt idx="179">
                        <c:v>3.6965473748778122E-2</c:v>
                      </c:pt>
                      <c:pt idx="180">
                        <c:v>3.522501393993234E-2</c:v>
                      </c:pt>
                      <c:pt idx="181">
                        <c:v>3.4191719132490049E-2</c:v>
                      </c:pt>
                      <c:pt idx="182">
                        <c:v>3.43326295095377E-2</c:v>
                      </c:pt>
                      <c:pt idx="183">
                        <c:v>3.1548492299754052E-2</c:v>
                      </c:pt>
                      <c:pt idx="184">
                        <c:v>3.112284546780536E-2</c:v>
                      </c:pt>
                      <c:pt idx="185">
                        <c:v>3.1712071771230643E-2</c:v>
                      </c:pt>
                      <c:pt idx="186">
                        <c:v>3.2011276897383638E-2</c:v>
                      </c:pt>
                      <c:pt idx="187">
                        <c:v>2.9060677020428159E-2</c:v>
                      </c:pt>
                      <c:pt idx="188">
                        <c:v>3.1843974036389971E-2</c:v>
                      </c:pt>
                      <c:pt idx="189">
                        <c:v>3.0964936846424287E-2</c:v>
                      </c:pt>
                      <c:pt idx="190">
                        <c:v>2.6119913293627152E-2</c:v>
                      </c:pt>
                      <c:pt idx="191">
                        <c:v>2.465331278890601E-2</c:v>
                      </c:pt>
                      <c:pt idx="192">
                        <c:v>2.4219827965828025E-2</c:v>
                      </c:pt>
                      <c:pt idx="193">
                        <c:v>2.6568227810839971E-2</c:v>
                      </c:pt>
                      <c:pt idx="194">
                        <c:v>2.5825277558637907E-2</c:v>
                      </c:pt>
                      <c:pt idx="195">
                        <c:v>2.5825438990643237E-2</c:v>
                      </c:pt>
                      <c:pt idx="196">
                        <c:v>2.1867805271919848E-2</c:v>
                      </c:pt>
                      <c:pt idx="197">
                        <c:v>2.3632094380420059E-2</c:v>
                      </c:pt>
                      <c:pt idx="198">
                        <c:v>2.2917361961310143E-2</c:v>
                      </c:pt>
                      <c:pt idx="199">
                        <c:v>2.1598764021748634E-2</c:v>
                      </c:pt>
                      <c:pt idx="200">
                        <c:v>2.1312082629501804E-2</c:v>
                      </c:pt>
                    </c:numCache>
                  </c:numRef>
                </c:y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CD77-4D7C-BDB2-984FE4A673CC}"/>
                  </c:ext>
                </c:extLst>
              </c15:ser>
            </c15:filteredScatterSeries>
          </c:ext>
        </c:extLst>
      </c:scatterChart>
      <c:valAx>
        <c:axId val="4425676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角度</a:t>
                </a:r>
                <a:r>
                  <a:rPr lang="el-GR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2θ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deg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layout>
            <c:manualLayout>
              <c:xMode val="edge"/>
              <c:yMode val="edge"/>
              <c:x val="0.49125184725763599"/>
              <c:y val="0.91543154146976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2568143"/>
        <c:crosses val="autoZero"/>
        <c:crossBetween val="midCat"/>
      </c:valAx>
      <c:valAx>
        <c:axId val="442568143"/>
        <c:scaling>
          <c:logBase val="10"/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計算散乱強度（</a:t>
                </a:r>
                <a:r>
                  <a:rPr lang="en-US" altLang="ja-JP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I/I0*</a:t>
                </a:r>
                <a:r>
                  <a:rPr lang="en-US" altLang="ja-JP" sz="1000" b="0" i="0" u="none" strike="noStrike" kern="1200" baseline="0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Att</a:t>
                </a:r>
                <a:r>
                  <a:rPr lang="ja-JP" altLang="en-US" sz="100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）</a:t>
                </a:r>
                <a:endParaRPr lang="zh-CN" altLang="en-US" sz="100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zh-CN" altLang="en-US"/>
            </a:p>
          </c:txPr>
        </c:title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42567663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r"/>
      <c:layout>
        <c:manualLayout>
          <c:xMode val="edge"/>
          <c:yMode val="edge"/>
          <c:x val="0.13440706223337254"/>
          <c:y val="0.17986771967047788"/>
          <c:w val="0.33223376113781267"/>
          <c:h val="0.1958759970138698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BBE3B-0702-497E-A0E7-F16D1DA24D13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10F679-C587-4B47-B148-1C6B0B238A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6958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F5E34-E8B8-E1BB-5190-AD23468E3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6E2C677-874F-CBCA-7688-D87974E6A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21DF6-73A1-CB29-E87D-8592C55D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2E8A-D5C9-497E-B632-E5276292C26B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CC915C-F843-2EE1-F367-D15ECEE2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D40A2-4CD2-0977-0FD7-28AF9C6E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23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0EE324-358D-04D6-BE1A-C5E0BE6A9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DA82CD-D94D-A289-4C2B-987B3D64A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2AB0C9-1135-6314-A70A-EDE837AE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5F96F-995C-41A3-9844-FAF88DB2BEAA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B78239-1584-3D11-400C-3A83DDAA2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00D2B6-B9DC-141B-964B-033495A22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711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26AAB-BD0E-C76B-0110-7DBDD3AC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E1A7C5-BC89-BE7A-30A7-BA81FCE8A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C77D65-14F4-CD9B-06BA-57F5FB731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9E9D-532F-4F99-A761-26E316413F3C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11118-025D-87A6-AFC5-1C6EA7CAB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EBEC69-1287-66A6-69DF-3AE115547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94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956F3-0224-8590-8FC8-63AAFA97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8C57CC-2DA6-CB81-788B-C559B73F09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85ED22E-D6CD-1396-D947-92CB38F82F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6E449D-F057-A1A6-F5A9-0B250E027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483F3-052B-4A8E-B6AD-D869B6649BB4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ACFEF6-448C-BBE8-D234-AA918471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757C9A-BF7D-83BE-67A1-B7085505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079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1D4AE-30FC-680D-14FD-AD2F1ACD0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A6B0FC-7BE2-40AB-C486-6357F9F35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09876D-7F0E-35A5-878B-403FC2EC4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957D986-A112-AB15-F5E4-246596B71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44309D0-FBC5-884B-3CCD-FD8CE762D8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0D938D2-C7D4-2889-124F-8EF49827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207-2A20-4210-8BB8-D4B699CABC53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0D3DE7-DBCA-AB22-2875-7C4F0826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E155D9-8844-6312-3AA8-D81686E0B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905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D3C05F-59E0-3B5C-EFB6-2EBC62A2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3DDF95-D62D-7111-5A76-24447615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92A4D-93C5-4A5A-8B44-D48B76004CB3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AA5A05-AF35-B694-272D-DC73432A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3DBE7B-96D0-7E05-80F6-8A5A03F45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917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6492A79-8753-455A-D21B-011977318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21EA-EDFC-4EF0-BDC2-78E200E68B1D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767A7F8-680C-1B58-0587-C4954EB56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A72D27-A713-5D1F-8BCA-7E86F5934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755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2C870A-F838-BC36-E0C0-8CB80BDF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B33BAA-7E0C-EBE6-7C9E-74CBB8463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646BA0-1129-5F3D-823F-57F482555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A93C7C-42B0-9BF3-D69D-9A433C0DC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5F250-58B2-4DFC-AA8E-6BDC5DFB3C5B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3504E1-A80F-A329-B2A6-FFE6768A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04073C-DA4E-52D3-4731-11E2D5DA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730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3E9FF-26ED-7488-2EA0-16AC83AAE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CEC9E4-B22C-B31A-C0BA-B5779F3FC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1FDF07-03D5-E3A3-3938-39D2144D1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1C9A9E-4F98-33A3-1DA6-E87AD710A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EAAF1-92A6-4604-8E1F-28EC942191AA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85DDF8-E86A-4139-C445-33957CA0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C9712E-8AA1-0A43-5F14-0B2318A9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80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343D4-8D54-052B-E275-C96A08A46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6BCEEE-A85F-FC0B-EEFC-B39AB2E04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CDE1C1-0C4D-37FF-1549-9AD9C658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7E10B-07FD-4EA4-B9DF-048313425811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4480-C4AA-0423-05C8-623294D82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3ED18-142D-830C-7408-8D82B7F5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542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87C046-29C7-9B39-9C43-98E33EDED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FB71D0-1599-C88C-E92E-36B931321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7A1FA3-7233-CFCF-19CB-B53147CD5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EB03-4B18-40CE-B7CA-05665F93DC1E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094CCA-8EC8-0CDB-BB35-635EE999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D16EFE-255B-2EC2-36E9-2A96946E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4404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96DBCA-C9EB-ADF3-BD00-839C266A0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6C9464-3211-FE4C-57E6-AC485392F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AFE93-A64C-CBF5-C3AC-5A40D386B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BF30D-268F-41D9-AEAB-06103B70F496}" type="datetime1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2EDB1A-E561-F160-BAD4-F8723096A2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1BCAB7-B024-5E0E-927B-F06DDA3DA0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EECD7A-3CC4-488E-8AEA-BBB026F4AD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17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086E2-6C8B-D18A-29A6-A4E933881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/>
              <a:t>2025.08.21</a:t>
            </a:r>
            <a:br>
              <a:rPr lang="en-US" altLang="ja-JP" dirty="0"/>
            </a:br>
            <a:r>
              <a:rPr lang="ja-JP" altLang="en-US" dirty="0"/>
              <a:t>データ解析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039A59-E653-6DB8-4453-AF471DB66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ja-JP" dirty="0"/>
          </a:p>
          <a:p>
            <a:r>
              <a:rPr lang="zh-CN" altLang="en-US" dirty="0"/>
              <a:t>丁咨翔</a:t>
            </a:r>
            <a:endParaRPr lang="en-US" altLang="zh-CN" dirty="0"/>
          </a:p>
          <a:p>
            <a:r>
              <a:rPr lang="en-US" altLang="zh-CN" dirty="0"/>
              <a:t>2025/9/10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4FD233-6880-4351-860E-DE69F7F6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875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0C5EFE0-7296-6AF0-70FE-D058798CC2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9326264" cy="6662953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0406916-3B0F-7BFB-AE76-CE50B0F1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66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柱体 1">
            <a:extLst>
              <a:ext uri="{FF2B5EF4-FFF2-40B4-BE49-F238E27FC236}">
                <a16:creationId xmlns:a16="http://schemas.microsoft.com/office/drawing/2014/main" id="{7259F704-8B21-3719-C074-3E1E1BE48074}"/>
              </a:ext>
            </a:extLst>
          </p:cNvPr>
          <p:cNvSpPr/>
          <p:nvPr/>
        </p:nvSpPr>
        <p:spPr>
          <a:xfrm rot="5400000">
            <a:off x="240462" y="5157894"/>
            <a:ext cx="610885" cy="977646"/>
          </a:xfrm>
          <a:prstGeom prst="can">
            <a:avLst>
              <a:gd name="adj" fmla="val 43356"/>
            </a:avLst>
          </a:prstGeom>
          <a:solidFill>
            <a:schemeClr val="accent2">
              <a:alpha val="87000"/>
            </a:schemeClr>
          </a:solidFill>
          <a:ln w="50800">
            <a:solidFill>
              <a:schemeClr val="bg1">
                <a:lumMod val="95000"/>
                <a:alpha val="5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086AD28-E030-DFDA-7F56-C25AC6C6D491}"/>
              </a:ext>
            </a:extLst>
          </p:cNvPr>
          <p:cNvGrpSpPr/>
          <p:nvPr/>
        </p:nvGrpSpPr>
        <p:grpSpPr>
          <a:xfrm rot="21272071">
            <a:off x="4442550" y="1998273"/>
            <a:ext cx="4038127" cy="4146596"/>
            <a:chOff x="4653026" y="1993901"/>
            <a:chExt cx="4038127" cy="4146596"/>
          </a:xfrm>
        </p:grpSpPr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B5026487-6CFA-A67B-136F-E9DFAE9DA3E4}"/>
                </a:ext>
              </a:extLst>
            </p:cNvPr>
            <p:cNvSpPr/>
            <p:nvPr/>
          </p:nvSpPr>
          <p:spPr>
            <a:xfrm rot="21213436">
              <a:off x="4653026" y="5254495"/>
              <a:ext cx="4038127" cy="886002"/>
            </a:xfrm>
            <a:prstGeom prst="ellipse">
              <a:avLst/>
            </a:prstGeom>
            <a:solidFill>
              <a:schemeClr val="tx1"/>
            </a:solidFill>
            <a:ln w="34925">
              <a:solidFill>
                <a:schemeClr val="tx1"/>
              </a:solidFill>
            </a:ln>
            <a:effectLst>
              <a:outerShdw blurRad="317500" dir="2700000" algn="ctr">
                <a:srgbClr val="000000">
                  <a:alpha val="43000"/>
                </a:srgbClr>
              </a:outerShdw>
            </a:effectLst>
            <a:scene3d>
              <a:camera prst="perspectiveFront" fov="2700000">
                <a:rot lat="19086000" lon="19067999" rev="3108000"/>
              </a:camera>
              <a:lightRig rig="threePt" dir="t">
                <a:rot lat="0" lon="0" rev="0"/>
              </a:lightRig>
            </a:scene3d>
            <a:sp3d extrusionH="38100" prstMaterial="clear">
              <a:bevelT w="260350" h="50800" prst="softRound"/>
              <a:bevelB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21B2AB84-A6D5-71D3-FEA2-08418E5178A4}"/>
                </a:ext>
              </a:extLst>
            </p:cNvPr>
            <p:cNvCxnSpPr>
              <a:cxnSpLocks/>
            </p:cNvCxnSpPr>
            <p:nvPr/>
          </p:nvCxnSpPr>
          <p:spPr>
            <a:xfrm>
              <a:off x="4767354" y="1993901"/>
              <a:ext cx="1782780" cy="3678287"/>
            </a:xfrm>
            <a:prstGeom prst="line">
              <a:avLst/>
            </a:prstGeom>
            <a:ln w="47625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20E221F5-C8DD-E98F-0B3F-42DD2B82B3E9}"/>
              </a:ext>
            </a:extLst>
          </p:cNvPr>
          <p:cNvGrpSpPr/>
          <p:nvPr/>
        </p:nvGrpSpPr>
        <p:grpSpPr>
          <a:xfrm rot="21372714">
            <a:off x="4649855" y="2857426"/>
            <a:ext cx="7488501" cy="3728845"/>
            <a:chOff x="4688006" y="3040445"/>
            <a:chExt cx="7488501" cy="3728845"/>
          </a:xfrm>
        </p:grpSpPr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F7C8AEFF-225A-CA98-A1E9-D3BB0DF971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8006" y="3040445"/>
              <a:ext cx="7488501" cy="3728845"/>
            </a:xfrm>
            <a:prstGeom prst="line">
              <a:avLst/>
            </a:prstGeom>
            <a:ln w="47625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D2482D3-D9A8-6EC6-82BE-8DEA53C75C0A}"/>
                </a:ext>
              </a:extLst>
            </p:cNvPr>
            <p:cNvSpPr/>
            <p:nvPr/>
          </p:nvSpPr>
          <p:spPr>
            <a:xfrm rot="20495134">
              <a:off x="5990610" y="5336831"/>
              <a:ext cx="1119048" cy="71223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  <a:scene3d>
              <a:camera prst="isometricOffAxis1Top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圆柱体 34">
            <a:extLst>
              <a:ext uri="{FF2B5EF4-FFF2-40B4-BE49-F238E27FC236}">
                <a16:creationId xmlns:a16="http://schemas.microsoft.com/office/drawing/2014/main" id="{23D13D61-69FB-065B-914F-E488DBFDD914}"/>
              </a:ext>
            </a:extLst>
          </p:cNvPr>
          <p:cNvSpPr/>
          <p:nvPr/>
        </p:nvSpPr>
        <p:spPr>
          <a:xfrm rot="12201386">
            <a:off x="7526243" y="390919"/>
            <a:ext cx="1421264" cy="1677001"/>
          </a:xfrm>
          <a:prstGeom prst="can">
            <a:avLst>
              <a:gd name="adj" fmla="val 43356"/>
            </a:avLst>
          </a:prstGeom>
          <a:solidFill>
            <a:schemeClr val="tx1">
              <a:alpha val="87000"/>
            </a:schemeClr>
          </a:solidFill>
          <a:ln w="50800">
            <a:solidFill>
              <a:schemeClr val="bg1">
                <a:lumMod val="95000"/>
                <a:alpha val="53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37CDF5A-467D-5DC4-5DFC-E42DCD1BC144}"/>
              </a:ext>
            </a:extLst>
          </p:cNvPr>
          <p:cNvCxnSpPr>
            <a:cxnSpLocks/>
          </p:cNvCxnSpPr>
          <p:nvPr/>
        </p:nvCxnSpPr>
        <p:spPr>
          <a:xfrm>
            <a:off x="980433" y="5677546"/>
            <a:ext cx="5569700" cy="15402"/>
          </a:xfrm>
          <a:prstGeom prst="straightConnector1">
            <a:avLst/>
          </a:prstGeom>
          <a:ln w="66675" cap="flat" cmpd="sng" algn="ctr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图文框 10">
            <a:extLst>
              <a:ext uri="{FF2B5EF4-FFF2-40B4-BE49-F238E27FC236}">
                <a16:creationId xmlns:a16="http://schemas.microsoft.com/office/drawing/2014/main" id="{9C75C0D3-8004-EE8D-8A4C-BE0F7C8A6E75}"/>
              </a:ext>
            </a:extLst>
          </p:cNvPr>
          <p:cNvSpPr/>
          <p:nvPr/>
        </p:nvSpPr>
        <p:spPr>
          <a:xfrm rot="4920">
            <a:off x="3694575" y="5214399"/>
            <a:ext cx="525437" cy="941695"/>
          </a:xfrm>
          <a:prstGeom prst="frame">
            <a:avLst>
              <a:gd name="adj1" fmla="val 42866"/>
            </a:avLst>
          </a:prstGeom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RightUp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7E44E49-F797-EAF3-4988-FC67D3A7F259}"/>
              </a:ext>
            </a:extLst>
          </p:cNvPr>
          <p:cNvCxnSpPr>
            <a:cxnSpLocks/>
          </p:cNvCxnSpPr>
          <p:nvPr/>
        </p:nvCxnSpPr>
        <p:spPr>
          <a:xfrm>
            <a:off x="3891064" y="5687521"/>
            <a:ext cx="2430832" cy="9975"/>
          </a:xfrm>
          <a:prstGeom prst="straightConnector1">
            <a:avLst/>
          </a:prstGeom>
          <a:ln w="60325"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FB53E9EB-D669-2B6F-197C-9470F694F712}"/>
              </a:ext>
            </a:extLst>
          </p:cNvPr>
          <p:cNvSpPr txBox="1"/>
          <p:nvPr/>
        </p:nvSpPr>
        <p:spPr>
          <a:xfrm>
            <a:off x="3649018" y="4776675"/>
            <a:ext cx="10807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</a:t>
            </a:r>
            <a:r>
              <a:rPr lang="en-US" altLang="zh-CN" sz="1200" b="1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0</a:t>
            </a:r>
            <a:r>
              <a:rPr lang="ja-JP" altLang="en-US" b="1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スリット</a:t>
            </a:r>
            <a:endParaRPr lang="zh-CN" altLang="en-US" b="1" dirty="0">
              <a:solidFill>
                <a:srgbClr val="0070C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274780E0-DA2C-5E32-32A1-9136A60BA771}"/>
              </a:ext>
            </a:extLst>
          </p:cNvPr>
          <p:cNvCxnSpPr>
            <a:cxnSpLocks/>
          </p:cNvCxnSpPr>
          <p:nvPr/>
        </p:nvCxnSpPr>
        <p:spPr>
          <a:xfrm flipV="1">
            <a:off x="6475863" y="2314786"/>
            <a:ext cx="1269028" cy="3382710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图文框 25">
            <a:extLst>
              <a:ext uri="{FF2B5EF4-FFF2-40B4-BE49-F238E27FC236}">
                <a16:creationId xmlns:a16="http://schemas.microsoft.com/office/drawing/2014/main" id="{2995EDE9-CB6D-B6DF-3071-952E821F80B4}"/>
              </a:ext>
            </a:extLst>
          </p:cNvPr>
          <p:cNvSpPr/>
          <p:nvPr/>
        </p:nvSpPr>
        <p:spPr>
          <a:xfrm rot="17418653" flipH="1">
            <a:off x="7137120" y="2569598"/>
            <a:ext cx="618540" cy="941695"/>
          </a:xfrm>
          <a:prstGeom prst="frame">
            <a:avLst>
              <a:gd name="adj1" fmla="val 42866"/>
            </a:avLst>
          </a:prstGeom>
          <a:solidFill>
            <a:schemeClr val="accent5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RightUp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图文框 21">
            <a:extLst>
              <a:ext uri="{FF2B5EF4-FFF2-40B4-BE49-F238E27FC236}">
                <a16:creationId xmlns:a16="http://schemas.microsoft.com/office/drawing/2014/main" id="{89C42BE8-9F75-7C8B-5E51-8E870383C043}"/>
              </a:ext>
            </a:extLst>
          </p:cNvPr>
          <p:cNvSpPr/>
          <p:nvPr/>
        </p:nvSpPr>
        <p:spPr>
          <a:xfrm rot="17418653" flipH="1">
            <a:off x="7305862" y="2337521"/>
            <a:ext cx="474662" cy="941695"/>
          </a:xfrm>
          <a:prstGeom prst="frame">
            <a:avLst>
              <a:gd name="adj1" fmla="val 48348"/>
            </a:avLst>
          </a:prstGeom>
          <a:solidFill>
            <a:schemeClr val="accent3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isometricRightUp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CE47B50-6F21-FF3C-EAC2-B11463B6998B}"/>
              </a:ext>
            </a:extLst>
          </p:cNvPr>
          <p:cNvCxnSpPr>
            <a:cxnSpLocks/>
          </p:cNvCxnSpPr>
          <p:nvPr/>
        </p:nvCxnSpPr>
        <p:spPr>
          <a:xfrm flipV="1">
            <a:off x="7547287" y="1690688"/>
            <a:ext cx="448027" cy="1141222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2261BDD-A314-EEC2-4366-DD025D632E2A}"/>
              </a:ext>
            </a:extLst>
          </p:cNvPr>
          <p:cNvSpPr txBox="1"/>
          <p:nvPr/>
        </p:nvSpPr>
        <p:spPr>
          <a:xfrm>
            <a:off x="5708499" y="2953405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R1</a:t>
            </a:r>
            <a:r>
              <a:rPr lang="ja-JP" altLang="en-US" b="1" dirty="0">
                <a:solidFill>
                  <a:schemeClr val="accent5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スリット</a:t>
            </a:r>
            <a:endParaRPr lang="zh-CN" altLang="en-US" b="1" dirty="0">
              <a:solidFill>
                <a:schemeClr val="accent5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848B283-27E3-C08E-2C95-897043A7CE56}"/>
              </a:ext>
            </a:extLst>
          </p:cNvPr>
          <p:cNvSpPr txBox="1"/>
          <p:nvPr/>
        </p:nvSpPr>
        <p:spPr>
          <a:xfrm>
            <a:off x="5754499" y="1001146"/>
            <a:ext cx="1115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latin typeface="Meiryo UI" panose="020B0604030504040204" pitchFamily="34" charset="-128"/>
                <a:ea typeface="Meiryo UI" panose="020B0604030504040204" pitchFamily="34" charset="-128"/>
              </a:rPr>
              <a:t>Detector</a:t>
            </a:r>
            <a:endParaRPr lang="zh-CN" altLang="en-US" b="1" dirty="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1456D1B-05E1-D773-B9AC-539481602328}"/>
              </a:ext>
            </a:extLst>
          </p:cNvPr>
          <p:cNvSpPr txBox="1"/>
          <p:nvPr/>
        </p:nvSpPr>
        <p:spPr>
          <a:xfrm>
            <a:off x="1965901" y="2408258"/>
            <a:ext cx="2385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サンプル</a:t>
            </a:r>
            <a:r>
              <a:rPr lang="en-US" altLang="ja-JP" sz="2000" b="1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90deg</a:t>
            </a:r>
            <a:r>
              <a:rPr lang="ja-JP" altLang="en-US" sz="2000" b="1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回転</a:t>
            </a:r>
            <a:endParaRPr lang="zh-CN" altLang="en-US" sz="3200" b="1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EE9E1758-7602-605B-26E4-785F152B2A05}"/>
              </a:ext>
            </a:extLst>
          </p:cNvPr>
          <p:cNvCxnSpPr>
            <a:cxnSpLocks/>
          </p:cNvCxnSpPr>
          <p:nvPr/>
        </p:nvCxnSpPr>
        <p:spPr>
          <a:xfrm>
            <a:off x="6672089" y="5677546"/>
            <a:ext cx="5504418" cy="9975"/>
          </a:xfrm>
          <a:prstGeom prst="straightConnector1">
            <a:avLst/>
          </a:prstGeom>
          <a:ln w="60325">
            <a:prstDash val="sysDot"/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7" name="立方体 36">
            <a:extLst>
              <a:ext uri="{FF2B5EF4-FFF2-40B4-BE49-F238E27FC236}">
                <a16:creationId xmlns:a16="http://schemas.microsoft.com/office/drawing/2014/main" id="{31051368-F333-E49E-D8FA-771D94471002}"/>
              </a:ext>
            </a:extLst>
          </p:cNvPr>
          <p:cNvSpPr/>
          <p:nvPr/>
        </p:nvSpPr>
        <p:spPr>
          <a:xfrm rot="17543613">
            <a:off x="6482672" y="3774989"/>
            <a:ext cx="1141440" cy="668275"/>
          </a:xfrm>
          <a:prstGeom prst="cube">
            <a:avLst>
              <a:gd name="adj" fmla="val 33140"/>
            </a:avLst>
          </a:prstGeom>
          <a:solidFill>
            <a:schemeClr val="tx1">
              <a:lumMod val="50000"/>
              <a:lumOff val="50000"/>
              <a:alpha val="62000"/>
            </a:schemeClr>
          </a:solidFill>
          <a:ln>
            <a:solidFill>
              <a:schemeClr val="accent1">
                <a:shade val="15000"/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0836F6E-8BA8-34DD-AC00-61C242ACD4D9}"/>
              </a:ext>
            </a:extLst>
          </p:cNvPr>
          <p:cNvSpPr txBox="1"/>
          <p:nvPr/>
        </p:nvSpPr>
        <p:spPr>
          <a:xfrm>
            <a:off x="5995222" y="3618669"/>
            <a:ext cx="548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Att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D73C6C-FA98-5819-8E01-64967BEEDCC9}"/>
              </a:ext>
            </a:extLst>
          </p:cNvPr>
          <p:cNvSpPr txBox="1"/>
          <p:nvPr/>
        </p:nvSpPr>
        <p:spPr>
          <a:xfrm>
            <a:off x="5732494" y="2478584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>
                <a:solidFill>
                  <a:schemeClr val="accent3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R2</a:t>
            </a:r>
            <a:r>
              <a:rPr lang="ja-JP" altLang="en-US" b="1" dirty="0">
                <a:solidFill>
                  <a:schemeClr val="accent3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スリット</a:t>
            </a:r>
            <a:endParaRPr lang="zh-CN" altLang="en-US" b="1" dirty="0">
              <a:solidFill>
                <a:schemeClr val="accent3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CCDA6029-B023-0488-C7BC-BE14AB10D365}"/>
              </a:ext>
            </a:extLst>
          </p:cNvPr>
          <p:cNvCxnSpPr>
            <a:cxnSpLocks/>
          </p:cNvCxnSpPr>
          <p:nvPr/>
        </p:nvCxnSpPr>
        <p:spPr>
          <a:xfrm flipV="1">
            <a:off x="7222492" y="3407434"/>
            <a:ext cx="108906" cy="295025"/>
          </a:xfrm>
          <a:prstGeom prst="straightConnector1">
            <a:avLst/>
          </a:prstGeom>
          <a:ln w="76200">
            <a:headEnd type="none" w="med" len="med"/>
            <a:tailEnd type="none" w="med" len="med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弧形 50">
            <a:extLst>
              <a:ext uri="{FF2B5EF4-FFF2-40B4-BE49-F238E27FC236}">
                <a16:creationId xmlns:a16="http://schemas.microsoft.com/office/drawing/2014/main" id="{5FF81298-147D-4F03-BB0C-1BEDEFD7D6E7}"/>
              </a:ext>
            </a:extLst>
          </p:cNvPr>
          <p:cNvSpPr/>
          <p:nvPr/>
        </p:nvSpPr>
        <p:spPr>
          <a:xfrm>
            <a:off x="5783968" y="4664874"/>
            <a:ext cx="2262125" cy="2338257"/>
          </a:xfrm>
          <a:prstGeom prst="arc">
            <a:avLst>
              <a:gd name="adj1" fmla="val 16200000"/>
              <a:gd name="adj2" fmla="val 21199514"/>
            </a:avLst>
          </a:prstGeom>
          <a:ln w="444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3A02A605-8762-B66A-1401-474856324156}"/>
              </a:ext>
            </a:extLst>
          </p:cNvPr>
          <p:cNvSpPr txBox="1"/>
          <p:nvPr/>
        </p:nvSpPr>
        <p:spPr>
          <a:xfrm>
            <a:off x="7235480" y="4385717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7030A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el-GR" altLang="ja-JP" b="1" dirty="0">
                <a:solidFill>
                  <a:srgbClr val="7030A0"/>
                </a:solidFill>
              </a:rPr>
              <a:t>θ</a:t>
            </a:r>
            <a:endParaRPr lang="zh-CN" altLang="en-US" b="1" dirty="0">
              <a:solidFill>
                <a:srgbClr val="7030A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8" name="弧形 57">
            <a:extLst>
              <a:ext uri="{FF2B5EF4-FFF2-40B4-BE49-F238E27FC236}">
                <a16:creationId xmlns:a16="http://schemas.microsoft.com/office/drawing/2014/main" id="{39C02C16-7BB7-A5AA-5D29-58DD7C58EDAC}"/>
              </a:ext>
            </a:extLst>
          </p:cNvPr>
          <p:cNvSpPr/>
          <p:nvPr/>
        </p:nvSpPr>
        <p:spPr>
          <a:xfrm flipH="1" flipV="1">
            <a:off x="5383368" y="4186248"/>
            <a:ext cx="2683775" cy="2704738"/>
          </a:xfrm>
          <a:prstGeom prst="arc">
            <a:avLst>
              <a:gd name="adj1" fmla="val 19358819"/>
              <a:gd name="adj2" fmla="val 21020247"/>
            </a:avLst>
          </a:prstGeom>
          <a:ln w="444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0743DF4E-F3B3-CD3B-57B5-95799A11E50E}"/>
              </a:ext>
            </a:extLst>
          </p:cNvPr>
          <p:cNvSpPr txBox="1"/>
          <p:nvPr/>
        </p:nvSpPr>
        <p:spPr>
          <a:xfrm>
            <a:off x="4561396" y="6215968"/>
            <a:ext cx="7713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（</a:t>
            </a:r>
            <a:r>
              <a:rPr lang="en-US" altLang="zh-CN" sz="1600" b="1" dirty="0">
                <a:solidFill>
                  <a:srgbClr val="7030A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ω</a:t>
            </a:r>
            <a:r>
              <a:rPr lang="zh-CN" altLang="en-US" sz="1600" b="1" dirty="0">
                <a:solidFill>
                  <a:srgbClr val="7030A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）</a:t>
            </a:r>
            <a:endParaRPr lang="zh-CN" altLang="en-US" b="1" dirty="0">
              <a:solidFill>
                <a:srgbClr val="7030A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0" name="立方体 59">
            <a:extLst>
              <a:ext uri="{FF2B5EF4-FFF2-40B4-BE49-F238E27FC236}">
                <a16:creationId xmlns:a16="http://schemas.microsoft.com/office/drawing/2014/main" id="{0C012165-C60D-BDFA-55BA-CC625DD60B36}"/>
              </a:ext>
            </a:extLst>
          </p:cNvPr>
          <p:cNvSpPr/>
          <p:nvPr/>
        </p:nvSpPr>
        <p:spPr>
          <a:xfrm rot="17543613">
            <a:off x="6562415" y="3862592"/>
            <a:ext cx="981953" cy="397234"/>
          </a:xfrm>
          <a:prstGeom prst="cube">
            <a:avLst>
              <a:gd name="adj" fmla="val 0"/>
            </a:avLst>
          </a:prstGeom>
          <a:solidFill>
            <a:schemeClr val="tx1">
              <a:alpha val="47000"/>
            </a:schemeClr>
          </a:solidFill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立方体 60">
            <a:extLst>
              <a:ext uri="{FF2B5EF4-FFF2-40B4-BE49-F238E27FC236}">
                <a16:creationId xmlns:a16="http://schemas.microsoft.com/office/drawing/2014/main" id="{C6EFE3E2-7326-A1C9-78D2-357A168F8A65}"/>
              </a:ext>
            </a:extLst>
          </p:cNvPr>
          <p:cNvSpPr/>
          <p:nvPr/>
        </p:nvSpPr>
        <p:spPr>
          <a:xfrm rot="17543613">
            <a:off x="6514989" y="3772423"/>
            <a:ext cx="981953" cy="397234"/>
          </a:xfrm>
          <a:prstGeom prst="cube">
            <a:avLst>
              <a:gd name="adj" fmla="val 0"/>
            </a:avLst>
          </a:prstGeom>
          <a:solidFill>
            <a:schemeClr val="tx1">
              <a:alpha val="47000"/>
            </a:schemeClr>
          </a:solidFill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立方体 61">
            <a:extLst>
              <a:ext uri="{FF2B5EF4-FFF2-40B4-BE49-F238E27FC236}">
                <a16:creationId xmlns:a16="http://schemas.microsoft.com/office/drawing/2014/main" id="{E587F322-7A84-7339-8529-83316D0F5A9F}"/>
              </a:ext>
            </a:extLst>
          </p:cNvPr>
          <p:cNvSpPr/>
          <p:nvPr/>
        </p:nvSpPr>
        <p:spPr>
          <a:xfrm rot="17543613">
            <a:off x="6597225" y="3963020"/>
            <a:ext cx="981953" cy="397234"/>
          </a:xfrm>
          <a:prstGeom prst="cube">
            <a:avLst>
              <a:gd name="adj" fmla="val 0"/>
            </a:avLst>
          </a:prstGeom>
          <a:solidFill>
            <a:schemeClr val="tx1">
              <a:alpha val="47000"/>
            </a:schemeClr>
          </a:solidFill>
          <a:ln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E41548-E3CC-3C3D-37FF-5C2B97F36239}"/>
              </a:ext>
            </a:extLst>
          </p:cNvPr>
          <p:cNvSpPr txBox="1"/>
          <p:nvPr/>
        </p:nvSpPr>
        <p:spPr>
          <a:xfrm>
            <a:off x="41408" y="4866264"/>
            <a:ext cx="1276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X</a:t>
            </a:r>
            <a:r>
              <a:rPr lang="ja-JP" altLang="en-US" b="1" dirty="0">
                <a:solidFill>
                  <a:schemeClr val="accent2">
                    <a:lumMod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線発生部</a:t>
            </a:r>
            <a:endParaRPr lang="zh-CN" altLang="en-US" b="1" dirty="0">
              <a:solidFill>
                <a:schemeClr val="accent2">
                  <a:lumMod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FCA7816-7652-494E-B2FA-32ABDAE8A681}"/>
              </a:ext>
            </a:extLst>
          </p:cNvPr>
          <p:cNvSpPr txBox="1"/>
          <p:nvPr/>
        </p:nvSpPr>
        <p:spPr>
          <a:xfrm>
            <a:off x="4453354" y="597827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b="1" dirty="0">
                <a:solidFill>
                  <a:srgbClr val="7030A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入射角</a:t>
            </a:r>
            <a:r>
              <a:rPr lang="el-GR" altLang="ja-JP" b="1" dirty="0">
                <a:solidFill>
                  <a:srgbClr val="7030A0"/>
                </a:solidFill>
              </a:rPr>
              <a:t>θ</a:t>
            </a:r>
            <a:endParaRPr lang="zh-CN" altLang="en-US" b="1" dirty="0">
              <a:solidFill>
                <a:srgbClr val="7030A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D2375BE9-38BC-FD0E-6A62-9A537296F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563" y="304123"/>
            <a:ext cx="10515600" cy="1325563"/>
          </a:xfrm>
        </p:spPr>
        <p:txBody>
          <a:bodyPr/>
          <a:lstStyle/>
          <a:p>
            <a:r>
              <a:rPr lang="ja-JP" altLang="en-US" dirty="0"/>
              <a:t>測定装置</a:t>
            </a:r>
            <a:endParaRPr lang="zh-CN" altLang="en-US" dirty="0"/>
          </a:p>
        </p:txBody>
      </p:sp>
      <p:sp>
        <p:nvSpPr>
          <p:cNvPr id="3" name="弧形 2">
            <a:extLst>
              <a:ext uri="{FF2B5EF4-FFF2-40B4-BE49-F238E27FC236}">
                <a16:creationId xmlns:a16="http://schemas.microsoft.com/office/drawing/2014/main" id="{A93AF673-2D3F-077E-70A8-72BF1B1BF05B}"/>
              </a:ext>
            </a:extLst>
          </p:cNvPr>
          <p:cNvSpPr/>
          <p:nvPr/>
        </p:nvSpPr>
        <p:spPr>
          <a:xfrm rot="20314323" flipH="1" flipV="1">
            <a:off x="4125220" y="2007527"/>
            <a:ext cx="738427" cy="713784"/>
          </a:xfrm>
          <a:prstGeom prst="arc">
            <a:avLst>
              <a:gd name="adj1" fmla="val 12091308"/>
              <a:gd name="adj2" fmla="val 19210336"/>
            </a:avLst>
          </a:prstGeom>
          <a:ln w="317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149162-60FF-C9FB-1544-1E5AA724F3D4}"/>
              </a:ext>
            </a:extLst>
          </p:cNvPr>
          <p:cNvSpPr txBox="1"/>
          <p:nvPr/>
        </p:nvSpPr>
        <p:spPr>
          <a:xfrm>
            <a:off x="7049866" y="6122077"/>
            <a:ext cx="10278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サンプル</a:t>
            </a:r>
            <a:endParaRPr lang="zh-CN" altLang="en-US" sz="3200" b="1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14D840-0766-C684-F2F6-9FC6D4BEE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438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74EFAD-64D4-8467-F938-56B656F5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n-US" altLang="zh-CN" dirty="0"/>
              <a:t>ω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8F47C09-CD8F-A0F0-CE3D-8E26926CA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584" y="161009"/>
            <a:ext cx="7223208" cy="1171679"/>
          </a:xfrm>
          <a:prstGeom prst="rect">
            <a:avLst/>
          </a:prstGeom>
        </p:spPr>
      </p:pic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CDE79439-7CB0-FF01-72A4-07BF184C2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8909749"/>
              </p:ext>
            </p:extLst>
          </p:nvPr>
        </p:nvGraphicFramePr>
        <p:xfrm>
          <a:off x="-1" y="2091447"/>
          <a:ext cx="7504889" cy="49461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DC63C9-CA16-50C4-4144-182A11957AC4}"/>
              </a:ext>
            </a:extLst>
          </p:cNvPr>
          <p:cNvSpPr txBox="1">
            <a:spLocks/>
          </p:cNvSpPr>
          <p:nvPr/>
        </p:nvSpPr>
        <p:spPr>
          <a:xfrm>
            <a:off x="7582710" y="2392218"/>
            <a:ext cx="4156708" cy="37847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 sz="2000" dirty="0"/>
              <a:t>主ピーク位置はほぼ一致</a:t>
            </a:r>
            <a:endParaRPr lang="en-US" altLang="ja-JP" sz="2000" dirty="0"/>
          </a:p>
          <a:p>
            <a:r>
              <a:rPr lang="en-US" altLang="zh-CN" sz="2000" dirty="0"/>
              <a:t>x</a:t>
            </a:r>
            <a:r>
              <a:rPr lang="ja-JP" altLang="en-US" sz="2000" dirty="0"/>
              <a:t>軸にごく小さなずれ。</a:t>
            </a:r>
            <a:endParaRPr lang="en-US" altLang="ja-JP" sz="2000" dirty="0"/>
          </a:p>
          <a:p>
            <a:endParaRPr lang="en-US" altLang="ja-JP" sz="2000" dirty="0"/>
          </a:p>
          <a:p>
            <a:r>
              <a:rPr lang="ja-JP" altLang="en-US" sz="2000" dirty="0"/>
              <a:t>高角側テールは</a:t>
            </a:r>
            <a:r>
              <a:rPr lang="en-US" altLang="ja-JP" sz="2000" dirty="0"/>
              <a:t>90°</a:t>
            </a:r>
            <a:r>
              <a:rPr lang="ja-JP" altLang="en-US" sz="2000" dirty="0"/>
              <a:t>（橙）がやや長く、わずかな非対称あり</a:t>
            </a:r>
            <a:endParaRPr lang="en-US" altLang="ja-JP" sz="2000" dirty="0"/>
          </a:p>
          <a:p>
            <a:r>
              <a:rPr lang="ja-JP" altLang="en-US" sz="2000" dirty="0"/>
              <a:t>想定要因：不明。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2CF35-7DDA-EA52-C18F-1DEDEB49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6450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B523B7-1CF0-0419-AD45-D93B163A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Si_TEOS_</a:t>
            </a:r>
            <a:r>
              <a:rPr lang="en-US" altLang="zh-CN" dirty="0"/>
              <a:t>ω</a:t>
            </a:r>
            <a:endParaRPr lang="zh-CN" altLang="en-US" dirty="0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A08284EB-5922-4406-B4E7-EF846A8A5A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547285"/>
              </p:ext>
            </p:extLst>
          </p:nvPr>
        </p:nvGraphicFramePr>
        <p:xfrm>
          <a:off x="51424" y="1690688"/>
          <a:ext cx="6666130" cy="5167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5D984731-3EF4-0B00-8986-F36CB1A17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956" b="6695"/>
          <a:stretch>
            <a:fillRect/>
          </a:stretch>
        </p:blipFill>
        <p:spPr>
          <a:xfrm>
            <a:off x="6160786" y="48922"/>
            <a:ext cx="5419992" cy="155127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60E3B33-F881-00AC-6BDA-DB76C4D48952}"/>
              </a:ext>
            </a:extLst>
          </p:cNvPr>
          <p:cNvSpPr txBox="1"/>
          <p:nvPr/>
        </p:nvSpPr>
        <p:spPr>
          <a:xfrm>
            <a:off x="6717554" y="1997839"/>
            <a:ext cx="51234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dirty="0"/>
              <a:t>主ピークは</a:t>
            </a:r>
            <a:r>
              <a:rPr lang="en-US" altLang="ja-JP" b="1" dirty="0"/>
              <a:t>90°</a:t>
            </a:r>
            <a:r>
              <a:rPr lang="ja-JP" altLang="en-US" b="1" dirty="0"/>
              <a:t>（橙）が高角側へ小さくシフト</a:t>
            </a:r>
            <a:r>
              <a:rPr lang="ja-JP" altLang="en-US" dirty="0"/>
              <a:t>。</a:t>
            </a:r>
            <a:endParaRPr lang="en-US" altLang="ja-JP" dirty="0"/>
          </a:p>
          <a:p>
            <a:pPr>
              <a:buNone/>
            </a:pPr>
            <a:br>
              <a:rPr lang="ja-JP" altLang="en-US" dirty="0"/>
            </a:br>
            <a:r>
              <a:rPr lang="ja-JP" altLang="en-US" dirty="0"/>
              <a:t>ピーク高さは青＞橙。</a:t>
            </a:r>
            <a:endParaRPr lang="en-US" altLang="ja-JP" dirty="0"/>
          </a:p>
          <a:p>
            <a:pPr>
              <a:buNone/>
            </a:pPr>
            <a:br>
              <a:rPr lang="ja-JP" altLang="en-US" dirty="0"/>
            </a:br>
            <a:r>
              <a:rPr lang="ja-JP" altLang="en-US" b="1" dirty="0"/>
              <a:t>テールは橙が全体に長く</a:t>
            </a:r>
            <a:r>
              <a:rPr lang="ja-JP" altLang="en-US" dirty="0"/>
              <a:t>（特に高角側で顕著）、非対称が強い。</a:t>
            </a:r>
            <a:endParaRPr lang="en-US" altLang="ja-JP" dirty="0"/>
          </a:p>
          <a:p>
            <a:pPr>
              <a:buNone/>
            </a:pPr>
            <a:br>
              <a:rPr lang="ja-JP" altLang="en-US" dirty="0"/>
            </a:br>
            <a:r>
              <a:rPr lang="ja-JP" altLang="en-US" dirty="0"/>
              <a:t>背景差は小。</a:t>
            </a:r>
            <a:endParaRPr lang="en-US" altLang="ja-JP" dirty="0"/>
          </a:p>
          <a:p>
            <a:pPr>
              <a:buNone/>
            </a:pPr>
            <a:endParaRPr lang="en-US" altLang="ja-JP" b="1" dirty="0"/>
          </a:p>
          <a:p>
            <a:pPr>
              <a:buNone/>
            </a:pPr>
            <a:r>
              <a:rPr lang="ja-JP" altLang="en-US" b="1" dirty="0"/>
              <a:t>想定要因：不明。</a:t>
            </a:r>
            <a:endParaRPr lang="ja-JP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400BFF7-4150-7C05-8B9C-304CA2F103A3}"/>
              </a:ext>
            </a:extLst>
          </p:cNvPr>
          <p:cNvSpPr txBox="1"/>
          <p:nvPr/>
        </p:nvSpPr>
        <p:spPr>
          <a:xfrm>
            <a:off x="6717554" y="5257800"/>
            <a:ext cx="55088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90</a:t>
            </a:r>
            <a:r>
              <a:rPr lang="en-US" altLang="zh-CN" dirty="0"/>
              <a:t>deg</a:t>
            </a:r>
            <a:r>
              <a:rPr lang="ja-JP" altLang="en-US" dirty="0"/>
              <a:t>測定で</a:t>
            </a:r>
            <a:r>
              <a:rPr lang="ja-JP" altLang="en-US" b="1" dirty="0"/>
              <a:t>角度走査範囲が大きく異なる</a:t>
            </a:r>
            <a:r>
              <a:rPr lang="ja-JP" altLang="en-US" dirty="0"/>
              <a:t>一方、</a:t>
            </a:r>
            <a:endParaRPr lang="en-US" altLang="ja-JP" dirty="0"/>
          </a:p>
          <a:p>
            <a:r>
              <a:rPr lang="ja-JP" altLang="en-US" dirty="0"/>
              <a:t>比較を容易にするため、</a:t>
            </a:r>
            <a:r>
              <a:rPr lang="en-US" altLang="ja-JP" dirty="0">
                <a:latin typeface="Courier New" panose="02070309020205020404" pitchFamily="49" charset="0"/>
              </a:rPr>
              <a:t>omega2</a:t>
            </a:r>
            <a:r>
              <a:rPr lang="ja-JP" altLang="en-US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90deg</a:t>
            </a:r>
            <a:r>
              <a:rPr lang="zh-CN" altLang="en-US" dirty="0"/>
              <a:t>）</a:t>
            </a:r>
            <a:r>
              <a:rPr lang="ja-JP" altLang="en-US" dirty="0"/>
              <a:t>の角度</a:t>
            </a:r>
            <a:r>
              <a:rPr lang="en-US" altLang="zh-CN" dirty="0"/>
              <a:t>x</a:t>
            </a:r>
            <a:r>
              <a:rPr lang="ja-JP" altLang="en-US" dirty="0"/>
              <a:t>軸を </a:t>
            </a:r>
            <a:r>
              <a:rPr lang="en-US" altLang="ja-JP" dirty="0">
                <a:latin typeface="Courier New" panose="02070309020205020404" pitchFamily="49" charset="0"/>
              </a:rPr>
              <a:t>omega1</a:t>
            </a:r>
            <a:r>
              <a:rPr lang="ja-JP" altLang="en-US" dirty="0"/>
              <a:t> の角度点に置き換え（点対点対応）</a:t>
            </a:r>
            <a:endParaRPr lang="en-US" altLang="ja-JP" dirty="0"/>
          </a:p>
          <a:p>
            <a:r>
              <a:rPr lang="ja-JP" altLang="en-US" dirty="0"/>
              <a:t>して重ね合わせています。</a:t>
            </a:r>
            <a:endParaRPr lang="en-US" altLang="ja-JP" dirty="0"/>
          </a:p>
          <a:p>
            <a:r>
              <a:rPr lang="ja-JP" altLang="en-US" dirty="0"/>
              <a:t>可視化上の整合のみを目的とします。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0F3B324-7130-8C11-FA17-1241D6532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9680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A929AF-5D7F-5397-ADBD-F0E55973A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Si_TEOS_Rough_ω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13CAC8D-2B54-1B4C-AA9A-0362764E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77" y="166175"/>
            <a:ext cx="6380824" cy="1524513"/>
          </a:xfrm>
          <a:prstGeom prst="rect">
            <a:avLst/>
          </a:prstGeom>
        </p:spPr>
      </p:pic>
      <p:graphicFrame>
        <p:nvGraphicFramePr>
          <p:cNvPr id="9" name="内容占位符 8">
            <a:extLst>
              <a:ext uri="{FF2B5EF4-FFF2-40B4-BE49-F238E27FC236}">
                <a16:creationId xmlns:a16="http://schemas.microsoft.com/office/drawing/2014/main" id="{65EF720E-FD7A-49C4-B8EB-E6C33EC8F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224766"/>
              </p:ext>
            </p:extLst>
          </p:nvPr>
        </p:nvGraphicFramePr>
        <p:xfrm>
          <a:off x="443752" y="1889638"/>
          <a:ext cx="6100482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CCEE388-F60C-01B8-4ACA-E93E37ED6805}"/>
              </a:ext>
            </a:extLst>
          </p:cNvPr>
          <p:cNvSpPr txBox="1"/>
          <p:nvPr/>
        </p:nvSpPr>
        <p:spPr>
          <a:xfrm>
            <a:off x="6544234" y="2119990"/>
            <a:ext cx="53137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X</a:t>
            </a:r>
            <a:r>
              <a:rPr lang="ja-JP" altLang="en-US" dirty="0"/>
              <a:t>軸統一している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主ピーク位置は</a:t>
            </a:r>
            <a:r>
              <a:rPr lang="ja-JP" altLang="en-US" b="1" dirty="0"/>
              <a:t>ほぼ一致</a:t>
            </a:r>
            <a:r>
              <a:rPr lang="ja-JP" altLang="en-US" dirty="0"/>
              <a:t>（橙が</a:t>
            </a:r>
            <a:r>
              <a:rPr lang="ja-JP" altLang="en-US" b="1" dirty="0"/>
              <a:t>わずかに低角側</a:t>
            </a:r>
            <a:r>
              <a:rPr lang="ja-JP" altLang="en-US" dirty="0"/>
              <a:t>の可能性）。</a:t>
            </a:r>
            <a:endParaRPr lang="en-US" altLang="ja-JP" dirty="0"/>
          </a:p>
          <a:p>
            <a:endParaRPr lang="en-US" altLang="ja-JP" dirty="0"/>
          </a:p>
          <a:p>
            <a:br>
              <a:rPr lang="ja-JP" altLang="en-US" dirty="0"/>
            </a:br>
            <a:r>
              <a:rPr lang="ja-JP" altLang="en-US" b="1" dirty="0"/>
              <a:t>頂点強度は青＞橙</a:t>
            </a:r>
            <a:r>
              <a:rPr lang="ja-JP" altLang="en-US" dirty="0"/>
              <a:t>、一方で</a:t>
            </a:r>
            <a:r>
              <a:rPr lang="en-US" altLang="ja-JP" b="1" dirty="0"/>
              <a:t>FWHM </a:t>
            </a:r>
            <a:r>
              <a:rPr lang="ja-JP" altLang="en-US" b="1" dirty="0"/>
              <a:t>は橙が広い</a:t>
            </a:r>
            <a:r>
              <a:rPr lang="ja-JP" altLang="en-US" dirty="0"/>
              <a:t>。</a:t>
            </a:r>
            <a:endParaRPr lang="en-US" altLang="ja-JP" dirty="0"/>
          </a:p>
          <a:p>
            <a:br>
              <a:rPr lang="ja-JP" altLang="en-US" dirty="0"/>
            </a:br>
            <a:endParaRPr lang="en-US" altLang="ja-JP" dirty="0"/>
          </a:p>
          <a:p>
            <a:r>
              <a:rPr lang="ja-JP" altLang="en-US" b="1" dirty="0"/>
              <a:t>テールは橙が全体に長く</a:t>
            </a:r>
            <a:r>
              <a:rPr lang="ja-JP" altLang="en-US" dirty="0"/>
              <a:t>（とくに</a:t>
            </a:r>
            <a:r>
              <a:rPr lang="ja-JP" altLang="en-US" b="1" dirty="0"/>
              <a:t>低角側</a:t>
            </a:r>
            <a:r>
              <a:rPr lang="ja-JP" altLang="en-US" dirty="0"/>
              <a:t>で顕著）。</a:t>
            </a:r>
            <a:endParaRPr lang="en-US" altLang="ja-JP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EDFAC96-CBEB-FB31-F68C-FAD3F14EA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037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873E2-19D0-DA95-9A7A-BB751AFDD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l-GR" altLang="zh-CN" dirty="0"/>
              <a:t>θ-2θ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CD99C66-59B4-FE3D-E563-42582267A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903" y="422983"/>
            <a:ext cx="5865876" cy="1325563"/>
          </a:xfrm>
          <a:prstGeom prst="rect">
            <a:avLst/>
          </a:prstGeom>
        </p:spPr>
      </p:pic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3936DF2A-1FCE-7840-BF57-F84EB17A22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8681249"/>
              </p:ext>
            </p:extLst>
          </p:nvPr>
        </p:nvGraphicFramePr>
        <p:xfrm>
          <a:off x="324860" y="1971222"/>
          <a:ext cx="612680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E30CF66-3CA6-9BB5-1E22-E61C02BB22BC}"/>
              </a:ext>
            </a:extLst>
          </p:cNvPr>
          <p:cNvSpPr txBox="1"/>
          <p:nvPr/>
        </p:nvSpPr>
        <p:spPr>
          <a:xfrm>
            <a:off x="7176653" y="2551837"/>
            <a:ext cx="397163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主ピーク位置はほぼ一致。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ピーク高さ：青 ＞ 橙。</a:t>
            </a:r>
            <a:endParaRPr lang="en-US" altLang="ja-JP" dirty="0"/>
          </a:p>
          <a:p>
            <a:r>
              <a:rPr lang="ja-JP" altLang="en-US" dirty="0"/>
              <a:t>テール：低角側は橙が強め／高角側は青が強めで、非対称の向きが異なる。</a:t>
            </a:r>
            <a:endParaRPr lang="en-US" altLang="ja-JP" dirty="0"/>
          </a:p>
          <a:p>
            <a:r>
              <a:rPr lang="en-US" altLang="ja-JP" dirty="0"/>
              <a:t>FWHM </a:t>
            </a:r>
            <a:r>
              <a:rPr lang="ja-JP" altLang="en-US" dirty="0"/>
              <a:t>は概ね同等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E086BD-79DF-11D0-5C26-2A2FF693F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795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AE1B9-64A5-36DD-C97B-CDE1BAEC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009CB-129A-A91F-8F82-E7E30FF62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Si_TEOS_</a:t>
            </a:r>
            <a:r>
              <a:rPr lang="el-GR" altLang="zh-CN" dirty="0"/>
              <a:t> θ-2θ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FB211EE-A0DD-D5D2-E84A-E0FF4A7B5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541" y="365125"/>
            <a:ext cx="7563906" cy="1381318"/>
          </a:xfrm>
          <a:prstGeom prst="rect">
            <a:avLst/>
          </a:prstGeom>
        </p:spPr>
      </p:pic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FBFDE4F-5FEC-7944-7891-FD96DBAC59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6144231"/>
              </p:ext>
            </p:extLst>
          </p:nvPr>
        </p:nvGraphicFramePr>
        <p:xfrm>
          <a:off x="221817" y="1967344"/>
          <a:ext cx="7000875" cy="4890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BA0FA9B-05CF-82CE-B5D0-3F795ACFDD92}"/>
              </a:ext>
            </a:extLst>
          </p:cNvPr>
          <p:cNvSpPr txBox="1"/>
          <p:nvPr/>
        </p:nvSpPr>
        <p:spPr>
          <a:xfrm>
            <a:off x="7278255" y="2274838"/>
            <a:ext cx="46919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主ピーク位置は</a:t>
            </a:r>
            <a:r>
              <a:rPr lang="ja-JP" altLang="en-US" b="1" dirty="0"/>
              <a:t>ほぼ一致</a:t>
            </a:r>
            <a:r>
              <a:rPr lang="ja-JP" altLang="en-US" dirty="0"/>
              <a:t>（橙が</a:t>
            </a:r>
            <a:r>
              <a:rPr lang="ja-JP" altLang="en-US" b="1" dirty="0"/>
              <a:t>ごくわずかに高角側</a:t>
            </a:r>
            <a:r>
              <a:rPr lang="ja-JP" altLang="en-US" dirty="0"/>
              <a:t>の可能性）。</a:t>
            </a:r>
            <a:endParaRPr lang="en-US" altLang="ja-JP" dirty="0"/>
          </a:p>
          <a:p>
            <a:br>
              <a:rPr lang="ja-JP" altLang="en-US" dirty="0"/>
            </a:br>
            <a:r>
              <a:rPr lang="ja-JP" altLang="en-US" b="1" dirty="0"/>
              <a:t>ピーク高さ：青</a:t>
            </a:r>
            <a:r>
              <a:rPr lang="en-US" altLang="zh-CN" dirty="0"/>
              <a:t>0°</a:t>
            </a:r>
            <a:r>
              <a:rPr lang="ja-JP" altLang="en-US" b="1" dirty="0"/>
              <a:t>＞ 橙</a:t>
            </a:r>
            <a:r>
              <a:rPr lang="en-US" altLang="zh-CN" dirty="0"/>
              <a:t>90°</a:t>
            </a:r>
            <a:r>
              <a:rPr lang="ja-JP" altLang="en-US" b="1" dirty="0"/>
              <a:t> </a:t>
            </a:r>
            <a:endParaRPr lang="en-US" altLang="ja-JP" dirty="0"/>
          </a:p>
          <a:p>
            <a:br>
              <a:rPr lang="ja-JP" altLang="en-US" dirty="0"/>
            </a:br>
            <a:r>
              <a:rPr lang="en-US" altLang="ja-JP" b="1" dirty="0"/>
              <a:t>FWHM</a:t>
            </a:r>
            <a:r>
              <a:rPr lang="ja-JP" altLang="en-US" b="1" dirty="0"/>
              <a:t>：青がわずかに広い</a:t>
            </a:r>
            <a:r>
              <a:rPr lang="ja-JP" altLang="en-US" dirty="0"/>
              <a:t>。</a:t>
            </a:r>
            <a:br>
              <a:rPr lang="ja-JP" altLang="en-US" dirty="0"/>
            </a:br>
            <a:r>
              <a:rPr lang="ja-JP" altLang="en-US" b="1" dirty="0"/>
              <a:t>テールは青が全体に長く</a:t>
            </a:r>
            <a:r>
              <a:rPr lang="ja-JP" altLang="en-US" dirty="0"/>
              <a:t>（とくに</a:t>
            </a:r>
            <a:r>
              <a:rPr lang="ja-JP" altLang="en-US" b="1" dirty="0"/>
              <a:t>高角側</a:t>
            </a:r>
            <a:r>
              <a:rPr lang="ja-JP" altLang="en-US" dirty="0"/>
              <a:t>）。</a:t>
            </a:r>
            <a:br>
              <a:rPr lang="ja-JP" altLang="en-US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366493-1219-FAEC-05BE-3CBBF495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973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9E769-0B8F-EB93-7B94-A1E4052A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96834-6216-FE92-BC1F-2C0ECA26F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Si_TEOS_Rough</a:t>
            </a:r>
            <a:r>
              <a:rPr lang="en-US" altLang="zh-CN" dirty="0"/>
              <a:t>_</a:t>
            </a:r>
            <a:r>
              <a:rPr lang="el-GR" altLang="zh-CN" dirty="0"/>
              <a:t> θ-2θ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663CF0-0056-CE3A-F459-D44ED49A5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588" y="436997"/>
            <a:ext cx="5631961" cy="1312504"/>
          </a:xfrm>
          <a:prstGeom prst="rect">
            <a:avLst/>
          </a:prstGeom>
        </p:spPr>
      </p:pic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AD2AC29-3C6E-C0A0-F347-1523FFA98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7505" y="1825625"/>
            <a:ext cx="4849043" cy="4351338"/>
          </a:xfrm>
        </p:spPr>
        <p:txBody>
          <a:bodyPr/>
          <a:lstStyle/>
          <a:p>
            <a:r>
              <a:rPr lang="ja-JP" altLang="en-US" dirty="0"/>
              <a:t>主ピーク位置は一致。</a:t>
            </a:r>
            <a:endParaRPr lang="en-US" altLang="ja-JP" dirty="0"/>
          </a:p>
          <a:p>
            <a:r>
              <a:rPr lang="ja-JP" altLang="en-US" dirty="0"/>
              <a:t>ピーク高さ・</a:t>
            </a:r>
            <a:r>
              <a:rPr lang="en-US" altLang="ja-JP" dirty="0"/>
              <a:t>FWHM</a:t>
            </a:r>
            <a:r>
              <a:rPr lang="ja-JP" altLang="en-US" dirty="0"/>
              <a:t>はほぼ同等。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テールも重なり良好</a:t>
            </a:r>
            <a:endParaRPr lang="en-US" altLang="ja-JP" dirty="0"/>
          </a:p>
          <a:p>
            <a:r>
              <a:rPr lang="ja-JP" altLang="en-US" dirty="0"/>
              <a:t>。背景差は小。</a:t>
            </a:r>
            <a:endParaRPr lang="en-US" altLang="ja-JP" dirty="0"/>
          </a:p>
          <a:p>
            <a:r>
              <a:rPr lang="en-US" altLang="ja-JP" dirty="0"/>
              <a:t>90°</a:t>
            </a:r>
            <a:r>
              <a:rPr lang="ja-JP" altLang="en-US" dirty="0"/>
              <a:t>回転の影響はほぼ無し</a:t>
            </a:r>
            <a:endParaRPr lang="zh-CN" altLang="en-US" dirty="0"/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D2A6D4E1-82F6-1546-839A-AB08829FCC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81536"/>
              </p:ext>
            </p:extLst>
          </p:nvPr>
        </p:nvGraphicFramePr>
        <p:xfrm>
          <a:off x="195330" y="2043953"/>
          <a:ext cx="6259257" cy="50703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7059D3-B497-2388-D94D-1B19E81A9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894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D464D5-186F-AF17-CD62-51BB4C661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53"/>
            <a:ext cx="5180234" cy="1325563"/>
          </a:xfrm>
        </p:spPr>
        <p:txBody>
          <a:bodyPr/>
          <a:lstStyle/>
          <a:p>
            <a:r>
              <a:rPr lang="ja-JP" altLang="en-US" dirty="0"/>
              <a:t>三サンプル</a:t>
            </a:r>
            <a:r>
              <a:rPr lang="en-US" altLang="ja-JP" dirty="0"/>
              <a:t>2</a:t>
            </a:r>
            <a:r>
              <a:rPr lang="el-GR" altLang="ja-JP" dirty="0"/>
              <a:t>θ-</a:t>
            </a:r>
            <a:r>
              <a:rPr lang="en-US" altLang="ja-JP" dirty="0"/>
              <a:t>scan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FDACB0A0-49DC-42D4-9C87-2F03C52BF0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614897"/>
              </p:ext>
            </p:extLst>
          </p:nvPr>
        </p:nvGraphicFramePr>
        <p:xfrm>
          <a:off x="185271" y="2735385"/>
          <a:ext cx="4738421" cy="4061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73C54CD7-650B-4B0E-BB22-F6A7F8DC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43677833"/>
              </p:ext>
            </p:extLst>
          </p:nvPr>
        </p:nvGraphicFramePr>
        <p:xfrm>
          <a:off x="4923692" y="2573685"/>
          <a:ext cx="4901244" cy="3822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06A25F3-7532-7EEC-520E-B260F97B9B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998" y="1242047"/>
            <a:ext cx="2704125" cy="149333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2E3AB4-43DA-1140-A3FD-71218E645DCA}"/>
              </a:ext>
            </a:extLst>
          </p:cNvPr>
          <p:cNvSpPr txBox="1"/>
          <p:nvPr/>
        </p:nvSpPr>
        <p:spPr>
          <a:xfrm>
            <a:off x="5910728" y="163357"/>
            <a:ext cx="62031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ピーク位置：</a:t>
            </a:r>
            <a:r>
              <a:rPr lang="en-US" altLang="ja-JP" dirty="0"/>
              <a:t>3</a:t>
            </a:r>
            <a:r>
              <a:rPr lang="ja-JP" altLang="en-US" dirty="0"/>
              <a:t>試料とも≃</a:t>
            </a:r>
            <a:r>
              <a:rPr lang="en-US" altLang="ja-JP" dirty="0"/>
              <a:t>69.5°</a:t>
            </a:r>
            <a:r>
              <a:rPr lang="ja-JP" altLang="en-US" dirty="0"/>
              <a:t>で安定。回転有無で大きな差なし 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テール長（高角側）：</a:t>
            </a:r>
            <a:r>
              <a:rPr lang="en-US" altLang="ja-JP" dirty="0" err="1"/>
              <a:t>Thermo</a:t>
            </a:r>
            <a:r>
              <a:rPr lang="en-US" altLang="ja-JP" dirty="0"/>
              <a:t> &gt; TEOS &gt; </a:t>
            </a:r>
            <a:r>
              <a:rPr lang="en-US" altLang="ja-JP" dirty="0" err="1"/>
              <a:t>RoughTEOS</a:t>
            </a:r>
            <a:r>
              <a:rPr lang="en-US" altLang="ja-JP" dirty="0"/>
              <a:t> </a:t>
            </a:r>
            <a:r>
              <a:rPr lang="ja-JP" altLang="en-US" dirty="0"/>
              <a:t>が両図で一貫。</a:t>
            </a:r>
            <a:endParaRPr lang="en-US" altLang="ja-JP" dirty="0"/>
          </a:p>
          <a:p>
            <a:r>
              <a:rPr lang="en-US" altLang="ja-JP" dirty="0"/>
              <a:t>   </a:t>
            </a:r>
          </a:p>
          <a:p>
            <a:r>
              <a:rPr lang="en-US" altLang="ja-JP" dirty="0"/>
              <a:t> </a:t>
            </a:r>
            <a:r>
              <a:rPr lang="ja-JP" altLang="en-US" dirty="0"/>
              <a:t>回転の影響は小さく、試料固有差（欠陥密度・応力・表面粗さ等）が支配的と示唆。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4C8B7F-ADC7-E109-C548-54F401166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110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74BBB-D384-08F3-81DD-180A6FBB9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2137"/>
          </a:xfrm>
        </p:spPr>
        <p:txBody>
          <a:bodyPr>
            <a:normAutofit fontScale="90000"/>
          </a:bodyPr>
          <a:lstStyle/>
          <a:p>
            <a:r>
              <a:rPr lang="ja-JP" altLang="en-US" dirty="0"/>
              <a:t>三サンプル</a:t>
            </a:r>
            <a:r>
              <a:rPr lang="en-US" altLang="zh-CN" dirty="0"/>
              <a:t>ω</a:t>
            </a:r>
            <a:r>
              <a:rPr lang="el-GR" altLang="ja-JP" dirty="0"/>
              <a:t>-</a:t>
            </a:r>
            <a:r>
              <a:rPr lang="en-US" altLang="ja-JP" dirty="0"/>
              <a:t>scan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9C3C41-CC3C-8D15-E659-281411EF6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79" y="1172245"/>
            <a:ext cx="3518231" cy="1782033"/>
          </a:xfrm>
          <a:prstGeom prst="rect">
            <a:avLst/>
          </a:prstGeom>
        </p:spPr>
      </p:pic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CF362E67-1B4C-4FAA-9B7F-2C378B921B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818436"/>
              </p:ext>
            </p:extLst>
          </p:nvPr>
        </p:nvGraphicFramePr>
        <p:xfrm>
          <a:off x="4723885" y="3157415"/>
          <a:ext cx="4935930" cy="37394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C26F3170-D7AE-4E25-B214-DF199BB274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2097279"/>
              </p:ext>
            </p:extLst>
          </p:nvPr>
        </p:nvGraphicFramePr>
        <p:xfrm>
          <a:off x="0" y="3079262"/>
          <a:ext cx="5275385" cy="3817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0AF0D45A-3987-DD2A-D3E6-C02B94AF112F}"/>
              </a:ext>
            </a:extLst>
          </p:cNvPr>
          <p:cNvSpPr txBox="1"/>
          <p:nvPr/>
        </p:nvSpPr>
        <p:spPr>
          <a:xfrm>
            <a:off x="5619262" y="899507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ピーク位置：</a:t>
            </a:r>
            <a:r>
              <a:rPr lang="en-US" altLang="ja-JP" dirty="0"/>
              <a:t>3</a:t>
            </a:r>
            <a:r>
              <a:rPr lang="ja-JP" altLang="en-US" dirty="0"/>
              <a:t>試料ともほぼ一致。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  90°</a:t>
            </a:r>
            <a:r>
              <a:rPr lang="ja-JP" altLang="en-US" dirty="0"/>
              <a:t>図では</a:t>
            </a:r>
            <a:r>
              <a:rPr lang="en-US" altLang="ja-JP" dirty="0"/>
              <a:t>TEOS〔</a:t>
            </a:r>
            <a:r>
              <a:rPr lang="ja-JP" altLang="en-US" dirty="0"/>
              <a:t>緑</a:t>
            </a:r>
            <a:r>
              <a:rPr lang="en-US" altLang="ja-JP" dirty="0"/>
              <a:t>〕</a:t>
            </a:r>
            <a:r>
              <a:rPr lang="ja-JP" altLang="en-US" dirty="0"/>
              <a:t>がわずかに高角側へシフト、</a:t>
            </a:r>
            <a:endParaRPr lang="en-US" altLang="ja-JP" dirty="0"/>
          </a:p>
          <a:p>
            <a:r>
              <a:rPr lang="ja-JP" altLang="en-US" dirty="0"/>
              <a:t>  非</a:t>
            </a:r>
            <a:r>
              <a:rPr lang="en-US" altLang="ja-JP" dirty="0"/>
              <a:t>90°</a:t>
            </a:r>
            <a:r>
              <a:rPr lang="ja-JP" altLang="en-US" dirty="0"/>
              <a:t>図では</a:t>
            </a:r>
            <a:r>
              <a:rPr lang="en-US" altLang="ja-JP" dirty="0" err="1"/>
              <a:t>Thermo</a:t>
            </a:r>
            <a:r>
              <a:rPr lang="en-US" altLang="ja-JP" dirty="0"/>
              <a:t>〔</a:t>
            </a:r>
            <a:r>
              <a:rPr lang="ja-JP" altLang="en-US" dirty="0"/>
              <a:t>橙</a:t>
            </a:r>
            <a:r>
              <a:rPr lang="en-US" altLang="ja-JP" dirty="0"/>
              <a:t>〕</a:t>
            </a:r>
            <a:r>
              <a:rPr lang="ja-JP" altLang="en-US" dirty="0"/>
              <a:t>と重なり。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ピーク形状：</a:t>
            </a:r>
            <a:r>
              <a:rPr lang="en-US" altLang="ja-JP" dirty="0" err="1"/>
              <a:t>RoughTEOS</a:t>
            </a:r>
            <a:r>
              <a:rPr lang="en-US" altLang="ja-JP" dirty="0"/>
              <a:t>〔</a:t>
            </a:r>
            <a:r>
              <a:rPr lang="ja-JP" altLang="en-US" dirty="0"/>
              <a:t>青</a:t>
            </a:r>
            <a:r>
              <a:rPr lang="en-US" altLang="ja-JP" dirty="0"/>
              <a:t>〕</a:t>
            </a:r>
            <a:r>
              <a:rPr lang="ja-JP" altLang="en-US" dirty="0"/>
              <a:t>は一貫して最も広く、高角側テールが長い。</a:t>
            </a:r>
            <a:r>
              <a:rPr lang="en-US" altLang="ja-JP" dirty="0" err="1"/>
              <a:t>Thermo</a:t>
            </a:r>
            <a:r>
              <a:rPr lang="en-US" altLang="ja-JP" dirty="0"/>
              <a:t>〔</a:t>
            </a:r>
            <a:r>
              <a:rPr lang="ja-JP" altLang="en-US" dirty="0"/>
              <a:t>橙</a:t>
            </a:r>
            <a:r>
              <a:rPr lang="en-US" altLang="ja-JP" dirty="0"/>
              <a:t>〕</a:t>
            </a:r>
            <a:r>
              <a:rPr lang="ja-JP" altLang="en-US" dirty="0"/>
              <a:t>は最もシャープ。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75993A4-B8E4-3172-B791-3C8492A2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265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AA1A076B-02FC-0E12-6994-7DB8BEAA0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2381" y="4386126"/>
            <a:ext cx="3177784" cy="2004568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5B8C74D2-4CDD-455E-69D9-68C4AA557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モデル</a:t>
            </a:r>
            <a:r>
              <a:rPr lang="en-US" altLang="ja-JP" dirty="0"/>
              <a:t>04</a:t>
            </a:r>
            <a:r>
              <a:rPr lang="ja-JP" altLang="en-US" dirty="0"/>
              <a:t>と比べて（</a:t>
            </a:r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l-GR" altLang="zh-CN" dirty="0"/>
              <a:t>θ-2θ</a:t>
            </a:r>
            <a:r>
              <a:rPr lang="en-US" altLang="ja-JP" dirty="0"/>
              <a:t>_0</a:t>
            </a:r>
            <a:r>
              <a:rPr lang="en-US" altLang="zh-CN" dirty="0"/>
              <a:t>°</a:t>
            </a:r>
            <a:r>
              <a:rPr lang="ja-JP" altLang="en-US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612B60-6C10-6A19-1F97-3194DA56C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269" y="1436277"/>
            <a:ext cx="11069531" cy="4740686"/>
          </a:xfrm>
        </p:spPr>
        <p:txBody>
          <a:bodyPr/>
          <a:lstStyle/>
          <a:p>
            <a:r>
              <a:rPr lang="en-US" altLang="zh-CN" sz="2000" dirty="0"/>
              <a:t>mu=0.0046       </a:t>
            </a:r>
          </a:p>
          <a:p>
            <a:r>
              <a:rPr lang="en-US" altLang="zh-CN" sz="2000" dirty="0"/>
              <a:t>Ns=128972</a:t>
            </a:r>
          </a:p>
          <a:p>
            <a:r>
              <a:rPr lang="en-US" altLang="zh-CN" sz="2000" dirty="0"/>
              <a:t>a=5.4323</a:t>
            </a:r>
          </a:p>
          <a:p>
            <a:r>
              <a:rPr lang="en-US" altLang="zh-CN" sz="2000" dirty="0"/>
              <a:t>as=5.528</a:t>
            </a:r>
          </a:p>
          <a:p>
            <a:pPr algn="just"/>
            <a:r>
              <a:rPr lang="en-US" altLang="zh-CN" b="1" dirty="0">
                <a:solidFill>
                  <a:schemeClr val="accent1"/>
                </a:solidFill>
              </a:rPr>
              <a:t>I0=-1 , 0 , 0.5 , 1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053146-3526-BCF4-A146-AAC217C5A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5260" y="4386125"/>
            <a:ext cx="3146734" cy="20045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A3B9335-F798-3C09-E6B0-BE976F0AB11C}"/>
              </a:ext>
            </a:extLst>
          </p:cNvPr>
          <p:cNvSpPr txBox="1"/>
          <p:nvPr/>
        </p:nvSpPr>
        <p:spPr>
          <a:xfrm>
            <a:off x="11395232" y="4071613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I0=1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2B7BD23-3799-E731-701F-573E777D0603}"/>
              </a:ext>
            </a:extLst>
          </p:cNvPr>
          <p:cNvSpPr txBox="1"/>
          <p:nvPr/>
        </p:nvSpPr>
        <p:spPr>
          <a:xfrm>
            <a:off x="5262523" y="406978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I0=0</a:t>
            </a:r>
            <a:endParaRPr lang="zh-CN" altLang="en-US" u="sng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2C1099-7DE5-3033-F775-2C14F5ECD2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25"/>
          <a:stretch>
            <a:fillRect/>
          </a:stretch>
        </p:blipFill>
        <p:spPr>
          <a:xfrm>
            <a:off x="-14600" y="4439121"/>
            <a:ext cx="3080804" cy="189857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65FF99C2-AB0E-B112-C01C-501EA48EB4F0}"/>
              </a:ext>
            </a:extLst>
          </p:cNvPr>
          <p:cNvSpPr txBox="1"/>
          <p:nvPr/>
        </p:nvSpPr>
        <p:spPr>
          <a:xfrm>
            <a:off x="2121449" y="4069789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I0=-1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1C2F5B2-3E91-EE0C-D5DB-282737F517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775" y="4386126"/>
            <a:ext cx="3162648" cy="2004568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C259291-2F5A-EBF0-1895-2C907CB7572D}"/>
              </a:ext>
            </a:extLst>
          </p:cNvPr>
          <p:cNvSpPr txBox="1"/>
          <p:nvPr/>
        </p:nvSpPr>
        <p:spPr>
          <a:xfrm>
            <a:off x="8292319" y="4069789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I0=0.5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7E5D8C-ACDE-31A7-4A4C-D24EEC191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889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CE918-1DD1-30DA-3DCD-1080D2498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9AA920FF-4A89-8414-2A9B-DD0E525C4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754" y="4734932"/>
            <a:ext cx="3261246" cy="2070252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176D02CF-AF9E-8B53-D0E5-FB84DF4E7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モデル</a:t>
            </a:r>
            <a:r>
              <a:rPr lang="en-US" altLang="ja-JP" dirty="0"/>
              <a:t>04</a:t>
            </a:r>
            <a:r>
              <a:rPr lang="ja-JP" altLang="en-US" dirty="0"/>
              <a:t>と比べて（</a:t>
            </a:r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l-GR" altLang="zh-CN" dirty="0"/>
              <a:t>θ-2θ</a:t>
            </a:r>
            <a:r>
              <a:rPr lang="en-US" altLang="ja-JP" dirty="0"/>
              <a:t>_0</a:t>
            </a:r>
            <a:r>
              <a:rPr lang="en-US" altLang="zh-CN" dirty="0"/>
              <a:t>°</a:t>
            </a:r>
            <a:r>
              <a:rPr lang="ja-JP" altLang="en-US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5CBB64-3FAA-8010-5F0E-63ACBF27C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745" y="1436277"/>
            <a:ext cx="11060055" cy="4740686"/>
          </a:xfrm>
        </p:spPr>
        <p:txBody>
          <a:bodyPr/>
          <a:lstStyle/>
          <a:p>
            <a:r>
              <a:rPr lang="en-US" altLang="zh-CN" sz="2000" dirty="0"/>
              <a:t>mu=0.0046       </a:t>
            </a:r>
          </a:p>
          <a:p>
            <a:r>
              <a:rPr lang="en-US" altLang="zh-CN" sz="2000" dirty="0"/>
              <a:t>Ns=128972</a:t>
            </a:r>
          </a:p>
          <a:p>
            <a:r>
              <a:rPr lang="en-US" altLang="zh-CN" sz="2000" dirty="0"/>
              <a:t>a=5.4323</a:t>
            </a:r>
          </a:p>
          <a:p>
            <a:r>
              <a:rPr lang="en-US" altLang="zh-CN" sz="2400" b="1" dirty="0">
                <a:solidFill>
                  <a:schemeClr val="tx2"/>
                </a:solidFill>
              </a:rPr>
              <a:t>as=3 , 4 ,  5 , </a:t>
            </a:r>
            <a:r>
              <a:rPr lang="en-US" altLang="zh-CN" sz="2400" b="1" u="sng" dirty="0">
                <a:solidFill>
                  <a:schemeClr val="tx2"/>
                </a:solidFill>
              </a:rPr>
              <a:t>5.528</a:t>
            </a:r>
            <a:r>
              <a:rPr lang="en-US" altLang="zh-CN" sz="2400" b="1" dirty="0">
                <a:solidFill>
                  <a:schemeClr val="tx2"/>
                </a:solidFill>
              </a:rPr>
              <a:t> ,  6</a:t>
            </a:r>
          </a:p>
          <a:p>
            <a:r>
              <a:rPr lang="en-US" altLang="zh-CN" sz="2000" dirty="0"/>
              <a:t>I0= 0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463F3A-F096-929B-7FA8-81B9B47FEEAC}"/>
              </a:ext>
            </a:extLst>
          </p:cNvPr>
          <p:cNvSpPr txBox="1"/>
          <p:nvPr/>
        </p:nvSpPr>
        <p:spPr>
          <a:xfrm>
            <a:off x="10975946" y="413406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as=6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3692243-F98D-9710-055C-CAD8907A58E2}"/>
              </a:ext>
            </a:extLst>
          </p:cNvPr>
          <p:cNvSpPr txBox="1"/>
          <p:nvPr/>
        </p:nvSpPr>
        <p:spPr>
          <a:xfrm>
            <a:off x="4580069" y="413406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as=4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9E3FA67-9D12-A9EB-4F4F-7BAB47C064FA}"/>
              </a:ext>
            </a:extLst>
          </p:cNvPr>
          <p:cNvSpPr txBox="1"/>
          <p:nvPr/>
        </p:nvSpPr>
        <p:spPr>
          <a:xfrm>
            <a:off x="1451073" y="4114394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as=3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03ABD4-6385-4076-074F-4E44E66FCE5B}"/>
              </a:ext>
            </a:extLst>
          </p:cNvPr>
          <p:cNvSpPr txBox="1"/>
          <p:nvPr/>
        </p:nvSpPr>
        <p:spPr>
          <a:xfrm>
            <a:off x="7709065" y="4225906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as=5</a:t>
            </a:r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21F4E7E-2925-255C-E549-A0E4A95D1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298" y="4734212"/>
            <a:ext cx="3261246" cy="20709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079398-7D19-88CE-D752-715BC93F2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278" y="4734211"/>
            <a:ext cx="3301702" cy="20993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F57AB41-193F-7550-C761-ADC4E1D5C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715087"/>
            <a:ext cx="3318603" cy="2118488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7754CC5-07A9-FC70-25E3-A9065C1C53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980" y="1829688"/>
            <a:ext cx="2982650" cy="188698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56B226DF-778F-5EDE-FD06-91797E012513}"/>
              </a:ext>
            </a:extLst>
          </p:cNvPr>
          <p:cNvSpPr txBox="1"/>
          <p:nvPr/>
        </p:nvSpPr>
        <p:spPr>
          <a:xfrm>
            <a:off x="7754414" y="1506022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as=5.528</a:t>
            </a:r>
            <a:endParaRPr lang="zh-CN" altLang="en-US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0FB17C-3041-D46D-77A8-7488EF98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609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5627-317D-1EA8-F4F7-4E4E02EAD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8F2E19-5B31-8624-2CF9-ED9858546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7337"/>
          </a:xfrm>
        </p:spPr>
        <p:txBody>
          <a:bodyPr/>
          <a:lstStyle/>
          <a:p>
            <a:r>
              <a:rPr lang="ja-JP" altLang="en-US" dirty="0"/>
              <a:t>モデル</a:t>
            </a:r>
            <a:r>
              <a:rPr lang="en-US" altLang="ja-JP" dirty="0"/>
              <a:t>04</a:t>
            </a:r>
            <a:r>
              <a:rPr lang="ja-JP" altLang="en-US" dirty="0"/>
              <a:t>と比べて（</a:t>
            </a:r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l-GR" altLang="zh-CN" dirty="0"/>
              <a:t>θ-2θ</a:t>
            </a:r>
            <a:r>
              <a:rPr lang="en-US" altLang="ja-JP" dirty="0"/>
              <a:t>_0</a:t>
            </a:r>
            <a:r>
              <a:rPr lang="en-US" altLang="zh-CN" dirty="0"/>
              <a:t>°</a:t>
            </a:r>
            <a:r>
              <a:rPr lang="ja-JP" altLang="en-US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80E7C-68BD-DE83-AA56-3F821C556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10" y="1436277"/>
            <a:ext cx="11202190" cy="4740686"/>
          </a:xfrm>
        </p:spPr>
        <p:txBody>
          <a:bodyPr/>
          <a:lstStyle/>
          <a:p>
            <a:r>
              <a:rPr lang="en-US" altLang="zh-CN" sz="2000" dirty="0"/>
              <a:t>mu=0.0046       </a:t>
            </a:r>
          </a:p>
          <a:p>
            <a:r>
              <a:rPr lang="en-US" altLang="zh-CN" b="1" dirty="0">
                <a:solidFill>
                  <a:schemeClr val="accent1"/>
                </a:solidFill>
              </a:rPr>
              <a:t>Ns=</a:t>
            </a:r>
            <a:r>
              <a:rPr lang="en-US" altLang="zh-CN" b="1" u="sng" dirty="0">
                <a:solidFill>
                  <a:schemeClr val="accent1"/>
                </a:solidFill>
              </a:rPr>
              <a:t>128972 </a:t>
            </a:r>
            <a:r>
              <a:rPr lang="en-US" altLang="zh-CN" b="1" dirty="0">
                <a:solidFill>
                  <a:schemeClr val="accent1"/>
                </a:solidFill>
              </a:rPr>
              <a:t>,</a:t>
            </a:r>
            <a:r>
              <a:rPr lang="zh-CN" altLang="en-US" b="1" dirty="0">
                <a:solidFill>
                  <a:schemeClr val="accent1"/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10000, 1000 , 500 , 100</a:t>
            </a:r>
          </a:p>
          <a:p>
            <a:r>
              <a:rPr lang="en-US" altLang="zh-CN" sz="2000" dirty="0"/>
              <a:t>a=5.4323</a:t>
            </a:r>
          </a:p>
          <a:p>
            <a:r>
              <a:rPr lang="en-US" altLang="zh-CN" sz="2000" dirty="0"/>
              <a:t>as=5.528 </a:t>
            </a:r>
          </a:p>
          <a:p>
            <a:r>
              <a:rPr lang="en-US" altLang="zh-CN" sz="2000" dirty="0"/>
              <a:t>I0= 0</a:t>
            </a:r>
            <a:endParaRPr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2C41980-2B64-D63A-07A2-CACD1F236C6F}"/>
              </a:ext>
            </a:extLst>
          </p:cNvPr>
          <p:cNvSpPr txBox="1"/>
          <p:nvPr/>
        </p:nvSpPr>
        <p:spPr>
          <a:xfrm>
            <a:off x="10534358" y="409963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Ns=100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61F9BF-1717-3C28-7C7D-85867C41BB09}"/>
              </a:ext>
            </a:extLst>
          </p:cNvPr>
          <p:cNvSpPr txBox="1"/>
          <p:nvPr/>
        </p:nvSpPr>
        <p:spPr>
          <a:xfrm>
            <a:off x="4580069" y="4134060"/>
            <a:ext cx="1088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Ns=1000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EF3F661-10B4-5BDA-0E30-CE189995CBFB}"/>
              </a:ext>
            </a:extLst>
          </p:cNvPr>
          <p:cNvSpPr txBox="1"/>
          <p:nvPr/>
        </p:nvSpPr>
        <p:spPr>
          <a:xfrm>
            <a:off x="1451073" y="4114394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Ns=10000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97A3F4-1F7E-221A-40A7-06A9E83C8737}"/>
              </a:ext>
            </a:extLst>
          </p:cNvPr>
          <p:cNvSpPr txBox="1"/>
          <p:nvPr/>
        </p:nvSpPr>
        <p:spPr>
          <a:xfrm>
            <a:off x="7527190" y="4377661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Ns=500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9DDB54-01C9-8073-FA89-9031E5EA4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4935" y="4807765"/>
            <a:ext cx="3132750" cy="19688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152F20D-1291-A811-A5A4-B8A5FD802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635" y="4813900"/>
            <a:ext cx="3181294" cy="19925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01D153E-5BBF-603F-FAE1-7937D61F4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046" y="4790231"/>
            <a:ext cx="3181294" cy="20315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999F031-FA57-48E4-6E58-5753B3EE8D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21" y="4790231"/>
            <a:ext cx="3181294" cy="20162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A7EE416-71B7-3AE3-2C9F-5EB900943C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415" y="2221403"/>
            <a:ext cx="2987299" cy="1889924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E18993A6-EB5E-024A-815B-873792E37EBC}"/>
              </a:ext>
            </a:extLst>
          </p:cNvPr>
          <p:cNvSpPr txBox="1"/>
          <p:nvPr/>
        </p:nvSpPr>
        <p:spPr>
          <a:xfrm>
            <a:off x="7480602" y="1818618"/>
            <a:ext cx="1332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Ns=128972</a:t>
            </a:r>
            <a:endParaRPr lang="zh-CN" altLang="en-US" u="sng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7EA13C1-B8C5-A7E5-BF1E-B94A76465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62647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F562-1B44-588E-B495-E91C48499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C5E5AE-71BD-68C2-53A5-BA3910DAA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7337"/>
          </a:xfrm>
        </p:spPr>
        <p:txBody>
          <a:bodyPr/>
          <a:lstStyle/>
          <a:p>
            <a:r>
              <a:rPr lang="ja-JP" altLang="en-US" dirty="0"/>
              <a:t>モデル</a:t>
            </a:r>
            <a:r>
              <a:rPr lang="en-US" altLang="ja-JP" dirty="0"/>
              <a:t>04</a:t>
            </a:r>
            <a:r>
              <a:rPr lang="ja-JP" altLang="en-US" dirty="0"/>
              <a:t>と比べて（</a:t>
            </a:r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l-GR" altLang="zh-CN" dirty="0"/>
              <a:t>θ-2θ</a:t>
            </a:r>
            <a:r>
              <a:rPr lang="en-US" altLang="ja-JP" dirty="0"/>
              <a:t>_0</a:t>
            </a:r>
            <a:r>
              <a:rPr lang="en-US" altLang="zh-CN" dirty="0"/>
              <a:t>°</a:t>
            </a:r>
            <a:r>
              <a:rPr lang="ja-JP" altLang="en-US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EE5B9B-B844-F849-02B7-B022C9597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10" y="1436277"/>
            <a:ext cx="11202190" cy="4740686"/>
          </a:xfrm>
        </p:spPr>
        <p:txBody>
          <a:bodyPr/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mu= 4.6E-6 , 4.6E-5</a:t>
            </a:r>
            <a:r>
              <a:rPr lang="zh-CN" altLang="en-US" sz="2000" b="1" dirty="0">
                <a:solidFill>
                  <a:schemeClr val="accent1"/>
                </a:solidFill>
              </a:rPr>
              <a:t>，</a:t>
            </a:r>
            <a:r>
              <a:rPr lang="en-US" altLang="zh-CN" sz="2000" b="1" u="sng" dirty="0">
                <a:solidFill>
                  <a:schemeClr val="accent1"/>
                </a:solidFill>
              </a:rPr>
              <a:t>0.0046(4.6E-3)  </a:t>
            </a:r>
            <a:r>
              <a:rPr lang="zh-CN" altLang="en-US" sz="2000" b="1" dirty="0">
                <a:solidFill>
                  <a:schemeClr val="accent1"/>
                </a:solidFill>
              </a:rPr>
              <a:t>，</a:t>
            </a:r>
            <a:r>
              <a:rPr lang="en-US" altLang="zh-CN" sz="2000" b="1" dirty="0">
                <a:solidFill>
                  <a:schemeClr val="accent1"/>
                </a:solidFill>
              </a:rPr>
              <a:t>4.6E-1</a:t>
            </a:r>
            <a:r>
              <a:rPr lang="en-US" altLang="zh-CN" sz="2000" u="sng" dirty="0"/>
              <a:t>     </a:t>
            </a:r>
          </a:p>
          <a:p>
            <a:r>
              <a:rPr lang="en-US" altLang="zh-CN" sz="2000" dirty="0"/>
              <a:t>Ns=128972 </a:t>
            </a:r>
          </a:p>
          <a:p>
            <a:r>
              <a:rPr lang="en-US" altLang="zh-CN" sz="2000" dirty="0"/>
              <a:t>a=5.4323</a:t>
            </a:r>
          </a:p>
          <a:p>
            <a:r>
              <a:rPr lang="en-US" altLang="zh-CN" sz="2000" dirty="0"/>
              <a:t>as=5.528 </a:t>
            </a:r>
          </a:p>
          <a:p>
            <a:r>
              <a:rPr lang="en-US" altLang="zh-CN" sz="2000" dirty="0"/>
              <a:t>I0= 0</a:t>
            </a:r>
            <a:endParaRPr lang="zh-CN" altLang="en-US" sz="2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F1F23F-955A-CFD6-2A65-434F942C1D07}"/>
              </a:ext>
            </a:extLst>
          </p:cNvPr>
          <p:cNvSpPr txBox="1"/>
          <p:nvPr/>
        </p:nvSpPr>
        <p:spPr>
          <a:xfrm>
            <a:off x="894830" y="4440133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mu=4.6*10E-6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1448C58-3DD3-3D78-554C-D5E6B2DEEA73}"/>
              </a:ext>
            </a:extLst>
          </p:cNvPr>
          <p:cNvSpPr txBox="1"/>
          <p:nvPr/>
        </p:nvSpPr>
        <p:spPr>
          <a:xfrm>
            <a:off x="6305920" y="4440133"/>
            <a:ext cx="2502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u="sng" dirty="0"/>
              <a:t>mu= 0.0046(4.6*10E-3)</a:t>
            </a:r>
            <a:endParaRPr lang="zh-CN" altLang="en-US" u="sng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9007786-3345-CC34-97E6-348F830BD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1" y="4943064"/>
            <a:ext cx="2909641" cy="18435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21ACC7A-FC7E-3BB3-9282-5E12748B2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680" y="4922940"/>
            <a:ext cx="2945836" cy="186369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6D71770-7E3C-1B76-468B-657A736703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5061" y="4937401"/>
            <a:ext cx="2909642" cy="186369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55208564-67B3-0D70-181C-751CBA20C103}"/>
              </a:ext>
            </a:extLst>
          </p:cNvPr>
          <p:cNvSpPr txBox="1"/>
          <p:nvPr/>
        </p:nvSpPr>
        <p:spPr>
          <a:xfrm>
            <a:off x="3549563" y="4440133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mu=4.6*10E-5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DB5FCE3-B17E-FD6D-B8B4-784B4FC68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1514" y="4922940"/>
            <a:ext cx="2961423" cy="187815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D2F3DFC1-DCE0-F355-E423-3F14404AE7E2}"/>
              </a:ext>
            </a:extLst>
          </p:cNvPr>
          <p:cNvSpPr txBox="1"/>
          <p:nvPr/>
        </p:nvSpPr>
        <p:spPr>
          <a:xfrm>
            <a:off x="9919883" y="4594615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mu=4.6*10E-1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752031-E90B-19E0-33E0-6D0193FD0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732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B6AB-C3DB-14C6-9DE1-52BA6AA3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065F44-D10C-EAA3-89F3-9D778C391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7337"/>
          </a:xfrm>
        </p:spPr>
        <p:txBody>
          <a:bodyPr/>
          <a:lstStyle/>
          <a:p>
            <a:r>
              <a:rPr lang="ja-JP" altLang="en-US" dirty="0"/>
              <a:t>モデル</a:t>
            </a:r>
            <a:r>
              <a:rPr lang="en-US" altLang="ja-JP" dirty="0"/>
              <a:t>04</a:t>
            </a:r>
            <a:r>
              <a:rPr lang="ja-JP" altLang="en-US" dirty="0"/>
              <a:t>と比べて（</a:t>
            </a:r>
            <a:r>
              <a:rPr lang="en-US" altLang="zh-CN" dirty="0" err="1"/>
              <a:t>Si_Thermo</a:t>
            </a:r>
            <a:r>
              <a:rPr lang="zh-CN" altLang="zh-CN" dirty="0"/>
              <a:t>_</a:t>
            </a:r>
            <a:r>
              <a:rPr lang="el-GR" altLang="zh-CN" dirty="0"/>
              <a:t>θ-2θ</a:t>
            </a:r>
            <a:r>
              <a:rPr lang="en-US" altLang="ja-JP" dirty="0"/>
              <a:t>_0</a:t>
            </a:r>
            <a:r>
              <a:rPr lang="en-US" altLang="zh-CN" dirty="0"/>
              <a:t>°</a:t>
            </a:r>
            <a:r>
              <a:rPr lang="ja-JP" altLang="en-US" dirty="0"/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9468DF-2CE4-5F13-5FBB-8CED28D42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10" y="1436277"/>
            <a:ext cx="6511837" cy="4740686"/>
          </a:xfrm>
        </p:spPr>
        <p:txBody>
          <a:bodyPr>
            <a:normAutofit/>
          </a:bodyPr>
          <a:lstStyle/>
          <a:p>
            <a:r>
              <a:rPr lang="en-US" altLang="zh-CN" sz="1800" dirty="0"/>
              <a:t>mu= 0.0046(4.6E-3)</a:t>
            </a:r>
          </a:p>
          <a:p>
            <a:r>
              <a:rPr lang="en-US" altLang="zh-CN" sz="1800" dirty="0"/>
              <a:t>Ns=128972 </a:t>
            </a:r>
          </a:p>
          <a:p>
            <a:r>
              <a:rPr lang="en-US" altLang="zh-CN" sz="2400" b="1" dirty="0"/>
              <a:t>a=5.4320</a:t>
            </a:r>
            <a:r>
              <a:rPr lang="zh-CN" altLang="en-US" sz="2400" b="1" dirty="0"/>
              <a:t>，</a:t>
            </a:r>
            <a:r>
              <a:rPr lang="en-US" altLang="zh-CN" sz="2400" b="1" u="sng" dirty="0"/>
              <a:t>5.4323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5.4326</a:t>
            </a:r>
            <a:r>
              <a:rPr lang="zh-CN" altLang="en-US" sz="2400" b="1" dirty="0"/>
              <a:t>， </a:t>
            </a:r>
            <a:r>
              <a:rPr lang="en-US" altLang="zh-CN" sz="2400" b="1" dirty="0"/>
              <a:t>5.4329</a:t>
            </a:r>
          </a:p>
          <a:p>
            <a:r>
              <a:rPr lang="en-US" altLang="zh-CN" sz="1800" dirty="0"/>
              <a:t>as=5.528 </a:t>
            </a:r>
          </a:p>
          <a:p>
            <a:r>
              <a:rPr lang="en-US" altLang="zh-CN" sz="1800" dirty="0"/>
              <a:t>I0= 0</a:t>
            </a:r>
            <a:endParaRPr lang="zh-CN" altLang="en-US" sz="1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D4256D0-FCB9-028F-66B2-C70B6152E813}"/>
              </a:ext>
            </a:extLst>
          </p:cNvPr>
          <p:cNvSpPr txBox="1"/>
          <p:nvPr/>
        </p:nvSpPr>
        <p:spPr>
          <a:xfrm>
            <a:off x="7627359" y="4422582"/>
            <a:ext cx="121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a=5.4326</a:t>
            </a:r>
            <a:endParaRPr lang="zh-CN" altLang="en-US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7117E4A-1FC4-C1B5-DF77-A9AC35E82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581" y="4784860"/>
            <a:ext cx="3169679" cy="202275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A2AA5D92-16A1-576F-AC5C-2F5215A5C25E}"/>
              </a:ext>
            </a:extLst>
          </p:cNvPr>
          <p:cNvSpPr txBox="1"/>
          <p:nvPr/>
        </p:nvSpPr>
        <p:spPr>
          <a:xfrm>
            <a:off x="7627359" y="1364002"/>
            <a:ext cx="121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u="sng" dirty="0"/>
              <a:t>a=5.4323</a:t>
            </a:r>
            <a:endParaRPr lang="zh-CN" altLang="en-US" u="sng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117913A8-54C9-7299-FD4C-C215FBE2F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642" y="4751495"/>
            <a:ext cx="3255524" cy="2056121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01E84756-35A2-BF8E-AB4B-C1ED96C37F22}"/>
              </a:ext>
            </a:extLst>
          </p:cNvPr>
          <p:cNvSpPr txBox="1"/>
          <p:nvPr/>
        </p:nvSpPr>
        <p:spPr>
          <a:xfrm>
            <a:off x="10308775" y="4397220"/>
            <a:ext cx="121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a=5.4329</a:t>
            </a:r>
            <a:endParaRPr lang="zh-CN" altLang="en-US" dirty="0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40B9D4A0-59E5-0579-36B0-FFC4E61A5B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614" y="1903671"/>
            <a:ext cx="3255524" cy="2051518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B3837E77-89DB-A115-F8FD-DF289BEE3D1E}"/>
              </a:ext>
            </a:extLst>
          </p:cNvPr>
          <p:cNvSpPr txBox="1"/>
          <p:nvPr/>
        </p:nvSpPr>
        <p:spPr>
          <a:xfrm>
            <a:off x="1429013" y="4390316"/>
            <a:ext cx="121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a=5.4320</a:t>
            </a:r>
            <a:endParaRPr lang="zh-CN" altLang="en-US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4673CD84-AEE6-F1E0-21DB-BF4A46D5D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156" y="4722776"/>
            <a:ext cx="3351419" cy="213522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007A75-07E3-E0BF-5D06-D979414230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323"/>
          <a:stretch>
            <a:fillRect/>
          </a:stretch>
        </p:blipFill>
        <p:spPr>
          <a:xfrm>
            <a:off x="0" y="4766552"/>
            <a:ext cx="3351419" cy="2091447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FFFF0623-4D95-1F23-02E7-BBD8E1BEC277}"/>
              </a:ext>
            </a:extLst>
          </p:cNvPr>
          <p:cNvSpPr txBox="1"/>
          <p:nvPr/>
        </p:nvSpPr>
        <p:spPr>
          <a:xfrm>
            <a:off x="4229163" y="4353444"/>
            <a:ext cx="1213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a=5.4325</a:t>
            </a:r>
            <a:endParaRPr lang="zh-CN" altLang="en-US" dirty="0"/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CB9AFC58-E19B-357E-AA2D-27A8E17BC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ECD7A-3CC4-488E-8AEA-BBB026F4ADB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713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1025</Words>
  <Application>Microsoft Office PowerPoint</Application>
  <PresentationFormat>宽屏</PresentationFormat>
  <Paragraphs>170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Meiryo UI</vt:lpstr>
      <vt:lpstr>等线</vt:lpstr>
      <vt:lpstr>等线 Light</vt:lpstr>
      <vt:lpstr>Arial</vt:lpstr>
      <vt:lpstr>Courier New</vt:lpstr>
      <vt:lpstr>Office 主题​​</vt:lpstr>
      <vt:lpstr>2025.08.21 データ解析</vt:lpstr>
      <vt:lpstr>PowerPoint 演示文稿</vt:lpstr>
      <vt:lpstr>測定装置</vt:lpstr>
      <vt:lpstr>Si_Thermo_ω</vt:lpstr>
      <vt:lpstr>Si_TEOS_ω</vt:lpstr>
      <vt:lpstr>Si_TEOS_Rough_ω </vt:lpstr>
      <vt:lpstr>Si_Thermo_θ-2θ</vt:lpstr>
      <vt:lpstr>Si_TEOS_ θ-2θ</vt:lpstr>
      <vt:lpstr>Si_TEOS_Rough_ θ-2θ </vt:lpstr>
      <vt:lpstr>三サンプル2θ-scan</vt:lpstr>
      <vt:lpstr>三サンプルω-scan</vt:lpstr>
      <vt:lpstr>モデル04と比べて（Si_Thermo_θ-2θ_0°）</vt:lpstr>
      <vt:lpstr>モデル04と比べて（Si_Thermo_θ-2θ_0°）</vt:lpstr>
      <vt:lpstr>モデル04と比べて（Si_Thermo_θ-2θ_0°）</vt:lpstr>
      <vt:lpstr>モデル04と比べて（Si_Thermo_θ-2θ_0°）</vt:lpstr>
      <vt:lpstr>モデル04と比べて（Si_Thermo_θ-2θ_0°）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咨翔 丁</dc:creator>
  <cp:lastModifiedBy>咨翔 丁</cp:lastModifiedBy>
  <cp:revision>1</cp:revision>
  <dcterms:created xsi:type="dcterms:W3CDTF">2025-09-08T03:43:22Z</dcterms:created>
  <dcterms:modified xsi:type="dcterms:W3CDTF">2025-09-15T06:00:41Z</dcterms:modified>
</cp:coreProperties>
</file>